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386" r:id="rId3"/>
    <p:sldId id="405" r:id="rId4"/>
    <p:sldId id="403" r:id="rId5"/>
    <p:sldId id="408" r:id="rId6"/>
    <p:sldId id="410" r:id="rId7"/>
    <p:sldId id="409" r:id="rId8"/>
    <p:sldId id="411" r:id="rId9"/>
    <p:sldId id="407" r:id="rId10"/>
    <p:sldId id="392" r:id="rId11"/>
    <p:sldId id="259" r:id="rId12"/>
  </p:sldIdLst>
  <p:sldSz cx="9144000" cy="5143500" type="screen16x9"/>
  <p:notesSz cx="6950075" cy="9236075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ietsman, Megan" initials="MZ" lastIdx="8" clrIdx="0">
    <p:extLst>
      <p:ext uri="{19B8F6BF-5375-455C-9EA6-DF929625EA0E}">
        <p15:presenceInfo xmlns:p15="http://schemas.microsoft.com/office/powerpoint/2012/main" userId="Zietsman, Megan" providerId="None"/>
      </p:ext>
    </p:extLst>
  </p:cmAuthor>
  <p:cmAuthor id="2" name="Kathleen Healy" initials="KH" lastIdx="13" clrIdx="1">
    <p:extLst>
      <p:ext uri="{19B8F6BF-5375-455C-9EA6-DF929625EA0E}">
        <p15:presenceInfo xmlns:p15="http://schemas.microsoft.com/office/powerpoint/2012/main" userId="S-1-5-21-1801674531-1972579041-839522115-4130" providerId="AD"/>
      </p:ext>
    </p:extLst>
  </p:cmAuthor>
  <p:cmAuthor id="3" name="Natalie Klonaridis" initials="NK" lastIdx="12" clrIdx="2">
    <p:extLst>
      <p:ext uri="{19B8F6BF-5375-455C-9EA6-DF929625EA0E}">
        <p15:presenceInfo xmlns:p15="http://schemas.microsoft.com/office/powerpoint/2012/main" userId="S-1-5-21-1801674531-1972579041-839522115-13323" providerId="AD"/>
      </p:ext>
    </p:extLst>
  </p:cmAuthor>
  <p:cmAuthor id="4" name="Jasper van den Hout" initials="JvdH" lastIdx="15" clrIdx="3">
    <p:extLst>
      <p:ext uri="{19B8F6BF-5375-455C-9EA6-DF929625EA0E}">
        <p15:presenceInfo xmlns:p15="http://schemas.microsoft.com/office/powerpoint/2012/main" userId="S-1-5-21-1801674531-1972579041-839522115-11621" providerId="AD"/>
      </p:ext>
    </p:extLst>
  </p:cmAuthor>
  <p:cmAuthor id="5" name="Chi Ho Ng" initials="CHN" lastIdx="14" clrIdx="4">
    <p:extLst>
      <p:ext uri="{19B8F6BF-5375-455C-9EA6-DF929625EA0E}">
        <p15:presenceInfo xmlns:p15="http://schemas.microsoft.com/office/powerpoint/2012/main" userId="S-1-5-21-2529925091-3028718714-1681115141-12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1D9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5DC9C5-C9DB-47D8-9B13-2EE209F96BD9}" v="696" dt="2019-11-30T14:25:03.907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43" autoAdjust="0"/>
    <p:restoredTop sz="55435" autoAdjust="0"/>
  </p:normalViewPr>
  <p:slideViewPr>
    <p:cSldViewPr snapToGrid="0" snapToObjects="1">
      <p:cViewPr varScale="1">
        <p:scale>
          <a:sx n="48" d="100"/>
          <a:sy n="48" d="100"/>
        </p:scale>
        <p:origin x="1832" y="40"/>
      </p:cViewPr>
      <p:guideLst>
        <p:guide orient="horz" pos="162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8" d="100"/>
          <a:sy n="68" d="100"/>
        </p:scale>
        <p:origin x="3270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 Ho Ng" userId="1cb3d5c6-079f-4382-9de2-f58d58b22e19" providerId="ADAL" clId="{BE5DC9C5-C9DB-47D8-9B13-2EE209F96BD9}"/>
    <pc:docChg chg="undo custSel addSld delSld modSld sldOrd">
      <pc:chgData name="Chi Ho Ng" userId="1cb3d5c6-079f-4382-9de2-f58d58b22e19" providerId="ADAL" clId="{BE5DC9C5-C9DB-47D8-9B13-2EE209F96BD9}" dt="2019-11-30T14:25:03.906" v="8806"/>
      <pc:docMkLst>
        <pc:docMk/>
      </pc:docMkLst>
      <pc:sldChg chg="del">
        <pc:chgData name="Chi Ho Ng" userId="1cb3d5c6-079f-4382-9de2-f58d58b22e19" providerId="ADAL" clId="{BE5DC9C5-C9DB-47D8-9B13-2EE209F96BD9}" dt="2019-11-30T02:18:03.849" v="8034" actId="47"/>
        <pc:sldMkLst>
          <pc:docMk/>
          <pc:sldMk cId="1579059012" sldId="387"/>
        </pc:sldMkLst>
      </pc:sldChg>
      <pc:sldChg chg="del">
        <pc:chgData name="Chi Ho Ng" userId="1cb3d5c6-079f-4382-9de2-f58d58b22e19" providerId="ADAL" clId="{BE5DC9C5-C9DB-47D8-9B13-2EE209F96BD9}" dt="2019-11-30T02:18:03.849" v="8034" actId="47"/>
        <pc:sldMkLst>
          <pc:docMk/>
          <pc:sldMk cId="4028187153" sldId="388"/>
        </pc:sldMkLst>
      </pc:sldChg>
      <pc:sldChg chg="del">
        <pc:chgData name="Chi Ho Ng" userId="1cb3d5c6-079f-4382-9de2-f58d58b22e19" providerId="ADAL" clId="{BE5DC9C5-C9DB-47D8-9B13-2EE209F96BD9}" dt="2019-11-30T02:18:03.849" v="8034" actId="47"/>
        <pc:sldMkLst>
          <pc:docMk/>
          <pc:sldMk cId="4288241486" sldId="389"/>
        </pc:sldMkLst>
      </pc:sldChg>
      <pc:sldChg chg="modSp ord modNotesTx">
        <pc:chgData name="Chi Ho Ng" userId="1cb3d5c6-079f-4382-9de2-f58d58b22e19" providerId="ADAL" clId="{BE5DC9C5-C9DB-47D8-9B13-2EE209F96BD9}" dt="2019-11-30T02:24:18.683" v="8805" actId="6549"/>
        <pc:sldMkLst>
          <pc:docMk/>
          <pc:sldMk cId="886480219" sldId="392"/>
        </pc:sldMkLst>
        <pc:graphicFrameChg chg="mod">
          <ac:chgData name="Chi Ho Ng" userId="1cb3d5c6-079f-4382-9de2-f58d58b22e19" providerId="ADAL" clId="{BE5DC9C5-C9DB-47D8-9B13-2EE209F96BD9}" dt="2019-11-30T02:21:47.152" v="8405" actId="20577"/>
          <ac:graphicFrameMkLst>
            <pc:docMk/>
            <pc:sldMk cId="886480219" sldId="392"/>
            <ac:graphicFrameMk id="7" creationId="{BBB5F02E-4511-475E-B936-A6950154B536}"/>
          </ac:graphicFrameMkLst>
        </pc:graphicFrameChg>
      </pc:sldChg>
      <pc:sldChg chg="del">
        <pc:chgData name="Chi Ho Ng" userId="1cb3d5c6-079f-4382-9de2-f58d58b22e19" providerId="ADAL" clId="{BE5DC9C5-C9DB-47D8-9B13-2EE209F96BD9}" dt="2019-11-30T02:18:03.849" v="8034" actId="47"/>
        <pc:sldMkLst>
          <pc:docMk/>
          <pc:sldMk cId="1940448787" sldId="393"/>
        </pc:sldMkLst>
      </pc:sldChg>
      <pc:sldChg chg="del">
        <pc:chgData name="Chi Ho Ng" userId="1cb3d5c6-079f-4382-9de2-f58d58b22e19" providerId="ADAL" clId="{BE5DC9C5-C9DB-47D8-9B13-2EE209F96BD9}" dt="2019-11-30T02:18:03.849" v="8034" actId="47"/>
        <pc:sldMkLst>
          <pc:docMk/>
          <pc:sldMk cId="1704333296" sldId="395"/>
        </pc:sldMkLst>
      </pc:sldChg>
      <pc:sldChg chg="del">
        <pc:chgData name="Chi Ho Ng" userId="1cb3d5c6-079f-4382-9de2-f58d58b22e19" providerId="ADAL" clId="{BE5DC9C5-C9DB-47D8-9B13-2EE209F96BD9}" dt="2019-11-30T02:18:03.849" v="8034" actId="47"/>
        <pc:sldMkLst>
          <pc:docMk/>
          <pc:sldMk cId="1011408297" sldId="396"/>
        </pc:sldMkLst>
      </pc:sldChg>
      <pc:sldChg chg="del">
        <pc:chgData name="Chi Ho Ng" userId="1cb3d5c6-079f-4382-9de2-f58d58b22e19" providerId="ADAL" clId="{BE5DC9C5-C9DB-47D8-9B13-2EE209F96BD9}" dt="2019-11-30T02:18:03.849" v="8034" actId="47"/>
        <pc:sldMkLst>
          <pc:docMk/>
          <pc:sldMk cId="1647371491" sldId="397"/>
        </pc:sldMkLst>
      </pc:sldChg>
      <pc:sldChg chg="del">
        <pc:chgData name="Chi Ho Ng" userId="1cb3d5c6-079f-4382-9de2-f58d58b22e19" providerId="ADAL" clId="{BE5DC9C5-C9DB-47D8-9B13-2EE209F96BD9}" dt="2019-11-30T02:18:03.849" v="8034" actId="47"/>
        <pc:sldMkLst>
          <pc:docMk/>
          <pc:sldMk cId="3193443377" sldId="398"/>
        </pc:sldMkLst>
      </pc:sldChg>
      <pc:sldChg chg="modSp modNotesTx">
        <pc:chgData name="Chi Ho Ng" userId="1cb3d5c6-079f-4382-9de2-f58d58b22e19" providerId="ADAL" clId="{BE5DC9C5-C9DB-47D8-9B13-2EE209F96BD9}" dt="2019-11-30T01:36:29.424" v="2884" actId="20577"/>
        <pc:sldMkLst>
          <pc:docMk/>
          <pc:sldMk cId="2797354802" sldId="403"/>
        </pc:sldMkLst>
        <pc:graphicFrameChg chg="mod">
          <ac:chgData name="Chi Ho Ng" userId="1cb3d5c6-079f-4382-9de2-f58d58b22e19" providerId="ADAL" clId="{BE5DC9C5-C9DB-47D8-9B13-2EE209F96BD9}" dt="2019-11-30T01:36:22.056" v="2865"/>
          <ac:graphicFrameMkLst>
            <pc:docMk/>
            <pc:sldMk cId="2797354802" sldId="403"/>
            <ac:graphicFrameMk id="7" creationId="{BBB5F02E-4511-475E-B936-A6950154B536}"/>
          </ac:graphicFrameMkLst>
        </pc:graphicFrameChg>
      </pc:sldChg>
      <pc:sldChg chg="modSp add">
        <pc:chgData name="Chi Ho Ng" userId="1cb3d5c6-079f-4382-9de2-f58d58b22e19" providerId="ADAL" clId="{BE5DC9C5-C9DB-47D8-9B13-2EE209F96BD9}" dt="2019-11-30T14:25:03.906" v="8806"/>
        <pc:sldMkLst>
          <pc:docMk/>
          <pc:sldMk cId="3659291227" sldId="405"/>
        </pc:sldMkLst>
        <pc:graphicFrameChg chg="mod">
          <ac:chgData name="Chi Ho Ng" userId="1cb3d5c6-079f-4382-9de2-f58d58b22e19" providerId="ADAL" clId="{BE5DC9C5-C9DB-47D8-9B13-2EE209F96BD9}" dt="2019-11-30T14:25:03.906" v="8806"/>
          <ac:graphicFrameMkLst>
            <pc:docMk/>
            <pc:sldMk cId="3659291227" sldId="405"/>
            <ac:graphicFrameMk id="7" creationId="{BBB5F02E-4511-475E-B936-A6950154B536}"/>
          </ac:graphicFrameMkLst>
        </pc:graphicFrameChg>
      </pc:sldChg>
      <pc:sldChg chg="modSp add modNotesTx">
        <pc:chgData name="Chi Ho Ng" userId="1cb3d5c6-079f-4382-9de2-f58d58b22e19" providerId="ADAL" clId="{BE5DC9C5-C9DB-47D8-9B13-2EE209F96BD9}" dt="2019-11-30T02:06:04.853" v="6524" actId="20577"/>
        <pc:sldMkLst>
          <pc:docMk/>
          <pc:sldMk cId="587239699" sldId="406"/>
        </pc:sldMkLst>
        <pc:graphicFrameChg chg="mod">
          <ac:chgData name="Chi Ho Ng" userId="1cb3d5c6-079f-4382-9de2-f58d58b22e19" providerId="ADAL" clId="{BE5DC9C5-C9DB-47D8-9B13-2EE209F96BD9}" dt="2019-11-30T02:06:04.853" v="6524" actId="20577"/>
          <ac:graphicFrameMkLst>
            <pc:docMk/>
            <pc:sldMk cId="587239699" sldId="406"/>
            <ac:graphicFrameMk id="7" creationId="{BBB5F02E-4511-475E-B936-A6950154B536}"/>
          </ac:graphicFrameMkLst>
        </pc:graphicFrameChg>
      </pc:sldChg>
      <pc:sldChg chg="modSp add del">
        <pc:chgData name="Chi Ho Ng" userId="1cb3d5c6-079f-4382-9de2-f58d58b22e19" providerId="ADAL" clId="{BE5DC9C5-C9DB-47D8-9B13-2EE209F96BD9}" dt="2019-11-30T01:34:06.222" v="2794"/>
        <pc:sldMkLst>
          <pc:docMk/>
          <pc:sldMk cId="1807907139" sldId="406"/>
        </pc:sldMkLst>
        <pc:graphicFrameChg chg="mod">
          <ac:chgData name="Chi Ho Ng" userId="1cb3d5c6-079f-4382-9de2-f58d58b22e19" providerId="ADAL" clId="{BE5DC9C5-C9DB-47D8-9B13-2EE209F96BD9}" dt="2019-11-30T01:34:02.028" v="2793" actId="478"/>
          <ac:graphicFrameMkLst>
            <pc:docMk/>
            <pc:sldMk cId="1807907139" sldId="406"/>
            <ac:graphicFrameMk id="7" creationId="{BBB5F02E-4511-475E-B936-A6950154B536}"/>
          </ac:graphicFrameMkLst>
        </pc:graphicFrameChg>
      </pc:sldChg>
      <pc:sldChg chg="modSp add modNotesTx">
        <pc:chgData name="Chi Ho Ng" userId="1cb3d5c6-079f-4382-9de2-f58d58b22e19" providerId="ADAL" clId="{BE5DC9C5-C9DB-47D8-9B13-2EE209F96BD9}" dt="2019-11-30T02:17:18.733" v="8032" actId="15"/>
        <pc:sldMkLst>
          <pc:docMk/>
          <pc:sldMk cId="1405578546" sldId="407"/>
        </pc:sldMkLst>
        <pc:graphicFrameChg chg="mod">
          <ac:chgData name="Chi Ho Ng" userId="1cb3d5c6-079f-4382-9de2-f58d58b22e19" providerId="ADAL" clId="{BE5DC9C5-C9DB-47D8-9B13-2EE209F96BD9}" dt="2019-11-30T02:08:42.718" v="6746" actId="20577"/>
          <ac:graphicFrameMkLst>
            <pc:docMk/>
            <pc:sldMk cId="1405578546" sldId="407"/>
            <ac:graphicFrameMk id="7" creationId="{BBB5F02E-4511-475E-B936-A6950154B536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D54E76-551D-4888-BE71-ECDB8A2705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0462BF-8414-4027-B376-E72F7CEA7B22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Introduction (Para. 1-10, A1-A8 )</a:t>
          </a:r>
        </a:p>
      </dgm:t>
    </dgm:pt>
    <dgm:pt modelId="{9A22A164-1C88-4FCE-82A4-A8076663F31F}" type="parTrans" cxnId="{2C830547-4352-443F-A8C9-F481D3B11B4A}">
      <dgm:prSet/>
      <dgm:spPr/>
      <dgm:t>
        <a:bodyPr/>
        <a:lstStyle/>
        <a:p>
          <a:endParaRPr lang="en-US"/>
        </a:p>
      </dgm:t>
    </dgm:pt>
    <dgm:pt modelId="{0FD00A1F-485D-4D21-A0A7-4B01B54AA0BF}" type="sibTrans" cxnId="{2C830547-4352-443F-A8C9-F481D3B11B4A}">
      <dgm:prSet/>
      <dgm:spPr/>
      <dgm:t>
        <a:bodyPr/>
        <a:lstStyle/>
        <a:p>
          <a:endParaRPr lang="en-US"/>
        </a:p>
      </dgm:t>
    </dgm:pt>
    <dgm:pt modelId="{CC622441-B7CC-488A-917C-1197152F0B4B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Effective Date (Para. 11)</a:t>
          </a:r>
        </a:p>
      </dgm:t>
    </dgm:pt>
    <dgm:pt modelId="{2CCA279C-0B8C-46F2-86AE-09E7A56A2183}" type="parTrans" cxnId="{1A2AF336-E1D7-4E72-AE42-6CD57B727101}">
      <dgm:prSet/>
      <dgm:spPr/>
      <dgm:t>
        <a:bodyPr/>
        <a:lstStyle/>
        <a:p>
          <a:endParaRPr lang="en-US"/>
        </a:p>
      </dgm:t>
    </dgm:pt>
    <dgm:pt modelId="{10053DAC-770A-4E34-82D3-64C4E9169373}" type="sibTrans" cxnId="{1A2AF336-E1D7-4E72-AE42-6CD57B727101}">
      <dgm:prSet/>
      <dgm:spPr/>
      <dgm:t>
        <a:bodyPr/>
        <a:lstStyle/>
        <a:p>
          <a:endParaRPr lang="en-US"/>
        </a:p>
      </dgm:t>
    </dgm:pt>
    <dgm:pt modelId="{ADA166DD-6B05-429E-A3D1-BA81F461FB78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Objectives and Definitions (Para. 12-13, A8B-A11)</a:t>
          </a:r>
        </a:p>
      </dgm:t>
    </dgm:pt>
    <dgm:pt modelId="{6AF49BC7-74D3-4E26-98FE-32CA1EE0D310}" type="parTrans" cxnId="{5D9E71BE-6CF4-4B5D-B9D4-1DC01F20EC6C}">
      <dgm:prSet/>
      <dgm:spPr/>
      <dgm:t>
        <a:bodyPr/>
        <a:lstStyle/>
        <a:p>
          <a:endParaRPr lang="en-US"/>
        </a:p>
      </dgm:t>
    </dgm:pt>
    <dgm:pt modelId="{ED7E7AC5-C26D-4E39-9D1A-B33CF411E51B}" type="sibTrans" cxnId="{5D9E71BE-6CF4-4B5D-B9D4-1DC01F20EC6C}">
      <dgm:prSet/>
      <dgm:spPr/>
      <dgm:t>
        <a:bodyPr/>
        <a:lstStyle/>
        <a:p>
          <a:endParaRPr lang="en-US"/>
        </a:p>
      </dgm:t>
    </dgm:pt>
    <dgm:pt modelId="{B1FC0F14-7082-4C69-906D-D576CB8DB5F3}">
      <dgm:prSet phldrT="[Text]"/>
      <dgm:spPr/>
      <dgm:t>
        <a:bodyPr/>
        <a:lstStyle/>
        <a:p>
          <a:r>
            <a:rPr lang="en-US" dirty="0"/>
            <a:t>Changed para. A11 to address comment raised on Tuesday</a:t>
          </a:r>
        </a:p>
      </dgm:t>
    </dgm:pt>
    <dgm:pt modelId="{4C4E9C28-B458-4FCF-9B1F-F5E8FA4418A6}" type="parTrans" cxnId="{7A209817-2E2B-428D-93BE-DD39861CD476}">
      <dgm:prSet/>
      <dgm:spPr/>
      <dgm:t>
        <a:bodyPr/>
        <a:lstStyle/>
        <a:p>
          <a:endParaRPr lang="en-US"/>
        </a:p>
      </dgm:t>
    </dgm:pt>
    <dgm:pt modelId="{64F94A7C-A57A-4FFA-BCF2-965D8220F368}" type="sibTrans" cxnId="{7A209817-2E2B-428D-93BE-DD39861CD476}">
      <dgm:prSet/>
      <dgm:spPr/>
      <dgm:t>
        <a:bodyPr/>
        <a:lstStyle/>
        <a:p>
          <a:endParaRPr lang="en-US"/>
        </a:p>
      </dgm:t>
    </dgm:pt>
    <dgm:pt modelId="{8C061876-A67C-45B3-AB93-7ACA5E9B11B3}">
      <dgm:prSet phldrT="[Text]"/>
      <dgm:spPr/>
      <dgm:t>
        <a:bodyPr/>
        <a:lstStyle/>
        <a:p>
          <a:r>
            <a:rPr lang="en-US" dirty="0"/>
            <a:t>Editorial Changes to para. 4 &amp; 5</a:t>
          </a:r>
        </a:p>
      </dgm:t>
    </dgm:pt>
    <dgm:pt modelId="{20FBC373-71CB-447D-B5B2-9A2371ACFAEE}" type="parTrans" cxnId="{591C34CE-0883-4D7A-A85E-1EE1E0E5E107}">
      <dgm:prSet/>
      <dgm:spPr/>
      <dgm:t>
        <a:bodyPr/>
        <a:lstStyle/>
        <a:p>
          <a:endParaRPr lang="en-US"/>
        </a:p>
      </dgm:t>
    </dgm:pt>
    <dgm:pt modelId="{692EA5B3-807A-4453-9FFA-19DDFF70FA1F}" type="sibTrans" cxnId="{591C34CE-0883-4D7A-A85E-1EE1E0E5E107}">
      <dgm:prSet/>
      <dgm:spPr/>
      <dgm:t>
        <a:bodyPr/>
        <a:lstStyle/>
        <a:p>
          <a:endParaRPr lang="en-US"/>
        </a:p>
      </dgm:t>
    </dgm:pt>
    <dgm:pt modelId="{818EE42C-0FB1-449C-8746-6A7BA806C932}">
      <dgm:prSet phldrT="[Text]"/>
      <dgm:spPr/>
      <dgm:t>
        <a:bodyPr/>
        <a:lstStyle/>
        <a:p>
          <a:r>
            <a:rPr lang="en-US" dirty="0"/>
            <a:t>Footnote to address potentially lengthy implementation as agreed on Tuesday</a:t>
          </a:r>
        </a:p>
      </dgm:t>
    </dgm:pt>
    <dgm:pt modelId="{BFB09D23-EE31-4A59-8CC8-5DCB20214B8E}" type="parTrans" cxnId="{C6332C7C-DC24-4F79-8E4D-E5040266DC0F}">
      <dgm:prSet/>
      <dgm:spPr/>
      <dgm:t>
        <a:bodyPr/>
        <a:lstStyle/>
        <a:p>
          <a:endParaRPr lang="en-US"/>
        </a:p>
      </dgm:t>
    </dgm:pt>
    <dgm:pt modelId="{05519099-5EED-4ACE-9FFB-C73E7155BA3E}" type="sibTrans" cxnId="{C6332C7C-DC24-4F79-8E4D-E5040266DC0F}">
      <dgm:prSet/>
      <dgm:spPr/>
      <dgm:t>
        <a:bodyPr/>
        <a:lstStyle/>
        <a:p>
          <a:endParaRPr lang="en-US"/>
        </a:p>
      </dgm:t>
    </dgm:pt>
    <dgm:pt modelId="{E05ED578-0CD4-456B-B1C7-F263127228EB}">
      <dgm:prSet phldrT="[Text]"/>
      <dgm:spPr/>
      <dgm:t>
        <a:bodyPr/>
        <a:lstStyle/>
        <a:p>
          <a:r>
            <a:rPr lang="en-US" dirty="0"/>
            <a:t>Changed the effective date by one day – January 1, 2022</a:t>
          </a:r>
        </a:p>
      </dgm:t>
    </dgm:pt>
    <dgm:pt modelId="{A27DA47D-5272-456F-83B3-55FED06BFDB1}" type="parTrans" cxnId="{DBB777E4-0EC9-4447-B6DF-E03EA0FAC358}">
      <dgm:prSet/>
      <dgm:spPr/>
      <dgm:t>
        <a:bodyPr/>
        <a:lstStyle/>
        <a:p>
          <a:endParaRPr lang="en-US"/>
        </a:p>
      </dgm:t>
    </dgm:pt>
    <dgm:pt modelId="{8F988083-0775-4BFF-8642-0D41B1FCB65E}" type="sibTrans" cxnId="{DBB777E4-0EC9-4447-B6DF-E03EA0FAC358}">
      <dgm:prSet/>
      <dgm:spPr/>
      <dgm:t>
        <a:bodyPr/>
        <a:lstStyle/>
        <a:p>
          <a:endParaRPr lang="en-US"/>
        </a:p>
      </dgm:t>
    </dgm:pt>
    <dgm:pt modelId="{B04C1C07-3A5E-4738-BDAD-9BD17269A788}" type="pres">
      <dgm:prSet presAssocID="{09D54E76-551D-4888-BE71-ECDB8A2705E0}" presName="linear" presStyleCnt="0">
        <dgm:presLayoutVars>
          <dgm:animLvl val="lvl"/>
          <dgm:resizeHandles val="exact"/>
        </dgm:presLayoutVars>
      </dgm:prSet>
      <dgm:spPr/>
    </dgm:pt>
    <dgm:pt modelId="{AE4E6C18-E6D6-4E33-A034-4111BF19BA14}" type="pres">
      <dgm:prSet presAssocID="{4D0462BF-8414-4027-B376-E72F7CEA7B2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C94761F-CF65-40C8-AD80-41D2AB3C4E9F}" type="pres">
      <dgm:prSet presAssocID="{4D0462BF-8414-4027-B376-E72F7CEA7B22}" presName="childText" presStyleLbl="revTx" presStyleIdx="0" presStyleCnt="3">
        <dgm:presLayoutVars>
          <dgm:bulletEnabled val="1"/>
        </dgm:presLayoutVars>
      </dgm:prSet>
      <dgm:spPr/>
    </dgm:pt>
    <dgm:pt modelId="{91893367-FA27-4EF1-B1DE-E5195C706DFE}" type="pres">
      <dgm:prSet presAssocID="{CC622441-B7CC-488A-917C-1197152F0B4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78BA3F2-0A06-4F91-A797-8CB06B245AA5}" type="pres">
      <dgm:prSet presAssocID="{CC622441-B7CC-488A-917C-1197152F0B4B}" presName="childText" presStyleLbl="revTx" presStyleIdx="1" presStyleCnt="3">
        <dgm:presLayoutVars>
          <dgm:bulletEnabled val="1"/>
        </dgm:presLayoutVars>
      </dgm:prSet>
      <dgm:spPr/>
    </dgm:pt>
    <dgm:pt modelId="{34F7BF6C-1D2E-4779-81DC-6737825EE20F}" type="pres">
      <dgm:prSet presAssocID="{ADA166DD-6B05-429E-A3D1-BA81F461FB7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361DC1F-00EE-4BAC-8467-20819742CAB2}" type="pres">
      <dgm:prSet presAssocID="{ADA166DD-6B05-429E-A3D1-BA81F461FB78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D8E8B50D-9EB1-4D6C-9AB9-CA0FB75644EE}" type="presOf" srcId="{ADA166DD-6B05-429E-A3D1-BA81F461FB78}" destId="{34F7BF6C-1D2E-4779-81DC-6737825EE20F}" srcOrd="0" destOrd="0" presId="urn:microsoft.com/office/officeart/2005/8/layout/vList2"/>
    <dgm:cxn modelId="{7A209817-2E2B-428D-93BE-DD39861CD476}" srcId="{ADA166DD-6B05-429E-A3D1-BA81F461FB78}" destId="{B1FC0F14-7082-4C69-906D-D576CB8DB5F3}" srcOrd="0" destOrd="0" parTransId="{4C4E9C28-B458-4FCF-9B1F-F5E8FA4418A6}" sibTransId="{64F94A7C-A57A-4FFA-BCF2-965D8220F368}"/>
    <dgm:cxn modelId="{35CBE629-AB3F-45B4-9DE3-43012002D884}" type="presOf" srcId="{E05ED578-0CD4-456B-B1C7-F263127228EB}" destId="{678BA3F2-0A06-4F91-A797-8CB06B245AA5}" srcOrd="0" destOrd="1" presId="urn:microsoft.com/office/officeart/2005/8/layout/vList2"/>
    <dgm:cxn modelId="{45C8ED2A-2263-4780-9804-15B62DAC8C3F}" type="presOf" srcId="{B1FC0F14-7082-4C69-906D-D576CB8DB5F3}" destId="{8361DC1F-00EE-4BAC-8467-20819742CAB2}" srcOrd="0" destOrd="0" presId="urn:microsoft.com/office/officeart/2005/8/layout/vList2"/>
    <dgm:cxn modelId="{3D2E7F33-7433-442B-A075-472FEF17BBBA}" type="presOf" srcId="{8C061876-A67C-45B3-AB93-7ACA5E9B11B3}" destId="{7C94761F-CF65-40C8-AD80-41D2AB3C4E9F}" srcOrd="0" destOrd="0" presId="urn:microsoft.com/office/officeart/2005/8/layout/vList2"/>
    <dgm:cxn modelId="{1A2AF336-E1D7-4E72-AE42-6CD57B727101}" srcId="{09D54E76-551D-4888-BE71-ECDB8A2705E0}" destId="{CC622441-B7CC-488A-917C-1197152F0B4B}" srcOrd="1" destOrd="0" parTransId="{2CCA279C-0B8C-46F2-86AE-09E7A56A2183}" sibTransId="{10053DAC-770A-4E34-82D3-64C4E9169373}"/>
    <dgm:cxn modelId="{2C830547-4352-443F-A8C9-F481D3B11B4A}" srcId="{09D54E76-551D-4888-BE71-ECDB8A2705E0}" destId="{4D0462BF-8414-4027-B376-E72F7CEA7B22}" srcOrd="0" destOrd="0" parTransId="{9A22A164-1C88-4FCE-82A4-A8076663F31F}" sibTransId="{0FD00A1F-485D-4D21-A0A7-4B01B54AA0BF}"/>
    <dgm:cxn modelId="{C517CC4F-E046-44F1-A911-F4DF5769A18E}" type="presOf" srcId="{4D0462BF-8414-4027-B376-E72F7CEA7B22}" destId="{AE4E6C18-E6D6-4E33-A034-4111BF19BA14}" srcOrd="0" destOrd="0" presId="urn:microsoft.com/office/officeart/2005/8/layout/vList2"/>
    <dgm:cxn modelId="{C6332C7C-DC24-4F79-8E4D-E5040266DC0F}" srcId="{CC622441-B7CC-488A-917C-1197152F0B4B}" destId="{818EE42C-0FB1-449C-8746-6A7BA806C932}" srcOrd="0" destOrd="0" parTransId="{BFB09D23-EE31-4A59-8CC8-5DCB20214B8E}" sibTransId="{05519099-5EED-4ACE-9FFB-C73E7155BA3E}"/>
    <dgm:cxn modelId="{781E1281-254C-4A11-9504-0904C69A2405}" type="presOf" srcId="{CC622441-B7CC-488A-917C-1197152F0B4B}" destId="{91893367-FA27-4EF1-B1DE-E5195C706DFE}" srcOrd="0" destOrd="0" presId="urn:microsoft.com/office/officeart/2005/8/layout/vList2"/>
    <dgm:cxn modelId="{1BD89EAB-69DC-442B-89B5-00BFE3C9584B}" type="presOf" srcId="{09D54E76-551D-4888-BE71-ECDB8A2705E0}" destId="{B04C1C07-3A5E-4738-BDAD-9BD17269A788}" srcOrd="0" destOrd="0" presId="urn:microsoft.com/office/officeart/2005/8/layout/vList2"/>
    <dgm:cxn modelId="{24ACA9B6-FB77-4644-9640-7A1AD459293B}" type="presOf" srcId="{818EE42C-0FB1-449C-8746-6A7BA806C932}" destId="{678BA3F2-0A06-4F91-A797-8CB06B245AA5}" srcOrd="0" destOrd="0" presId="urn:microsoft.com/office/officeart/2005/8/layout/vList2"/>
    <dgm:cxn modelId="{5D9E71BE-6CF4-4B5D-B9D4-1DC01F20EC6C}" srcId="{09D54E76-551D-4888-BE71-ECDB8A2705E0}" destId="{ADA166DD-6B05-429E-A3D1-BA81F461FB78}" srcOrd="2" destOrd="0" parTransId="{6AF49BC7-74D3-4E26-98FE-32CA1EE0D310}" sibTransId="{ED7E7AC5-C26D-4E39-9D1A-B33CF411E51B}"/>
    <dgm:cxn modelId="{591C34CE-0883-4D7A-A85E-1EE1E0E5E107}" srcId="{4D0462BF-8414-4027-B376-E72F7CEA7B22}" destId="{8C061876-A67C-45B3-AB93-7ACA5E9B11B3}" srcOrd="0" destOrd="0" parTransId="{20FBC373-71CB-447D-B5B2-9A2371ACFAEE}" sibTransId="{692EA5B3-807A-4453-9FFA-19DDFF70FA1F}"/>
    <dgm:cxn modelId="{DBB777E4-0EC9-4447-B6DF-E03EA0FAC358}" srcId="{CC622441-B7CC-488A-917C-1197152F0B4B}" destId="{E05ED578-0CD4-456B-B1C7-F263127228EB}" srcOrd="1" destOrd="0" parTransId="{A27DA47D-5272-456F-83B3-55FED06BFDB1}" sibTransId="{8F988083-0775-4BFF-8642-0D41B1FCB65E}"/>
    <dgm:cxn modelId="{778722AD-BFE0-47DB-BD5F-FA23567E0ADE}" type="presParOf" srcId="{B04C1C07-3A5E-4738-BDAD-9BD17269A788}" destId="{AE4E6C18-E6D6-4E33-A034-4111BF19BA14}" srcOrd="0" destOrd="0" presId="urn:microsoft.com/office/officeart/2005/8/layout/vList2"/>
    <dgm:cxn modelId="{D2F9565D-580B-45A6-A929-FC814514480E}" type="presParOf" srcId="{B04C1C07-3A5E-4738-BDAD-9BD17269A788}" destId="{7C94761F-CF65-40C8-AD80-41D2AB3C4E9F}" srcOrd="1" destOrd="0" presId="urn:microsoft.com/office/officeart/2005/8/layout/vList2"/>
    <dgm:cxn modelId="{E724758B-855E-45C5-B7E4-D924EA7C88F5}" type="presParOf" srcId="{B04C1C07-3A5E-4738-BDAD-9BD17269A788}" destId="{91893367-FA27-4EF1-B1DE-E5195C706DFE}" srcOrd="2" destOrd="0" presId="urn:microsoft.com/office/officeart/2005/8/layout/vList2"/>
    <dgm:cxn modelId="{D4C24538-5D86-45D2-803A-FFFF868D6294}" type="presParOf" srcId="{B04C1C07-3A5E-4738-BDAD-9BD17269A788}" destId="{678BA3F2-0A06-4F91-A797-8CB06B245AA5}" srcOrd="3" destOrd="0" presId="urn:microsoft.com/office/officeart/2005/8/layout/vList2"/>
    <dgm:cxn modelId="{074570EF-B600-497E-B79F-FAA39292965E}" type="presParOf" srcId="{B04C1C07-3A5E-4738-BDAD-9BD17269A788}" destId="{34F7BF6C-1D2E-4779-81DC-6737825EE20F}" srcOrd="4" destOrd="0" presId="urn:microsoft.com/office/officeart/2005/8/layout/vList2"/>
    <dgm:cxn modelId="{B2BB4A90-15A3-457B-86E5-802FFCA5E10F}" type="presParOf" srcId="{B04C1C07-3A5E-4738-BDAD-9BD17269A788}" destId="{8361DC1F-00EE-4BAC-8467-20819742CAB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D54E76-551D-4888-BE71-ECDB8A2705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0462BF-8414-4027-B376-E72F7CEA7B22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Conduct of an AUP Engagement (Para. 14-16)</a:t>
          </a:r>
        </a:p>
      </dgm:t>
    </dgm:pt>
    <dgm:pt modelId="{9A22A164-1C88-4FCE-82A4-A8076663F31F}" type="parTrans" cxnId="{2C830547-4352-443F-A8C9-F481D3B11B4A}">
      <dgm:prSet/>
      <dgm:spPr/>
      <dgm:t>
        <a:bodyPr/>
        <a:lstStyle/>
        <a:p>
          <a:endParaRPr lang="en-US"/>
        </a:p>
      </dgm:t>
    </dgm:pt>
    <dgm:pt modelId="{0FD00A1F-485D-4D21-A0A7-4B01B54AA0BF}" type="sibTrans" cxnId="{2C830547-4352-443F-A8C9-F481D3B11B4A}">
      <dgm:prSet/>
      <dgm:spPr/>
      <dgm:t>
        <a:bodyPr/>
        <a:lstStyle/>
        <a:p>
          <a:endParaRPr lang="en-US"/>
        </a:p>
      </dgm:t>
    </dgm:pt>
    <dgm:pt modelId="{CC622441-B7CC-488A-917C-1197152F0B4B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Relevant Ethical Requirements (Para. 17, A12-A13G)</a:t>
          </a:r>
        </a:p>
      </dgm:t>
    </dgm:pt>
    <dgm:pt modelId="{2CCA279C-0B8C-46F2-86AE-09E7A56A2183}" type="parTrans" cxnId="{1A2AF336-E1D7-4E72-AE42-6CD57B727101}">
      <dgm:prSet/>
      <dgm:spPr/>
      <dgm:t>
        <a:bodyPr/>
        <a:lstStyle/>
        <a:p>
          <a:endParaRPr lang="en-US"/>
        </a:p>
      </dgm:t>
    </dgm:pt>
    <dgm:pt modelId="{10053DAC-770A-4E34-82D3-64C4E9169373}" type="sibTrans" cxnId="{1A2AF336-E1D7-4E72-AE42-6CD57B727101}">
      <dgm:prSet/>
      <dgm:spPr/>
      <dgm:t>
        <a:bodyPr/>
        <a:lstStyle/>
        <a:p>
          <a:endParaRPr lang="en-US"/>
        </a:p>
      </dgm:t>
    </dgm:pt>
    <dgm:pt modelId="{ADA166DD-6B05-429E-A3D1-BA81F461FB78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Professional Judgment (Para. 18, A14A-A16A)</a:t>
          </a:r>
        </a:p>
      </dgm:t>
    </dgm:pt>
    <dgm:pt modelId="{6AF49BC7-74D3-4E26-98FE-32CA1EE0D310}" type="parTrans" cxnId="{5D9E71BE-6CF4-4B5D-B9D4-1DC01F20EC6C}">
      <dgm:prSet/>
      <dgm:spPr/>
      <dgm:t>
        <a:bodyPr/>
        <a:lstStyle/>
        <a:p>
          <a:endParaRPr lang="en-US"/>
        </a:p>
      </dgm:t>
    </dgm:pt>
    <dgm:pt modelId="{ED7E7AC5-C26D-4E39-9D1A-B33CF411E51B}" type="sibTrans" cxnId="{5D9E71BE-6CF4-4B5D-B9D4-1DC01F20EC6C}">
      <dgm:prSet/>
      <dgm:spPr/>
      <dgm:t>
        <a:bodyPr/>
        <a:lstStyle/>
        <a:p>
          <a:endParaRPr lang="en-US"/>
        </a:p>
      </dgm:t>
    </dgm:pt>
    <dgm:pt modelId="{B1FC0F14-7082-4C69-906D-D576CB8DB5F3}">
      <dgm:prSet phldrT="[Text]"/>
      <dgm:spPr/>
      <dgm:t>
        <a:bodyPr/>
        <a:lstStyle/>
        <a:p>
          <a:r>
            <a:rPr lang="en-US" dirty="0"/>
            <a:t>Editorial changes to A14 and A16</a:t>
          </a:r>
        </a:p>
      </dgm:t>
    </dgm:pt>
    <dgm:pt modelId="{4C4E9C28-B458-4FCF-9B1F-F5E8FA4418A6}" type="parTrans" cxnId="{7A209817-2E2B-428D-93BE-DD39861CD476}">
      <dgm:prSet/>
      <dgm:spPr/>
      <dgm:t>
        <a:bodyPr/>
        <a:lstStyle/>
        <a:p>
          <a:endParaRPr lang="en-US"/>
        </a:p>
      </dgm:t>
    </dgm:pt>
    <dgm:pt modelId="{64F94A7C-A57A-4FFA-BCF2-965D8220F368}" type="sibTrans" cxnId="{7A209817-2E2B-428D-93BE-DD39861CD476}">
      <dgm:prSet/>
      <dgm:spPr/>
      <dgm:t>
        <a:bodyPr/>
        <a:lstStyle/>
        <a:p>
          <a:endParaRPr lang="en-US"/>
        </a:p>
      </dgm:t>
    </dgm:pt>
    <dgm:pt modelId="{8C061876-A67C-45B3-AB93-7ACA5E9B11B3}">
      <dgm:prSet phldrT="[Text]"/>
      <dgm:spPr/>
      <dgm:t>
        <a:bodyPr/>
        <a:lstStyle/>
        <a:p>
          <a:r>
            <a:rPr lang="en-US" dirty="0"/>
            <a:t>No changes</a:t>
          </a:r>
        </a:p>
      </dgm:t>
    </dgm:pt>
    <dgm:pt modelId="{20FBC373-71CB-447D-B5B2-9A2371ACFAEE}" type="parTrans" cxnId="{591C34CE-0883-4D7A-A85E-1EE1E0E5E107}">
      <dgm:prSet/>
      <dgm:spPr/>
      <dgm:t>
        <a:bodyPr/>
        <a:lstStyle/>
        <a:p>
          <a:endParaRPr lang="en-US"/>
        </a:p>
      </dgm:t>
    </dgm:pt>
    <dgm:pt modelId="{692EA5B3-807A-4453-9FFA-19DDFF70FA1F}" type="sibTrans" cxnId="{591C34CE-0883-4D7A-A85E-1EE1E0E5E107}">
      <dgm:prSet/>
      <dgm:spPr/>
      <dgm:t>
        <a:bodyPr/>
        <a:lstStyle/>
        <a:p>
          <a:endParaRPr lang="en-US"/>
        </a:p>
      </dgm:t>
    </dgm:pt>
    <dgm:pt modelId="{818EE42C-0FB1-449C-8746-6A7BA806C932}">
      <dgm:prSet phldrT="[Text]"/>
      <dgm:spPr/>
      <dgm:t>
        <a:bodyPr/>
        <a:lstStyle/>
        <a:p>
          <a:r>
            <a:rPr lang="en-US" dirty="0"/>
            <a:t>Added a footnote to explain that NOCLAR includes fraud (as per IESBA Code 360.5A2)</a:t>
          </a:r>
        </a:p>
      </dgm:t>
    </dgm:pt>
    <dgm:pt modelId="{BFB09D23-EE31-4A59-8CC8-5DCB20214B8E}" type="parTrans" cxnId="{C6332C7C-DC24-4F79-8E4D-E5040266DC0F}">
      <dgm:prSet/>
      <dgm:spPr/>
      <dgm:t>
        <a:bodyPr/>
        <a:lstStyle/>
        <a:p>
          <a:endParaRPr lang="en-US"/>
        </a:p>
      </dgm:t>
    </dgm:pt>
    <dgm:pt modelId="{05519099-5EED-4ACE-9FFB-C73E7155BA3E}" type="sibTrans" cxnId="{C6332C7C-DC24-4F79-8E4D-E5040266DC0F}">
      <dgm:prSet/>
      <dgm:spPr/>
      <dgm:t>
        <a:bodyPr/>
        <a:lstStyle/>
        <a:p>
          <a:endParaRPr lang="en-US"/>
        </a:p>
      </dgm:t>
    </dgm:pt>
    <dgm:pt modelId="{B04C1C07-3A5E-4738-BDAD-9BD17269A788}" type="pres">
      <dgm:prSet presAssocID="{09D54E76-551D-4888-BE71-ECDB8A2705E0}" presName="linear" presStyleCnt="0">
        <dgm:presLayoutVars>
          <dgm:animLvl val="lvl"/>
          <dgm:resizeHandles val="exact"/>
        </dgm:presLayoutVars>
      </dgm:prSet>
      <dgm:spPr/>
    </dgm:pt>
    <dgm:pt modelId="{AE4E6C18-E6D6-4E33-A034-4111BF19BA14}" type="pres">
      <dgm:prSet presAssocID="{4D0462BF-8414-4027-B376-E72F7CEA7B2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C94761F-CF65-40C8-AD80-41D2AB3C4E9F}" type="pres">
      <dgm:prSet presAssocID="{4D0462BF-8414-4027-B376-E72F7CEA7B22}" presName="childText" presStyleLbl="revTx" presStyleIdx="0" presStyleCnt="3">
        <dgm:presLayoutVars>
          <dgm:bulletEnabled val="1"/>
        </dgm:presLayoutVars>
      </dgm:prSet>
      <dgm:spPr/>
    </dgm:pt>
    <dgm:pt modelId="{91893367-FA27-4EF1-B1DE-E5195C706DFE}" type="pres">
      <dgm:prSet presAssocID="{CC622441-B7CC-488A-917C-1197152F0B4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78BA3F2-0A06-4F91-A797-8CB06B245AA5}" type="pres">
      <dgm:prSet presAssocID="{CC622441-B7CC-488A-917C-1197152F0B4B}" presName="childText" presStyleLbl="revTx" presStyleIdx="1" presStyleCnt="3">
        <dgm:presLayoutVars>
          <dgm:bulletEnabled val="1"/>
        </dgm:presLayoutVars>
      </dgm:prSet>
      <dgm:spPr/>
    </dgm:pt>
    <dgm:pt modelId="{34F7BF6C-1D2E-4779-81DC-6737825EE20F}" type="pres">
      <dgm:prSet presAssocID="{ADA166DD-6B05-429E-A3D1-BA81F461FB7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361DC1F-00EE-4BAC-8467-20819742CAB2}" type="pres">
      <dgm:prSet presAssocID="{ADA166DD-6B05-429E-A3D1-BA81F461FB78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D8E8B50D-9EB1-4D6C-9AB9-CA0FB75644EE}" type="presOf" srcId="{ADA166DD-6B05-429E-A3D1-BA81F461FB78}" destId="{34F7BF6C-1D2E-4779-81DC-6737825EE20F}" srcOrd="0" destOrd="0" presId="urn:microsoft.com/office/officeart/2005/8/layout/vList2"/>
    <dgm:cxn modelId="{7A209817-2E2B-428D-93BE-DD39861CD476}" srcId="{ADA166DD-6B05-429E-A3D1-BA81F461FB78}" destId="{B1FC0F14-7082-4C69-906D-D576CB8DB5F3}" srcOrd="0" destOrd="0" parTransId="{4C4E9C28-B458-4FCF-9B1F-F5E8FA4418A6}" sibTransId="{64F94A7C-A57A-4FFA-BCF2-965D8220F368}"/>
    <dgm:cxn modelId="{45C8ED2A-2263-4780-9804-15B62DAC8C3F}" type="presOf" srcId="{B1FC0F14-7082-4C69-906D-D576CB8DB5F3}" destId="{8361DC1F-00EE-4BAC-8467-20819742CAB2}" srcOrd="0" destOrd="0" presId="urn:microsoft.com/office/officeart/2005/8/layout/vList2"/>
    <dgm:cxn modelId="{3D2E7F33-7433-442B-A075-472FEF17BBBA}" type="presOf" srcId="{8C061876-A67C-45B3-AB93-7ACA5E9B11B3}" destId="{7C94761F-CF65-40C8-AD80-41D2AB3C4E9F}" srcOrd="0" destOrd="0" presId="urn:microsoft.com/office/officeart/2005/8/layout/vList2"/>
    <dgm:cxn modelId="{1A2AF336-E1D7-4E72-AE42-6CD57B727101}" srcId="{09D54E76-551D-4888-BE71-ECDB8A2705E0}" destId="{CC622441-B7CC-488A-917C-1197152F0B4B}" srcOrd="1" destOrd="0" parTransId="{2CCA279C-0B8C-46F2-86AE-09E7A56A2183}" sibTransId="{10053DAC-770A-4E34-82D3-64C4E9169373}"/>
    <dgm:cxn modelId="{2C830547-4352-443F-A8C9-F481D3B11B4A}" srcId="{09D54E76-551D-4888-BE71-ECDB8A2705E0}" destId="{4D0462BF-8414-4027-B376-E72F7CEA7B22}" srcOrd="0" destOrd="0" parTransId="{9A22A164-1C88-4FCE-82A4-A8076663F31F}" sibTransId="{0FD00A1F-485D-4D21-A0A7-4B01B54AA0BF}"/>
    <dgm:cxn modelId="{C517CC4F-E046-44F1-A911-F4DF5769A18E}" type="presOf" srcId="{4D0462BF-8414-4027-B376-E72F7CEA7B22}" destId="{AE4E6C18-E6D6-4E33-A034-4111BF19BA14}" srcOrd="0" destOrd="0" presId="urn:microsoft.com/office/officeart/2005/8/layout/vList2"/>
    <dgm:cxn modelId="{C6332C7C-DC24-4F79-8E4D-E5040266DC0F}" srcId="{CC622441-B7CC-488A-917C-1197152F0B4B}" destId="{818EE42C-0FB1-449C-8746-6A7BA806C932}" srcOrd="0" destOrd="0" parTransId="{BFB09D23-EE31-4A59-8CC8-5DCB20214B8E}" sibTransId="{05519099-5EED-4ACE-9FFB-C73E7155BA3E}"/>
    <dgm:cxn modelId="{781E1281-254C-4A11-9504-0904C69A2405}" type="presOf" srcId="{CC622441-B7CC-488A-917C-1197152F0B4B}" destId="{91893367-FA27-4EF1-B1DE-E5195C706DFE}" srcOrd="0" destOrd="0" presId="urn:microsoft.com/office/officeart/2005/8/layout/vList2"/>
    <dgm:cxn modelId="{1BD89EAB-69DC-442B-89B5-00BFE3C9584B}" type="presOf" srcId="{09D54E76-551D-4888-BE71-ECDB8A2705E0}" destId="{B04C1C07-3A5E-4738-BDAD-9BD17269A788}" srcOrd="0" destOrd="0" presId="urn:microsoft.com/office/officeart/2005/8/layout/vList2"/>
    <dgm:cxn modelId="{24ACA9B6-FB77-4644-9640-7A1AD459293B}" type="presOf" srcId="{818EE42C-0FB1-449C-8746-6A7BA806C932}" destId="{678BA3F2-0A06-4F91-A797-8CB06B245AA5}" srcOrd="0" destOrd="0" presId="urn:microsoft.com/office/officeart/2005/8/layout/vList2"/>
    <dgm:cxn modelId="{5D9E71BE-6CF4-4B5D-B9D4-1DC01F20EC6C}" srcId="{09D54E76-551D-4888-BE71-ECDB8A2705E0}" destId="{ADA166DD-6B05-429E-A3D1-BA81F461FB78}" srcOrd="2" destOrd="0" parTransId="{6AF49BC7-74D3-4E26-98FE-32CA1EE0D310}" sibTransId="{ED7E7AC5-C26D-4E39-9D1A-B33CF411E51B}"/>
    <dgm:cxn modelId="{591C34CE-0883-4D7A-A85E-1EE1E0E5E107}" srcId="{4D0462BF-8414-4027-B376-E72F7CEA7B22}" destId="{8C061876-A67C-45B3-AB93-7ACA5E9B11B3}" srcOrd="0" destOrd="0" parTransId="{20FBC373-71CB-447D-B5B2-9A2371ACFAEE}" sibTransId="{692EA5B3-807A-4453-9FFA-19DDFF70FA1F}"/>
    <dgm:cxn modelId="{778722AD-BFE0-47DB-BD5F-FA23567E0ADE}" type="presParOf" srcId="{B04C1C07-3A5E-4738-BDAD-9BD17269A788}" destId="{AE4E6C18-E6D6-4E33-A034-4111BF19BA14}" srcOrd="0" destOrd="0" presId="urn:microsoft.com/office/officeart/2005/8/layout/vList2"/>
    <dgm:cxn modelId="{D2F9565D-580B-45A6-A929-FC814514480E}" type="presParOf" srcId="{B04C1C07-3A5E-4738-BDAD-9BD17269A788}" destId="{7C94761F-CF65-40C8-AD80-41D2AB3C4E9F}" srcOrd="1" destOrd="0" presId="urn:microsoft.com/office/officeart/2005/8/layout/vList2"/>
    <dgm:cxn modelId="{E724758B-855E-45C5-B7E4-D924EA7C88F5}" type="presParOf" srcId="{B04C1C07-3A5E-4738-BDAD-9BD17269A788}" destId="{91893367-FA27-4EF1-B1DE-E5195C706DFE}" srcOrd="2" destOrd="0" presId="urn:microsoft.com/office/officeart/2005/8/layout/vList2"/>
    <dgm:cxn modelId="{D4C24538-5D86-45D2-803A-FFFF868D6294}" type="presParOf" srcId="{B04C1C07-3A5E-4738-BDAD-9BD17269A788}" destId="{678BA3F2-0A06-4F91-A797-8CB06B245AA5}" srcOrd="3" destOrd="0" presId="urn:microsoft.com/office/officeart/2005/8/layout/vList2"/>
    <dgm:cxn modelId="{074570EF-B600-497E-B79F-FAA39292965E}" type="presParOf" srcId="{B04C1C07-3A5E-4738-BDAD-9BD17269A788}" destId="{34F7BF6C-1D2E-4779-81DC-6737825EE20F}" srcOrd="4" destOrd="0" presId="urn:microsoft.com/office/officeart/2005/8/layout/vList2"/>
    <dgm:cxn modelId="{B2BB4A90-15A3-457B-86E5-802FFCA5E10F}" type="presParOf" srcId="{B04C1C07-3A5E-4738-BDAD-9BD17269A788}" destId="{8361DC1F-00EE-4BAC-8467-20819742CAB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9D54E76-551D-4888-BE71-ECDB8A2705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0462BF-8414-4027-B376-E72F7CEA7B22}">
      <dgm:prSet phldrT="[Text]" custT="1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sz="2200" dirty="0"/>
            <a:t>Engagement Level Quality Control (Para. 19-19A, A17-A19aa)</a:t>
          </a:r>
        </a:p>
      </dgm:t>
    </dgm:pt>
    <dgm:pt modelId="{9A22A164-1C88-4FCE-82A4-A8076663F31F}" type="parTrans" cxnId="{2C830547-4352-443F-A8C9-F481D3B11B4A}">
      <dgm:prSet/>
      <dgm:spPr/>
      <dgm:t>
        <a:bodyPr/>
        <a:lstStyle/>
        <a:p>
          <a:endParaRPr lang="en-US"/>
        </a:p>
      </dgm:t>
    </dgm:pt>
    <dgm:pt modelId="{0FD00A1F-485D-4D21-A0A7-4B01B54AA0BF}" type="sibTrans" cxnId="{2C830547-4352-443F-A8C9-F481D3B11B4A}">
      <dgm:prSet/>
      <dgm:spPr/>
      <dgm:t>
        <a:bodyPr/>
        <a:lstStyle/>
        <a:p>
          <a:endParaRPr lang="en-US"/>
        </a:p>
      </dgm:t>
    </dgm:pt>
    <dgm:pt modelId="{CC622441-B7CC-488A-917C-1197152F0B4B}">
      <dgm:prSet phldrT="[Text]" custT="1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sz="2200" dirty="0"/>
            <a:t>Engagement Acceptance and Continuance (Para. 20-21B, A19A-A25B)</a:t>
          </a:r>
        </a:p>
      </dgm:t>
    </dgm:pt>
    <dgm:pt modelId="{2CCA279C-0B8C-46F2-86AE-09E7A56A2183}" type="parTrans" cxnId="{1A2AF336-E1D7-4E72-AE42-6CD57B727101}">
      <dgm:prSet/>
      <dgm:spPr/>
      <dgm:t>
        <a:bodyPr/>
        <a:lstStyle/>
        <a:p>
          <a:endParaRPr lang="en-US"/>
        </a:p>
      </dgm:t>
    </dgm:pt>
    <dgm:pt modelId="{10053DAC-770A-4E34-82D3-64C4E9169373}" type="sibTrans" cxnId="{1A2AF336-E1D7-4E72-AE42-6CD57B727101}">
      <dgm:prSet/>
      <dgm:spPr/>
      <dgm:t>
        <a:bodyPr/>
        <a:lstStyle/>
        <a:p>
          <a:endParaRPr lang="en-US"/>
        </a:p>
      </dgm:t>
    </dgm:pt>
    <dgm:pt modelId="{8C061876-A67C-45B3-AB93-7ACA5E9B11B3}">
      <dgm:prSet phldrT="[Text]" custT="1"/>
      <dgm:spPr/>
      <dgm:t>
        <a:bodyPr/>
        <a:lstStyle/>
        <a:p>
          <a:r>
            <a:rPr lang="en-US" sz="1900" dirty="0"/>
            <a:t>Repositioned 21A to 19A (and A36 to A19aa)  to be consistent with the positioning in ISAE 3000 (Revised)</a:t>
          </a:r>
        </a:p>
      </dgm:t>
    </dgm:pt>
    <dgm:pt modelId="{20FBC373-71CB-447D-B5B2-9A2371ACFAEE}" type="parTrans" cxnId="{591C34CE-0883-4D7A-A85E-1EE1E0E5E107}">
      <dgm:prSet/>
      <dgm:spPr/>
      <dgm:t>
        <a:bodyPr/>
        <a:lstStyle/>
        <a:p>
          <a:endParaRPr lang="en-US"/>
        </a:p>
      </dgm:t>
    </dgm:pt>
    <dgm:pt modelId="{692EA5B3-807A-4453-9FFA-19DDFF70FA1F}" type="sibTrans" cxnId="{591C34CE-0883-4D7A-A85E-1EE1E0E5E107}">
      <dgm:prSet/>
      <dgm:spPr/>
      <dgm:t>
        <a:bodyPr/>
        <a:lstStyle/>
        <a:p>
          <a:endParaRPr lang="en-US"/>
        </a:p>
      </dgm:t>
    </dgm:pt>
    <dgm:pt modelId="{818EE42C-0FB1-449C-8746-6A7BA806C932}">
      <dgm:prSet phldrT="[Text]" custT="1"/>
      <dgm:spPr/>
      <dgm:t>
        <a:bodyPr/>
        <a:lstStyle/>
        <a:p>
          <a:r>
            <a:rPr lang="en-US" sz="1900" dirty="0"/>
            <a:t>Changes to A25A and A25B as per wording in handout presented on Tuesday</a:t>
          </a:r>
        </a:p>
      </dgm:t>
    </dgm:pt>
    <dgm:pt modelId="{BFB09D23-EE31-4A59-8CC8-5DCB20214B8E}" type="parTrans" cxnId="{C6332C7C-DC24-4F79-8E4D-E5040266DC0F}">
      <dgm:prSet/>
      <dgm:spPr/>
      <dgm:t>
        <a:bodyPr/>
        <a:lstStyle/>
        <a:p>
          <a:endParaRPr lang="en-US"/>
        </a:p>
      </dgm:t>
    </dgm:pt>
    <dgm:pt modelId="{05519099-5EED-4ACE-9FFB-C73E7155BA3E}" type="sibTrans" cxnId="{C6332C7C-DC24-4F79-8E4D-E5040266DC0F}">
      <dgm:prSet/>
      <dgm:spPr/>
      <dgm:t>
        <a:bodyPr/>
        <a:lstStyle/>
        <a:p>
          <a:endParaRPr lang="en-US"/>
        </a:p>
      </dgm:t>
    </dgm:pt>
    <dgm:pt modelId="{C5C00883-225F-42B4-9138-2A2C6924834D}">
      <dgm:prSet phldrT="[Text]" custT="1"/>
      <dgm:spPr/>
      <dgm:t>
        <a:bodyPr/>
        <a:lstStyle/>
        <a:p>
          <a:r>
            <a:rPr lang="en-US" sz="1900" dirty="0"/>
            <a:t>Editorial changes to A22</a:t>
          </a:r>
        </a:p>
      </dgm:t>
    </dgm:pt>
    <dgm:pt modelId="{6FAD66B8-1834-4B75-AC05-91C8F3715C78}" type="parTrans" cxnId="{010A04BF-B2FD-40B9-BBEF-A50446756BAD}">
      <dgm:prSet/>
      <dgm:spPr/>
      <dgm:t>
        <a:bodyPr/>
        <a:lstStyle/>
        <a:p>
          <a:endParaRPr lang="en-US"/>
        </a:p>
      </dgm:t>
    </dgm:pt>
    <dgm:pt modelId="{0C516EA9-C349-4C6F-8747-06F58C280E9D}" type="sibTrans" cxnId="{010A04BF-B2FD-40B9-BBEF-A50446756BAD}">
      <dgm:prSet/>
      <dgm:spPr/>
      <dgm:t>
        <a:bodyPr/>
        <a:lstStyle/>
        <a:p>
          <a:endParaRPr lang="en-US"/>
        </a:p>
      </dgm:t>
    </dgm:pt>
    <dgm:pt modelId="{B04C1C07-3A5E-4738-BDAD-9BD17269A788}" type="pres">
      <dgm:prSet presAssocID="{09D54E76-551D-4888-BE71-ECDB8A2705E0}" presName="linear" presStyleCnt="0">
        <dgm:presLayoutVars>
          <dgm:animLvl val="lvl"/>
          <dgm:resizeHandles val="exact"/>
        </dgm:presLayoutVars>
      </dgm:prSet>
      <dgm:spPr/>
    </dgm:pt>
    <dgm:pt modelId="{AE4E6C18-E6D6-4E33-A034-4111BF19BA14}" type="pres">
      <dgm:prSet presAssocID="{4D0462BF-8414-4027-B376-E72F7CEA7B2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C94761F-CF65-40C8-AD80-41D2AB3C4E9F}" type="pres">
      <dgm:prSet presAssocID="{4D0462BF-8414-4027-B376-E72F7CEA7B22}" presName="childText" presStyleLbl="revTx" presStyleIdx="0" presStyleCnt="2">
        <dgm:presLayoutVars>
          <dgm:bulletEnabled val="1"/>
        </dgm:presLayoutVars>
      </dgm:prSet>
      <dgm:spPr/>
    </dgm:pt>
    <dgm:pt modelId="{91893367-FA27-4EF1-B1DE-E5195C706DFE}" type="pres">
      <dgm:prSet presAssocID="{CC622441-B7CC-488A-917C-1197152F0B4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78BA3F2-0A06-4F91-A797-8CB06B245AA5}" type="pres">
      <dgm:prSet presAssocID="{CC622441-B7CC-488A-917C-1197152F0B4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293B518-12F3-4BA7-B676-90CBA8EAC1D8}" type="presOf" srcId="{C5C00883-225F-42B4-9138-2A2C6924834D}" destId="{678BA3F2-0A06-4F91-A797-8CB06B245AA5}" srcOrd="0" destOrd="1" presId="urn:microsoft.com/office/officeart/2005/8/layout/vList2"/>
    <dgm:cxn modelId="{3D2E7F33-7433-442B-A075-472FEF17BBBA}" type="presOf" srcId="{8C061876-A67C-45B3-AB93-7ACA5E9B11B3}" destId="{7C94761F-CF65-40C8-AD80-41D2AB3C4E9F}" srcOrd="0" destOrd="0" presId="urn:microsoft.com/office/officeart/2005/8/layout/vList2"/>
    <dgm:cxn modelId="{1A2AF336-E1D7-4E72-AE42-6CD57B727101}" srcId="{09D54E76-551D-4888-BE71-ECDB8A2705E0}" destId="{CC622441-B7CC-488A-917C-1197152F0B4B}" srcOrd="1" destOrd="0" parTransId="{2CCA279C-0B8C-46F2-86AE-09E7A56A2183}" sibTransId="{10053DAC-770A-4E34-82D3-64C4E9169373}"/>
    <dgm:cxn modelId="{2C830547-4352-443F-A8C9-F481D3B11B4A}" srcId="{09D54E76-551D-4888-BE71-ECDB8A2705E0}" destId="{4D0462BF-8414-4027-B376-E72F7CEA7B22}" srcOrd="0" destOrd="0" parTransId="{9A22A164-1C88-4FCE-82A4-A8076663F31F}" sibTransId="{0FD00A1F-485D-4D21-A0A7-4B01B54AA0BF}"/>
    <dgm:cxn modelId="{C517CC4F-E046-44F1-A911-F4DF5769A18E}" type="presOf" srcId="{4D0462BF-8414-4027-B376-E72F7CEA7B22}" destId="{AE4E6C18-E6D6-4E33-A034-4111BF19BA14}" srcOrd="0" destOrd="0" presId="urn:microsoft.com/office/officeart/2005/8/layout/vList2"/>
    <dgm:cxn modelId="{C6332C7C-DC24-4F79-8E4D-E5040266DC0F}" srcId="{CC622441-B7CC-488A-917C-1197152F0B4B}" destId="{818EE42C-0FB1-449C-8746-6A7BA806C932}" srcOrd="0" destOrd="0" parTransId="{BFB09D23-EE31-4A59-8CC8-5DCB20214B8E}" sibTransId="{05519099-5EED-4ACE-9FFB-C73E7155BA3E}"/>
    <dgm:cxn modelId="{781E1281-254C-4A11-9504-0904C69A2405}" type="presOf" srcId="{CC622441-B7CC-488A-917C-1197152F0B4B}" destId="{91893367-FA27-4EF1-B1DE-E5195C706DFE}" srcOrd="0" destOrd="0" presId="urn:microsoft.com/office/officeart/2005/8/layout/vList2"/>
    <dgm:cxn modelId="{1BD89EAB-69DC-442B-89B5-00BFE3C9584B}" type="presOf" srcId="{09D54E76-551D-4888-BE71-ECDB8A2705E0}" destId="{B04C1C07-3A5E-4738-BDAD-9BD17269A788}" srcOrd="0" destOrd="0" presId="urn:microsoft.com/office/officeart/2005/8/layout/vList2"/>
    <dgm:cxn modelId="{24ACA9B6-FB77-4644-9640-7A1AD459293B}" type="presOf" srcId="{818EE42C-0FB1-449C-8746-6A7BA806C932}" destId="{678BA3F2-0A06-4F91-A797-8CB06B245AA5}" srcOrd="0" destOrd="0" presId="urn:microsoft.com/office/officeart/2005/8/layout/vList2"/>
    <dgm:cxn modelId="{010A04BF-B2FD-40B9-BBEF-A50446756BAD}" srcId="{CC622441-B7CC-488A-917C-1197152F0B4B}" destId="{C5C00883-225F-42B4-9138-2A2C6924834D}" srcOrd="1" destOrd="0" parTransId="{6FAD66B8-1834-4B75-AC05-91C8F3715C78}" sibTransId="{0C516EA9-C349-4C6F-8747-06F58C280E9D}"/>
    <dgm:cxn modelId="{591C34CE-0883-4D7A-A85E-1EE1E0E5E107}" srcId="{4D0462BF-8414-4027-B376-E72F7CEA7B22}" destId="{8C061876-A67C-45B3-AB93-7ACA5E9B11B3}" srcOrd="0" destOrd="0" parTransId="{20FBC373-71CB-447D-B5B2-9A2371ACFAEE}" sibTransId="{692EA5B3-807A-4453-9FFA-19DDFF70FA1F}"/>
    <dgm:cxn modelId="{778722AD-BFE0-47DB-BD5F-FA23567E0ADE}" type="presParOf" srcId="{B04C1C07-3A5E-4738-BDAD-9BD17269A788}" destId="{AE4E6C18-E6D6-4E33-A034-4111BF19BA14}" srcOrd="0" destOrd="0" presId="urn:microsoft.com/office/officeart/2005/8/layout/vList2"/>
    <dgm:cxn modelId="{D2F9565D-580B-45A6-A929-FC814514480E}" type="presParOf" srcId="{B04C1C07-3A5E-4738-BDAD-9BD17269A788}" destId="{7C94761F-CF65-40C8-AD80-41D2AB3C4E9F}" srcOrd="1" destOrd="0" presId="urn:microsoft.com/office/officeart/2005/8/layout/vList2"/>
    <dgm:cxn modelId="{E724758B-855E-45C5-B7E4-D924EA7C88F5}" type="presParOf" srcId="{B04C1C07-3A5E-4738-BDAD-9BD17269A788}" destId="{91893367-FA27-4EF1-B1DE-E5195C706DFE}" srcOrd="2" destOrd="0" presId="urn:microsoft.com/office/officeart/2005/8/layout/vList2"/>
    <dgm:cxn modelId="{D4C24538-5D86-45D2-803A-FFFF868D6294}" type="presParOf" srcId="{B04C1C07-3A5E-4738-BDAD-9BD17269A788}" destId="{678BA3F2-0A06-4F91-A797-8CB06B245AA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9D54E76-551D-4888-BE71-ECDB8A2705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DDED6EF-B45D-4CD8-AFC1-8C1D6C19251B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Agreeing the Terms of the Engagement (Para. 22-25, A29A-A32)</a:t>
          </a:r>
        </a:p>
      </dgm:t>
    </dgm:pt>
    <dgm:pt modelId="{184490AC-B304-4700-938D-ED42DA3E1BBB}" type="parTrans" cxnId="{D592CB76-A3DF-45A0-A693-A93F4D6450A0}">
      <dgm:prSet/>
      <dgm:spPr/>
      <dgm:t>
        <a:bodyPr/>
        <a:lstStyle/>
        <a:p>
          <a:endParaRPr lang="en-US"/>
        </a:p>
      </dgm:t>
    </dgm:pt>
    <dgm:pt modelId="{A96BCD22-C2AC-428F-AB97-4B3501B97043}" type="sibTrans" cxnId="{D592CB76-A3DF-45A0-A693-A93F4D6450A0}">
      <dgm:prSet/>
      <dgm:spPr/>
      <dgm:t>
        <a:bodyPr/>
        <a:lstStyle/>
        <a:p>
          <a:endParaRPr lang="en-US"/>
        </a:p>
      </dgm:t>
    </dgm:pt>
    <dgm:pt modelId="{27F4BB01-B56F-48F0-BC0E-5838865F4DD4}">
      <dgm:prSet phldrT="[Text]"/>
      <dgm:spPr/>
      <dgm:t>
        <a:bodyPr/>
        <a:lstStyle/>
        <a:p>
          <a:r>
            <a:rPr lang="en-US" dirty="0"/>
            <a:t>Added 22(</a:t>
          </a:r>
          <a:r>
            <a:rPr lang="en-US" dirty="0" err="1"/>
            <a:t>bA</a:t>
          </a:r>
          <a:r>
            <a:rPr lang="en-US" dirty="0"/>
            <a:t>) to identify the responsible party (and removed the application material on responsible party in A29A)</a:t>
          </a:r>
        </a:p>
      </dgm:t>
    </dgm:pt>
    <dgm:pt modelId="{532881C5-0201-493F-8EF1-77D9817C76E8}" type="parTrans" cxnId="{77B8F270-0F48-404B-9021-9229193FAE79}">
      <dgm:prSet/>
      <dgm:spPr/>
      <dgm:t>
        <a:bodyPr/>
        <a:lstStyle/>
        <a:p>
          <a:endParaRPr lang="en-US"/>
        </a:p>
      </dgm:t>
    </dgm:pt>
    <dgm:pt modelId="{D964E37E-6DFB-4FA6-8A78-AC09EFD8EB79}" type="sibTrans" cxnId="{77B8F270-0F48-404B-9021-9229193FAE79}">
      <dgm:prSet/>
      <dgm:spPr/>
      <dgm:t>
        <a:bodyPr/>
        <a:lstStyle/>
        <a:p>
          <a:endParaRPr lang="en-US"/>
        </a:p>
      </dgm:t>
    </dgm:pt>
    <dgm:pt modelId="{7B75ECAB-D58E-4400-A594-3AD359E1D125}">
      <dgm:prSet phldrT="[Text]"/>
      <dgm:spPr/>
      <dgm:t>
        <a:bodyPr/>
        <a:lstStyle/>
        <a:p>
          <a:r>
            <a:rPr lang="en-US" dirty="0"/>
            <a:t>Removed “capable of being objectively verified” from 22(e)(</a:t>
          </a:r>
          <a:r>
            <a:rPr lang="en-US" dirty="0" err="1"/>
            <a:t>iA</a:t>
          </a:r>
          <a:r>
            <a:rPr lang="en-US" dirty="0"/>
            <a:t>) as per wording in handout agreed on Tuesday</a:t>
          </a:r>
        </a:p>
      </dgm:t>
    </dgm:pt>
    <dgm:pt modelId="{DE3A8B06-162F-4EFD-8C49-01C601C76AD8}" type="parTrans" cxnId="{92C108E5-7182-4865-B3C6-B7A7094D5FE8}">
      <dgm:prSet/>
      <dgm:spPr/>
      <dgm:t>
        <a:bodyPr/>
        <a:lstStyle/>
        <a:p>
          <a:endParaRPr lang="en-US"/>
        </a:p>
      </dgm:t>
    </dgm:pt>
    <dgm:pt modelId="{7D72DAA7-9EC2-4FB3-9716-95F8725A8C00}" type="sibTrans" cxnId="{92C108E5-7182-4865-B3C6-B7A7094D5FE8}">
      <dgm:prSet/>
      <dgm:spPr/>
      <dgm:t>
        <a:bodyPr/>
        <a:lstStyle/>
        <a:p>
          <a:endParaRPr lang="en-US"/>
        </a:p>
      </dgm:t>
    </dgm:pt>
    <dgm:pt modelId="{733E413A-17F5-4648-8361-6B646890EE50}">
      <dgm:prSet phldrT="[Text]"/>
      <dgm:spPr/>
      <dgm:t>
        <a:bodyPr/>
        <a:lstStyle/>
        <a:p>
          <a:r>
            <a:rPr lang="en-US" dirty="0"/>
            <a:t>Added “</a:t>
          </a:r>
          <a:r>
            <a:rPr lang="en-US" b="1" dirty="0"/>
            <a:t>assurance</a:t>
          </a:r>
          <a:r>
            <a:rPr lang="en-US" dirty="0"/>
            <a:t> conclusion” in 22(e)(ii) (and other relevant paragraphs in the ISRS) in response to comment raised on Tuesday</a:t>
          </a:r>
        </a:p>
      </dgm:t>
    </dgm:pt>
    <dgm:pt modelId="{8FA96949-B73D-4626-B3DD-E4BDD608925C}" type="parTrans" cxnId="{DDDDC806-C8B6-4739-8B9E-D53A4C67016E}">
      <dgm:prSet/>
      <dgm:spPr/>
      <dgm:t>
        <a:bodyPr/>
        <a:lstStyle/>
        <a:p>
          <a:endParaRPr lang="en-US"/>
        </a:p>
      </dgm:t>
    </dgm:pt>
    <dgm:pt modelId="{B5DF3C92-3F12-4BB4-8E32-6516F7A7F8CF}" type="sibTrans" cxnId="{DDDDC806-C8B6-4739-8B9E-D53A4C67016E}">
      <dgm:prSet/>
      <dgm:spPr/>
      <dgm:t>
        <a:bodyPr/>
        <a:lstStyle/>
        <a:p>
          <a:endParaRPr lang="en-US"/>
        </a:p>
      </dgm:t>
    </dgm:pt>
    <dgm:pt modelId="{62AF6FD0-4F3F-4F8C-8D78-132B5D54393E}">
      <dgm:prSet phldrT="[Text]"/>
      <dgm:spPr/>
      <dgm:t>
        <a:bodyPr/>
        <a:lstStyle/>
        <a:p>
          <a:r>
            <a:rPr lang="en-US" dirty="0"/>
            <a:t>Changed A29C as per wording in handout agreed on Tuesday</a:t>
          </a:r>
        </a:p>
      </dgm:t>
    </dgm:pt>
    <dgm:pt modelId="{F93B26D5-ED5E-4994-BC36-479699878224}" type="parTrans" cxnId="{7CECE12D-7B97-4941-813E-C9C11E72F611}">
      <dgm:prSet/>
      <dgm:spPr/>
      <dgm:t>
        <a:bodyPr/>
        <a:lstStyle/>
        <a:p>
          <a:endParaRPr lang="en-US"/>
        </a:p>
      </dgm:t>
    </dgm:pt>
    <dgm:pt modelId="{FE70F80C-7EAC-4AA2-BA1C-84206129BFAE}" type="sibTrans" cxnId="{7CECE12D-7B97-4941-813E-C9C11E72F611}">
      <dgm:prSet/>
      <dgm:spPr/>
      <dgm:t>
        <a:bodyPr/>
        <a:lstStyle/>
        <a:p>
          <a:endParaRPr lang="en-US"/>
        </a:p>
      </dgm:t>
    </dgm:pt>
    <dgm:pt modelId="{B04C1C07-3A5E-4738-BDAD-9BD17269A788}" type="pres">
      <dgm:prSet presAssocID="{09D54E76-551D-4888-BE71-ECDB8A2705E0}" presName="linear" presStyleCnt="0">
        <dgm:presLayoutVars>
          <dgm:animLvl val="lvl"/>
          <dgm:resizeHandles val="exact"/>
        </dgm:presLayoutVars>
      </dgm:prSet>
      <dgm:spPr/>
    </dgm:pt>
    <dgm:pt modelId="{52BBF91C-DF75-4E41-B9DF-1572863B9B32}" type="pres">
      <dgm:prSet presAssocID="{FDDED6EF-B45D-4CD8-AFC1-8C1D6C19251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77E3387E-6AC6-4E60-A88D-140033BC2507}" type="pres">
      <dgm:prSet presAssocID="{FDDED6EF-B45D-4CD8-AFC1-8C1D6C19251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DDDC806-C8B6-4739-8B9E-D53A4C67016E}" srcId="{FDDED6EF-B45D-4CD8-AFC1-8C1D6C19251B}" destId="{733E413A-17F5-4648-8361-6B646890EE50}" srcOrd="2" destOrd="0" parTransId="{8FA96949-B73D-4626-B3DD-E4BDD608925C}" sibTransId="{B5DF3C92-3F12-4BB4-8E32-6516F7A7F8CF}"/>
    <dgm:cxn modelId="{7CECE12D-7B97-4941-813E-C9C11E72F611}" srcId="{FDDED6EF-B45D-4CD8-AFC1-8C1D6C19251B}" destId="{62AF6FD0-4F3F-4F8C-8D78-132B5D54393E}" srcOrd="3" destOrd="0" parTransId="{F93B26D5-ED5E-4994-BC36-479699878224}" sibTransId="{FE70F80C-7EAC-4AA2-BA1C-84206129BFAE}"/>
    <dgm:cxn modelId="{77B8F270-0F48-404B-9021-9229193FAE79}" srcId="{FDDED6EF-B45D-4CD8-AFC1-8C1D6C19251B}" destId="{27F4BB01-B56F-48F0-BC0E-5838865F4DD4}" srcOrd="0" destOrd="0" parTransId="{532881C5-0201-493F-8EF1-77D9817C76E8}" sibTransId="{D964E37E-6DFB-4FA6-8A78-AC09EFD8EB79}"/>
    <dgm:cxn modelId="{60474E73-C5EC-4A77-96A2-085CFCD3E7D6}" type="presOf" srcId="{733E413A-17F5-4648-8361-6B646890EE50}" destId="{77E3387E-6AC6-4E60-A88D-140033BC2507}" srcOrd="0" destOrd="2" presId="urn:microsoft.com/office/officeart/2005/8/layout/vList2"/>
    <dgm:cxn modelId="{D592CB76-A3DF-45A0-A693-A93F4D6450A0}" srcId="{09D54E76-551D-4888-BE71-ECDB8A2705E0}" destId="{FDDED6EF-B45D-4CD8-AFC1-8C1D6C19251B}" srcOrd="0" destOrd="0" parTransId="{184490AC-B304-4700-938D-ED42DA3E1BBB}" sibTransId="{A96BCD22-C2AC-428F-AB97-4B3501B97043}"/>
    <dgm:cxn modelId="{1BD89EAB-69DC-442B-89B5-00BFE3C9584B}" type="presOf" srcId="{09D54E76-551D-4888-BE71-ECDB8A2705E0}" destId="{B04C1C07-3A5E-4738-BDAD-9BD17269A788}" srcOrd="0" destOrd="0" presId="urn:microsoft.com/office/officeart/2005/8/layout/vList2"/>
    <dgm:cxn modelId="{26B2DAC1-2B4C-4E78-A497-D41EDE529231}" type="presOf" srcId="{62AF6FD0-4F3F-4F8C-8D78-132B5D54393E}" destId="{77E3387E-6AC6-4E60-A88D-140033BC2507}" srcOrd="0" destOrd="3" presId="urn:microsoft.com/office/officeart/2005/8/layout/vList2"/>
    <dgm:cxn modelId="{A17C5FC3-728E-4302-AA07-1F5B7683FEA0}" type="presOf" srcId="{27F4BB01-B56F-48F0-BC0E-5838865F4DD4}" destId="{77E3387E-6AC6-4E60-A88D-140033BC2507}" srcOrd="0" destOrd="0" presId="urn:microsoft.com/office/officeart/2005/8/layout/vList2"/>
    <dgm:cxn modelId="{92C108E5-7182-4865-B3C6-B7A7094D5FE8}" srcId="{FDDED6EF-B45D-4CD8-AFC1-8C1D6C19251B}" destId="{7B75ECAB-D58E-4400-A594-3AD359E1D125}" srcOrd="1" destOrd="0" parTransId="{DE3A8B06-162F-4EFD-8C49-01C601C76AD8}" sibTransId="{7D72DAA7-9EC2-4FB3-9716-95F8725A8C00}"/>
    <dgm:cxn modelId="{A3A503E6-6D3E-488E-88B2-31091151BD9C}" type="presOf" srcId="{FDDED6EF-B45D-4CD8-AFC1-8C1D6C19251B}" destId="{52BBF91C-DF75-4E41-B9DF-1572863B9B32}" srcOrd="0" destOrd="0" presId="urn:microsoft.com/office/officeart/2005/8/layout/vList2"/>
    <dgm:cxn modelId="{64025BF6-0BE8-4382-A262-E449F5AEC349}" type="presOf" srcId="{7B75ECAB-D58E-4400-A594-3AD359E1D125}" destId="{77E3387E-6AC6-4E60-A88D-140033BC2507}" srcOrd="0" destOrd="1" presId="urn:microsoft.com/office/officeart/2005/8/layout/vList2"/>
    <dgm:cxn modelId="{93672B50-4475-499D-ACAB-0BA704C25393}" type="presParOf" srcId="{B04C1C07-3A5E-4738-BDAD-9BD17269A788}" destId="{52BBF91C-DF75-4E41-B9DF-1572863B9B32}" srcOrd="0" destOrd="0" presId="urn:microsoft.com/office/officeart/2005/8/layout/vList2"/>
    <dgm:cxn modelId="{53F99CF0-C0AA-4B77-A826-12290EE1F621}" type="presParOf" srcId="{B04C1C07-3A5E-4738-BDAD-9BD17269A788}" destId="{77E3387E-6AC6-4E60-A88D-140033BC2507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9D54E76-551D-4888-BE71-ECDB8A2705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A8CB4F-FC9D-46D9-A238-05DDDF37993B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Using the Work of a Practitioner’s Expert (Para. 28, A34A-A36A)</a:t>
          </a:r>
        </a:p>
      </dgm:t>
    </dgm:pt>
    <dgm:pt modelId="{C695ADB8-339A-4C3A-8432-5A8F4CFCFC57}" type="parTrans" cxnId="{76487F5F-13D5-4E41-A6C8-567DB2ACDCD4}">
      <dgm:prSet/>
      <dgm:spPr/>
      <dgm:t>
        <a:bodyPr/>
        <a:lstStyle/>
        <a:p>
          <a:endParaRPr lang="en-US"/>
        </a:p>
      </dgm:t>
    </dgm:pt>
    <dgm:pt modelId="{080E1712-DADB-493C-8880-A115D18920C1}" type="sibTrans" cxnId="{76487F5F-13D5-4E41-A6C8-567DB2ACDCD4}">
      <dgm:prSet/>
      <dgm:spPr/>
      <dgm:t>
        <a:bodyPr/>
        <a:lstStyle/>
        <a:p>
          <a:endParaRPr lang="en-US"/>
        </a:p>
      </dgm:t>
    </dgm:pt>
    <dgm:pt modelId="{CAE809F6-7A3B-4431-800E-34A2203E3E43}">
      <dgm:prSet phldrT="[Text]"/>
      <dgm:spPr/>
      <dgm:t>
        <a:bodyPr/>
        <a:lstStyle/>
        <a:p>
          <a:r>
            <a:rPr lang="en-US" dirty="0"/>
            <a:t>Removed 28(b), which repeated repositioned 19A</a:t>
          </a:r>
        </a:p>
      </dgm:t>
    </dgm:pt>
    <dgm:pt modelId="{C6DA0C24-0420-457B-AFA7-42B46E51B7B8}" type="parTrans" cxnId="{16D4E1AF-8B9E-4AE7-91DB-79A35D57F2DE}">
      <dgm:prSet/>
      <dgm:spPr/>
      <dgm:t>
        <a:bodyPr/>
        <a:lstStyle/>
        <a:p>
          <a:endParaRPr lang="en-US"/>
        </a:p>
      </dgm:t>
    </dgm:pt>
    <dgm:pt modelId="{09823AA9-E150-4428-A92A-197A2C879448}" type="sibTrans" cxnId="{16D4E1AF-8B9E-4AE7-91DB-79A35D57F2DE}">
      <dgm:prSet/>
      <dgm:spPr/>
      <dgm:t>
        <a:bodyPr/>
        <a:lstStyle/>
        <a:p>
          <a:endParaRPr lang="en-US"/>
        </a:p>
      </dgm:t>
    </dgm:pt>
    <dgm:pt modelId="{09FB7ED3-3838-4D03-A04C-AC68DB8B1399}">
      <dgm:prSet phldrT="[Text]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dirty="0"/>
            <a:t>Repositioned A36 [AM previously linked to 28(b)] to A19aa (to link to 19A) </a:t>
          </a:r>
        </a:p>
      </dgm:t>
    </dgm:pt>
    <dgm:pt modelId="{2F3B6DD5-47D3-4865-B05A-FE4625B656A1}" type="parTrans" cxnId="{E6739C6E-8331-4720-AD8F-B2361BDFA7F9}">
      <dgm:prSet/>
      <dgm:spPr/>
      <dgm:t>
        <a:bodyPr/>
        <a:lstStyle/>
        <a:p>
          <a:endParaRPr lang="en-US"/>
        </a:p>
      </dgm:t>
    </dgm:pt>
    <dgm:pt modelId="{D1019D9B-097F-4A15-90E5-8BFA41957937}" type="sibTrans" cxnId="{E6739C6E-8331-4720-AD8F-B2361BDFA7F9}">
      <dgm:prSet/>
      <dgm:spPr/>
      <dgm:t>
        <a:bodyPr/>
        <a:lstStyle/>
        <a:p>
          <a:endParaRPr lang="en-US"/>
        </a:p>
      </dgm:t>
    </dgm:pt>
    <dgm:pt modelId="{1755B047-2C31-4A75-93D3-3958448FE933}">
      <dgm:prSet phldrT="[Text]"/>
      <dgm:spPr/>
      <dgm:t>
        <a:bodyPr/>
        <a:lstStyle/>
        <a:p>
          <a:r>
            <a:rPr lang="en-US" dirty="0"/>
            <a:t>Changed 28(d) to address comment raised on Tuesday</a:t>
          </a:r>
        </a:p>
      </dgm:t>
    </dgm:pt>
    <dgm:pt modelId="{87C94E59-8F9C-417A-BE1A-381F4F9D0983}" type="parTrans" cxnId="{1C50EA34-8E95-417A-BBD1-9FEB28D784F5}">
      <dgm:prSet/>
      <dgm:spPr/>
      <dgm:t>
        <a:bodyPr/>
        <a:lstStyle/>
        <a:p>
          <a:endParaRPr lang="en-US"/>
        </a:p>
      </dgm:t>
    </dgm:pt>
    <dgm:pt modelId="{1E7FC632-C112-4330-83F3-FFC560C86C5A}" type="sibTrans" cxnId="{1C50EA34-8E95-417A-BBD1-9FEB28D784F5}">
      <dgm:prSet/>
      <dgm:spPr/>
      <dgm:t>
        <a:bodyPr/>
        <a:lstStyle/>
        <a:p>
          <a:endParaRPr lang="en-US"/>
        </a:p>
      </dgm:t>
    </dgm:pt>
    <dgm:pt modelId="{FD269E9A-FF31-4DB7-B5F9-A6616080C7BC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Performing the AUP (Para. 26-27, A34)</a:t>
          </a:r>
        </a:p>
      </dgm:t>
    </dgm:pt>
    <dgm:pt modelId="{C6FDCD69-3BC3-4262-8632-D94966BB1695}" type="parTrans" cxnId="{AB8D40E4-BECD-4C8E-AC7B-DF30095E7251}">
      <dgm:prSet/>
      <dgm:spPr/>
      <dgm:t>
        <a:bodyPr/>
        <a:lstStyle/>
        <a:p>
          <a:endParaRPr lang="en-US"/>
        </a:p>
      </dgm:t>
    </dgm:pt>
    <dgm:pt modelId="{7119501B-DEAD-430A-877D-E70F4B78A42A}" type="sibTrans" cxnId="{AB8D40E4-BECD-4C8E-AC7B-DF30095E7251}">
      <dgm:prSet/>
      <dgm:spPr/>
      <dgm:t>
        <a:bodyPr/>
        <a:lstStyle/>
        <a:p>
          <a:endParaRPr lang="en-US"/>
        </a:p>
      </dgm:t>
    </dgm:pt>
    <dgm:pt modelId="{ABD66ED1-D60D-43B6-A54B-2CDF7F156801}">
      <dgm:prSet phldrT="[Text]"/>
      <dgm:spPr/>
      <dgm:t>
        <a:bodyPr/>
        <a:lstStyle/>
        <a:p>
          <a:r>
            <a:rPr lang="en-US" dirty="0"/>
            <a:t>No change from draft presented on Tuesday</a:t>
          </a:r>
        </a:p>
      </dgm:t>
    </dgm:pt>
    <dgm:pt modelId="{ACAD02ED-E800-48FB-883A-7327B7B24FE2}" type="parTrans" cxnId="{B91B87CB-32EB-4CC7-A443-DE9EFC568B92}">
      <dgm:prSet/>
      <dgm:spPr/>
      <dgm:t>
        <a:bodyPr/>
        <a:lstStyle/>
        <a:p>
          <a:endParaRPr lang="en-US"/>
        </a:p>
      </dgm:t>
    </dgm:pt>
    <dgm:pt modelId="{98DE22EE-2AD1-4B57-96EE-1D66EAF4126D}" type="sibTrans" cxnId="{B91B87CB-32EB-4CC7-A443-DE9EFC568B92}">
      <dgm:prSet/>
      <dgm:spPr/>
      <dgm:t>
        <a:bodyPr/>
        <a:lstStyle/>
        <a:p>
          <a:endParaRPr lang="en-US"/>
        </a:p>
      </dgm:t>
    </dgm:pt>
    <dgm:pt modelId="{B04C1C07-3A5E-4738-BDAD-9BD17269A788}" type="pres">
      <dgm:prSet presAssocID="{09D54E76-551D-4888-BE71-ECDB8A2705E0}" presName="linear" presStyleCnt="0">
        <dgm:presLayoutVars>
          <dgm:animLvl val="lvl"/>
          <dgm:resizeHandles val="exact"/>
        </dgm:presLayoutVars>
      </dgm:prSet>
      <dgm:spPr/>
    </dgm:pt>
    <dgm:pt modelId="{A7A29936-8EE9-49C6-B976-2EFDF024A43C}" type="pres">
      <dgm:prSet presAssocID="{FD269E9A-FF31-4DB7-B5F9-A6616080C7B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4231009-98CA-45F3-A741-4BCB66813F07}" type="pres">
      <dgm:prSet presAssocID="{FD269E9A-FF31-4DB7-B5F9-A6616080C7BC}" presName="childText" presStyleLbl="revTx" presStyleIdx="0" presStyleCnt="2">
        <dgm:presLayoutVars>
          <dgm:bulletEnabled val="1"/>
        </dgm:presLayoutVars>
      </dgm:prSet>
      <dgm:spPr/>
    </dgm:pt>
    <dgm:pt modelId="{75CDDBA2-1DBB-4442-AFA9-3B55E023FF32}" type="pres">
      <dgm:prSet presAssocID="{CCA8CB4F-FC9D-46D9-A238-05DDDF37993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94F7D26-ADCB-4847-849B-5D10C773A769}" type="pres">
      <dgm:prSet presAssocID="{CCA8CB4F-FC9D-46D9-A238-05DDDF37993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4A8642F-50CA-462F-ABD0-ED6AE985108A}" type="presOf" srcId="{FD269E9A-FF31-4DB7-B5F9-A6616080C7BC}" destId="{A7A29936-8EE9-49C6-B976-2EFDF024A43C}" srcOrd="0" destOrd="0" presId="urn:microsoft.com/office/officeart/2005/8/layout/vList2"/>
    <dgm:cxn modelId="{1C50EA34-8E95-417A-BBD1-9FEB28D784F5}" srcId="{CCA8CB4F-FC9D-46D9-A238-05DDDF37993B}" destId="{1755B047-2C31-4A75-93D3-3958448FE933}" srcOrd="1" destOrd="0" parTransId="{87C94E59-8F9C-417A-BE1A-381F4F9D0983}" sibTransId="{1E7FC632-C112-4330-83F3-FFC560C86C5A}"/>
    <dgm:cxn modelId="{3D4AF73E-66C3-48B3-B700-A861B16730CE}" type="presOf" srcId="{CCA8CB4F-FC9D-46D9-A238-05DDDF37993B}" destId="{75CDDBA2-1DBB-4442-AFA9-3B55E023FF32}" srcOrd="0" destOrd="0" presId="urn:microsoft.com/office/officeart/2005/8/layout/vList2"/>
    <dgm:cxn modelId="{76487F5F-13D5-4E41-A6C8-567DB2ACDCD4}" srcId="{09D54E76-551D-4888-BE71-ECDB8A2705E0}" destId="{CCA8CB4F-FC9D-46D9-A238-05DDDF37993B}" srcOrd="1" destOrd="0" parTransId="{C695ADB8-339A-4C3A-8432-5A8F4CFCFC57}" sibTransId="{080E1712-DADB-493C-8880-A115D18920C1}"/>
    <dgm:cxn modelId="{D1941E41-6EEF-43AA-B1EF-1FAA8E7B83EB}" type="presOf" srcId="{ABD66ED1-D60D-43B6-A54B-2CDF7F156801}" destId="{14231009-98CA-45F3-A741-4BCB66813F07}" srcOrd="0" destOrd="0" presId="urn:microsoft.com/office/officeart/2005/8/layout/vList2"/>
    <dgm:cxn modelId="{335B484B-5781-4F67-A10F-630AF9955216}" type="presOf" srcId="{1755B047-2C31-4A75-93D3-3958448FE933}" destId="{C94F7D26-ADCB-4847-849B-5D10C773A769}" srcOrd="0" destOrd="2" presId="urn:microsoft.com/office/officeart/2005/8/layout/vList2"/>
    <dgm:cxn modelId="{E6739C6E-8331-4720-AD8F-B2361BDFA7F9}" srcId="{CAE809F6-7A3B-4431-800E-34A2203E3E43}" destId="{09FB7ED3-3838-4D03-A04C-AC68DB8B1399}" srcOrd="0" destOrd="0" parTransId="{2F3B6DD5-47D3-4865-B05A-FE4625B656A1}" sibTransId="{D1019D9B-097F-4A15-90E5-8BFA41957937}"/>
    <dgm:cxn modelId="{431F207F-2933-4B5E-BF87-6F47882917CC}" type="presOf" srcId="{09FB7ED3-3838-4D03-A04C-AC68DB8B1399}" destId="{C94F7D26-ADCB-4847-849B-5D10C773A769}" srcOrd="0" destOrd="1" presId="urn:microsoft.com/office/officeart/2005/8/layout/vList2"/>
    <dgm:cxn modelId="{1BD89EAB-69DC-442B-89B5-00BFE3C9584B}" type="presOf" srcId="{09D54E76-551D-4888-BE71-ECDB8A2705E0}" destId="{B04C1C07-3A5E-4738-BDAD-9BD17269A788}" srcOrd="0" destOrd="0" presId="urn:microsoft.com/office/officeart/2005/8/layout/vList2"/>
    <dgm:cxn modelId="{16D4E1AF-8B9E-4AE7-91DB-79A35D57F2DE}" srcId="{CCA8CB4F-FC9D-46D9-A238-05DDDF37993B}" destId="{CAE809F6-7A3B-4431-800E-34A2203E3E43}" srcOrd="0" destOrd="0" parTransId="{C6DA0C24-0420-457B-AFA7-42B46E51B7B8}" sibTransId="{09823AA9-E150-4428-A92A-197A2C879448}"/>
    <dgm:cxn modelId="{B91B87CB-32EB-4CC7-A443-DE9EFC568B92}" srcId="{FD269E9A-FF31-4DB7-B5F9-A6616080C7BC}" destId="{ABD66ED1-D60D-43B6-A54B-2CDF7F156801}" srcOrd="0" destOrd="0" parTransId="{ACAD02ED-E800-48FB-883A-7327B7B24FE2}" sibTransId="{98DE22EE-2AD1-4B57-96EE-1D66EAF4126D}"/>
    <dgm:cxn modelId="{AB8D40E4-BECD-4C8E-AC7B-DF30095E7251}" srcId="{09D54E76-551D-4888-BE71-ECDB8A2705E0}" destId="{FD269E9A-FF31-4DB7-B5F9-A6616080C7BC}" srcOrd="0" destOrd="0" parTransId="{C6FDCD69-3BC3-4262-8632-D94966BB1695}" sibTransId="{7119501B-DEAD-430A-877D-E70F4B78A42A}"/>
    <dgm:cxn modelId="{7A2F3EFC-DF5A-4D31-9E03-A742EF4A640C}" type="presOf" srcId="{CAE809F6-7A3B-4431-800E-34A2203E3E43}" destId="{C94F7D26-ADCB-4847-849B-5D10C773A769}" srcOrd="0" destOrd="0" presId="urn:microsoft.com/office/officeart/2005/8/layout/vList2"/>
    <dgm:cxn modelId="{2301ECF2-7C2D-4105-8F68-F8149F62C4F2}" type="presParOf" srcId="{B04C1C07-3A5E-4738-BDAD-9BD17269A788}" destId="{A7A29936-8EE9-49C6-B976-2EFDF024A43C}" srcOrd="0" destOrd="0" presId="urn:microsoft.com/office/officeart/2005/8/layout/vList2"/>
    <dgm:cxn modelId="{03DDAF5A-7857-442E-AA9C-1A6E61F0F934}" type="presParOf" srcId="{B04C1C07-3A5E-4738-BDAD-9BD17269A788}" destId="{14231009-98CA-45F3-A741-4BCB66813F07}" srcOrd="1" destOrd="0" presId="urn:microsoft.com/office/officeart/2005/8/layout/vList2"/>
    <dgm:cxn modelId="{37B7547C-9F20-4A83-9A5D-4AE2D6447A85}" type="presParOf" srcId="{B04C1C07-3A5E-4738-BDAD-9BD17269A788}" destId="{75CDDBA2-1DBB-4442-AFA9-3B55E023FF32}" srcOrd="2" destOrd="0" presId="urn:microsoft.com/office/officeart/2005/8/layout/vList2"/>
    <dgm:cxn modelId="{B0DB2E5C-AD10-4107-8A8F-9BEB7250CA7B}" type="presParOf" srcId="{B04C1C07-3A5E-4738-BDAD-9BD17269A788}" destId="{C94F7D26-ADCB-4847-849B-5D10C773A769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9D54E76-551D-4888-BE71-ECDB8A2705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622441-B7CC-488A-917C-1197152F0B4B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The AUP Report (Para. 30-32, A346B-A44)</a:t>
          </a:r>
        </a:p>
      </dgm:t>
    </dgm:pt>
    <dgm:pt modelId="{2CCA279C-0B8C-46F2-86AE-09E7A56A2183}" type="parTrans" cxnId="{1A2AF336-E1D7-4E72-AE42-6CD57B727101}">
      <dgm:prSet/>
      <dgm:spPr/>
      <dgm:t>
        <a:bodyPr/>
        <a:lstStyle/>
        <a:p>
          <a:endParaRPr lang="en-US"/>
        </a:p>
      </dgm:t>
    </dgm:pt>
    <dgm:pt modelId="{10053DAC-770A-4E34-82D3-64C4E9169373}" type="sibTrans" cxnId="{1A2AF336-E1D7-4E72-AE42-6CD57B727101}">
      <dgm:prSet/>
      <dgm:spPr/>
      <dgm:t>
        <a:bodyPr/>
        <a:lstStyle/>
        <a:p>
          <a:endParaRPr lang="en-US"/>
        </a:p>
      </dgm:t>
    </dgm:pt>
    <dgm:pt modelId="{E3988B06-74B4-4726-9738-D3911CC7ACB5}">
      <dgm:prSet phldrT="[Text]"/>
      <dgm:spPr/>
      <dgm:t>
        <a:bodyPr/>
        <a:lstStyle/>
        <a:p>
          <a:r>
            <a:rPr lang="en-US" dirty="0"/>
            <a:t>Para. 30(e)(</a:t>
          </a:r>
          <a:r>
            <a:rPr lang="en-US" dirty="0" err="1"/>
            <a:t>iA</a:t>
          </a:r>
          <a:r>
            <a:rPr lang="en-US" dirty="0"/>
            <a:t>) – Removed “objectively verified” as agreed on Tuesday</a:t>
          </a:r>
        </a:p>
      </dgm:t>
    </dgm:pt>
    <dgm:pt modelId="{9CFA946B-54C3-46F0-ACDC-5AB8F420D5E3}" type="parTrans" cxnId="{A9046120-36C6-418B-B4C2-917F61007479}">
      <dgm:prSet/>
      <dgm:spPr/>
      <dgm:t>
        <a:bodyPr/>
        <a:lstStyle/>
        <a:p>
          <a:endParaRPr lang="en-US"/>
        </a:p>
      </dgm:t>
    </dgm:pt>
    <dgm:pt modelId="{903EC281-79DE-483A-9FC8-F915D8BDF9C3}" type="sibTrans" cxnId="{A9046120-36C6-418B-B4C2-917F61007479}">
      <dgm:prSet/>
      <dgm:spPr/>
      <dgm:t>
        <a:bodyPr/>
        <a:lstStyle/>
        <a:p>
          <a:endParaRPr lang="en-US"/>
        </a:p>
      </dgm:t>
    </dgm:pt>
    <dgm:pt modelId="{94D1505D-2BEA-45F3-9246-5CF4AAC9A522}">
      <dgm:prSet phldrT="[Text]"/>
      <dgm:spPr/>
      <dgm:t>
        <a:bodyPr/>
        <a:lstStyle/>
        <a:p>
          <a:r>
            <a:rPr lang="en-US" dirty="0"/>
            <a:t>Para. 30(e)(ii) – Added requirement to state that the engaging party has determined the purpose of the AUP engagement</a:t>
          </a:r>
        </a:p>
      </dgm:t>
    </dgm:pt>
    <dgm:pt modelId="{165567C4-9D25-46F1-9889-09D6E21D8AAD}" type="parTrans" cxnId="{71E4D1DB-4AFD-4DDB-8B9E-180FABBB09BA}">
      <dgm:prSet/>
      <dgm:spPr/>
      <dgm:t>
        <a:bodyPr/>
        <a:lstStyle/>
        <a:p>
          <a:endParaRPr lang="en-US"/>
        </a:p>
      </dgm:t>
    </dgm:pt>
    <dgm:pt modelId="{1019797E-59B0-4923-A8DF-9D06E5761D4E}" type="sibTrans" cxnId="{71E4D1DB-4AFD-4DDB-8B9E-180FABBB09BA}">
      <dgm:prSet/>
      <dgm:spPr/>
      <dgm:t>
        <a:bodyPr/>
        <a:lstStyle/>
        <a:p>
          <a:endParaRPr lang="en-US"/>
        </a:p>
      </dgm:t>
    </dgm:pt>
    <dgm:pt modelId="{FDE251F2-5DD1-4D3A-8A33-FC294A29C023}">
      <dgm:prSet phldrT="[Text]"/>
      <dgm:spPr/>
      <dgm:t>
        <a:bodyPr/>
        <a:lstStyle/>
        <a:p>
          <a:r>
            <a:rPr lang="en-US" dirty="0"/>
            <a:t>Para. 30(</a:t>
          </a:r>
          <a:r>
            <a:rPr lang="en-US" dirty="0" err="1"/>
            <a:t>fA</a:t>
          </a:r>
          <a:r>
            <a:rPr lang="en-US" dirty="0"/>
            <a:t>) – Repositioned last sentence from 30(e)(ii) to 30(</a:t>
          </a:r>
          <a:r>
            <a:rPr lang="en-US" dirty="0" err="1"/>
            <a:t>fA</a:t>
          </a:r>
          <a:r>
            <a:rPr lang="en-US" dirty="0"/>
            <a:t>) to improve readability</a:t>
          </a:r>
        </a:p>
      </dgm:t>
    </dgm:pt>
    <dgm:pt modelId="{6F9D2DD4-A443-4A07-B257-35D49ADCE409}" type="parTrans" cxnId="{12DE4B38-DB23-4059-9E30-2F2BA0538646}">
      <dgm:prSet/>
      <dgm:spPr/>
      <dgm:t>
        <a:bodyPr/>
        <a:lstStyle/>
        <a:p>
          <a:endParaRPr lang="en-US"/>
        </a:p>
      </dgm:t>
    </dgm:pt>
    <dgm:pt modelId="{EA1F35BB-F7D7-4B4F-B4E1-82E8AC147137}" type="sibTrans" cxnId="{12DE4B38-DB23-4059-9E30-2F2BA0538646}">
      <dgm:prSet/>
      <dgm:spPr/>
      <dgm:t>
        <a:bodyPr/>
        <a:lstStyle/>
        <a:p>
          <a:endParaRPr lang="en-US"/>
        </a:p>
      </dgm:t>
    </dgm:pt>
    <dgm:pt modelId="{FE6EE5A7-1951-4943-996C-74C6B93E66A1}">
      <dgm:prSet phldrT="[Text]"/>
      <dgm:spPr/>
      <dgm:t>
        <a:bodyPr/>
        <a:lstStyle/>
        <a:p>
          <a:r>
            <a:rPr lang="en-US" dirty="0"/>
            <a:t>Para. 30(g) – Added reference to “</a:t>
          </a:r>
          <a:r>
            <a:rPr lang="en-US" b="1" dirty="0"/>
            <a:t>assurance</a:t>
          </a:r>
          <a:r>
            <a:rPr lang="en-US" dirty="0"/>
            <a:t> conclusion”</a:t>
          </a:r>
        </a:p>
      </dgm:t>
    </dgm:pt>
    <dgm:pt modelId="{7CFD6C57-1DA5-433C-AED4-D69DDF67EE66}" type="parTrans" cxnId="{CB40B6EA-F8C2-468A-964B-B77698BB9F1E}">
      <dgm:prSet/>
      <dgm:spPr/>
      <dgm:t>
        <a:bodyPr/>
        <a:lstStyle/>
        <a:p>
          <a:endParaRPr lang="en-US"/>
        </a:p>
      </dgm:t>
    </dgm:pt>
    <dgm:pt modelId="{B0654E21-EEBB-40E5-92BA-D9B3CB5197B0}" type="sibTrans" cxnId="{CB40B6EA-F8C2-468A-964B-B77698BB9F1E}">
      <dgm:prSet/>
      <dgm:spPr/>
      <dgm:t>
        <a:bodyPr/>
        <a:lstStyle/>
        <a:p>
          <a:endParaRPr lang="en-US"/>
        </a:p>
      </dgm:t>
    </dgm:pt>
    <dgm:pt modelId="{56B77EEE-97A3-44F5-BD8F-3605F7E18013}">
      <dgm:prSet/>
      <dgm:spPr/>
      <dgm:t>
        <a:bodyPr/>
        <a:lstStyle/>
        <a:p>
          <a:r>
            <a:rPr lang="en-US" dirty="0"/>
            <a:t>Para. 30(j)(i) – Added “in conducting this engagement” in response to comment raised on Tuesday</a:t>
          </a:r>
        </a:p>
      </dgm:t>
    </dgm:pt>
    <dgm:pt modelId="{DBC3F4CC-E4C8-491C-A8AD-7C68843BB8C7}" type="parTrans" cxnId="{D95E1C45-A03C-45DD-867F-FFD7CB21AC1C}">
      <dgm:prSet/>
      <dgm:spPr/>
      <dgm:t>
        <a:bodyPr/>
        <a:lstStyle/>
        <a:p>
          <a:endParaRPr lang="en-US"/>
        </a:p>
      </dgm:t>
    </dgm:pt>
    <dgm:pt modelId="{55AC4AEC-3057-4EDB-9577-585602C61710}" type="sibTrans" cxnId="{D95E1C45-A03C-45DD-867F-FFD7CB21AC1C}">
      <dgm:prSet/>
      <dgm:spPr/>
      <dgm:t>
        <a:bodyPr/>
        <a:lstStyle/>
        <a:p>
          <a:endParaRPr lang="en-US"/>
        </a:p>
      </dgm:t>
    </dgm:pt>
    <dgm:pt modelId="{30C4B94C-0370-4C5A-88F0-4DBA7E99A61F}">
      <dgm:prSet/>
      <dgm:spPr/>
      <dgm:t>
        <a:bodyPr/>
        <a:lstStyle/>
        <a:p>
          <a:r>
            <a:rPr lang="en-US" dirty="0"/>
            <a:t>Editorial changes to para. A37A, A37B, A40B, A40C</a:t>
          </a:r>
        </a:p>
      </dgm:t>
    </dgm:pt>
    <dgm:pt modelId="{1D37DC44-6765-4414-96B0-A5F28643BBE3}" type="parTrans" cxnId="{B3B77B00-2100-46F4-89E3-8994412856FA}">
      <dgm:prSet/>
      <dgm:spPr/>
      <dgm:t>
        <a:bodyPr/>
        <a:lstStyle/>
        <a:p>
          <a:endParaRPr lang="en-US"/>
        </a:p>
      </dgm:t>
    </dgm:pt>
    <dgm:pt modelId="{31D84BC3-EF95-4C24-825A-AACA36C2B517}" type="sibTrans" cxnId="{B3B77B00-2100-46F4-89E3-8994412856FA}">
      <dgm:prSet/>
      <dgm:spPr/>
      <dgm:t>
        <a:bodyPr/>
        <a:lstStyle/>
        <a:p>
          <a:endParaRPr lang="en-US"/>
        </a:p>
      </dgm:t>
    </dgm:pt>
    <dgm:pt modelId="{37767364-8896-4B24-A249-A4ABF06136B2}">
      <dgm:prSet phldrT="[Text]"/>
      <dgm:spPr/>
      <dgm:t>
        <a:bodyPr/>
        <a:lstStyle/>
        <a:p>
          <a:r>
            <a:rPr lang="en-US" dirty="0"/>
            <a:t>Para. 30(</a:t>
          </a:r>
          <a:r>
            <a:rPr lang="en-US" dirty="0" err="1"/>
            <a:t>eA</a:t>
          </a:r>
          <a:r>
            <a:rPr lang="en-US" dirty="0"/>
            <a:t>) – Added requirement to identify responsible party (and removed AM in para. A38)</a:t>
          </a:r>
        </a:p>
      </dgm:t>
    </dgm:pt>
    <dgm:pt modelId="{D981BE5C-07DB-4CD9-AB7C-9EDACABC143D}" type="parTrans" cxnId="{60109EFE-5F78-4A69-915E-E539891DF286}">
      <dgm:prSet/>
      <dgm:spPr/>
    </dgm:pt>
    <dgm:pt modelId="{81D814CB-1909-4196-8CE0-7CA966EB6376}" type="sibTrans" cxnId="{60109EFE-5F78-4A69-915E-E539891DF286}">
      <dgm:prSet/>
      <dgm:spPr/>
    </dgm:pt>
    <dgm:pt modelId="{B04C1C07-3A5E-4738-BDAD-9BD17269A788}" type="pres">
      <dgm:prSet presAssocID="{09D54E76-551D-4888-BE71-ECDB8A2705E0}" presName="linear" presStyleCnt="0">
        <dgm:presLayoutVars>
          <dgm:animLvl val="lvl"/>
          <dgm:resizeHandles val="exact"/>
        </dgm:presLayoutVars>
      </dgm:prSet>
      <dgm:spPr/>
    </dgm:pt>
    <dgm:pt modelId="{91893367-FA27-4EF1-B1DE-E5195C706DFE}" type="pres">
      <dgm:prSet presAssocID="{CC622441-B7CC-488A-917C-1197152F0B4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678BA3F2-0A06-4F91-A797-8CB06B245AA5}" type="pres">
      <dgm:prSet presAssocID="{CC622441-B7CC-488A-917C-1197152F0B4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3B77B00-2100-46F4-89E3-8994412856FA}" srcId="{CC622441-B7CC-488A-917C-1197152F0B4B}" destId="{30C4B94C-0370-4C5A-88F0-4DBA7E99A61F}" srcOrd="6" destOrd="0" parTransId="{1D37DC44-6765-4414-96B0-A5F28643BBE3}" sibTransId="{31D84BC3-EF95-4C24-825A-AACA36C2B517}"/>
    <dgm:cxn modelId="{12D81906-4097-49A2-BDCA-9DE455EC0699}" type="presOf" srcId="{E3988B06-74B4-4726-9738-D3911CC7ACB5}" destId="{678BA3F2-0A06-4F91-A797-8CB06B245AA5}" srcOrd="0" destOrd="0" presId="urn:microsoft.com/office/officeart/2005/8/layout/vList2"/>
    <dgm:cxn modelId="{74DEDE1D-7F9D-42BA-853C-83100641DE79}" type="presOf" srcId="{94D1505D-2BEA-45F3-9246-5CF4AAC9A522}" destId="{678BA3F2-0A06-4F91-A797-8CB06B245AA5}" srcOrd="0" destOrd="1" presId="urn:microsoft.com/office/officeart/2005/8/layout/vList2"/>
    <dgm:cxn modelId="{A9046120-36C6-418B-B4C2-917F61007479}" srcId="{CC622441-B7CC-488A-917C-1197152F0B4B}" destId="{E3988B06-74B4-4726-9738-D3911CC7ACB5}" srcOrd="0" destOrd="0" parTransId="{9CFA946B-54C3-46F0-ACDC-5AB8F420D5E3}" sibTransId="{903EC281-79DE-483A-9FC8-F915D8BDF9C3}"/>
    <dgm:cxn modelId="{1A2AF336-E1D7-4E72-AE42-6CD57B727101}" srcId="{09D54E76-551D-4888-BE71-ECDB8A2705E0}" destId="{CC622441-B7CC-488A-917C-1197152F0B4B}" srcOrd="0" destOrd="0" parTransId="{2CCA279C-0B8C-46F2-86AE-09E7A56A2183}" sibTransId="{10053DAC-770A-4E34-82D3-64C4E9169373}"/>
    <dgm:cxn modelId="{12DE4B38-DB23-4059-9E30-2F2BA0538646}" srcId="{CC622441-B7CC-488A-917C-1197152F0B4B}" destId="{FDE251F2-5DD1-4D3A-8A33-FC294A29C023}" srcOrd="3" destOrd="0" parTransId="{6F9D2DD4-A443-4A07-B257-35D49ADCE409}" sibTransId="{EA1F35BB-F7D7-4B4F-B4E1-82E8AC147137}"/>
    <dgm:cxn modelId="{D95E1C45-A03C-45DD-867F-FFD7CB21AC1C}" srcId="{CC622441-B7CC-488A-917C-1197152F0B4B}" destId="{56B77EEE-97A3-44F5-BD8F-3605F7E18013}" srcOrd="5" destOrd="0" parTransId="{DBC3F4CC-E4C8-491C-A8AD-7C68843BB8C7}" sibTransId="{55AC4AEC-3057-4EDB-9577-585602C61710}"/>
    <dgm:cxn modelId="{C5CFBD66-95C2-477B-AA47-BA301120B520}" type="presOf" srcId="{37767364-8896-4B24-A249-A4ABF06136B2}" destId="{678BA3F2-0A06-4F91-A797-8CB06B245AA5}" srcOrd="0" destOrd="2" presId="urn:microsoft.com/office/officeart/2005/8/layout/vList2"/>
    <dgm:cxn modelId="{9C9A1958-93EA-4710-ABA7-FB373B64C5B0}" type="presOf" srcId="{FDE251F2-5DD1-4D3A-8A33-FC294A29C023}" destId="{678BA3F2-0A06-4F91-A797-8CB06B245AA5}" srcOrd="0" destOrd="3" presId="urn:microsoft.com/office/officeart/2005/8/layout/vList2"/>
    <dgm:cxn modelId="{781E1281-254C-4A11-9504-0904C69A2405}" type="presOf" srcId="{CC622441-B7CC-488A-917C-1197152F0B4B}" destId="{91893367-FA27-4EF1-B1DE-E5195C706DFE}" srcOrd="0" destOrd="0" presId="urn:microsoft.com/office/officeart/2005/8/layout/vList2"/>
    <dgm:cxn modelId="{1BD89EAB-69DC-442B-89B5-00BFE3C9584B}" type="presOf" srcId="{09D54E76-551D-4888-BE71-ECDB8A2705E0}" destId="{B04C1C07-3A5E-4738-BDAD-9BD17269A788}" srcOrd="0" destOrd="0" presId="urn:microsoft.com/office/officeart/2005/8/layout/vList2"/>
    <dgm:cxn modelId="{D1385DBF-8983-42BA-BCA0-3A88F1AFBCE1}" type="presOf" srcId="{56B77EEE-97A3-44F5-BD8F-3605F7E18013}" destId="{678BA3F2-0A06-4F91-A797-8CB06B245AA5}" srcOrd="0" destOrd="5" presId="urn:microsoft.com/office/officeart/2005/8/layout/vList2"/>
    <dgm:cxn modelId="{A385CBC1-2AF2-4FAC-8F80-0199D4515A91}" type="presOf" srcId="{30C4B94C-0370-4C5A-88F0-4DBA7E99A61F}" destId="{678BA3F2-0A06-4F91-A797-8CB06B245AA5}" srcOrd="0" destOrd="6" presId="urn:microsoft.com/office/officeart/2005/8/layout/vList2"/>
    <dgm:cxn modelId="{637D62C8-F6B1-4633-AC9F-95810B617B1B}" type="presOf" srcId="{FE6EE5A7-1951-4943-996C-74C6B93E66A1}" destId="{678BA3F2-0A06-4F91-A797-8CB06B245AA5}" srcOrd="0" destOrd="4" presId="urn:microsoft.com/office/officeart/2005/8/layout/vList2"/>
    <dgm:cxn modelId="{71E4D1DB-4AFD-4DDB-8B9E-180FABBB09BA}" srcId="{CC622441-B7CC-488A-917C-1197152F0B4B}" destId="{94D1505D-2BEA-45F3-9246-5CF4AAC9A522}" srcOrd="1" destOrd="0" parTransId="{165567C4-9D25-46F1-9889-09D6E21D8AAD}" sibTransId="{1019797E-59B0-4923-A8DF-9D06E5761D4E}"/>
    <dgm:cxn modelId="{CB40B6EA-F8C2-468A-964B-B77698BB9F1E}" srcId="{CC622441-B7CC-488A-917C-1197152F0B4B}" destId="{FE6EE5A7-1951-4943-996C-74C6B93E66A1}" srcOrd="4" destOrd="0" parTransId="{7CFD6C57-1DA5-433C-AED4-D69DDF67EE66}" sibTransId="{B0654E21-EEBB-40E5-92BA-D9B3CB5197B0}"/>
    <dgm:cxn modelId="{60109EFE-5F78-4A69-915E-E539891DF286}" srcId="{CC622441-B7CC-488A-917C-1197152F0B4B}" destId="{37767364-8896-4B24-A249-A4ABF06136B2}" srcOrd="2" destOrd="0" parTransId="{D981BE5C-07DB-4CD9-AB7C-9EDACABC143D}" sibTransId="{81D814CB-1909-4196-8CE0-7CA966EB6376}"/>
    <dgm:cxn modelId="{E724758B-855E-45C5-B7E4-D924EA7C88F5}" type="presParOf" srcId="{B04C1C07-3A5E-4738-BDAD-9BD17269A788}" destId="{91893367-FA27-4EF1-B1DE-E5195C706DFE}" srcOrd="0" destOrd="0" presId="urn:microsoft.com/office/officeart/2005/8/layout/vList2"/>
    <dgm:cxn modelId="{D4C24538-5D86-45D2-803A-FFFF868D6294}" type="presParOf" srcId="{B04C1C07-3A5E-4738-BDAD-9BD17269A788}" destId="{678BA3F2-0A06-4F91-A797-8CB06B245AA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9D54E76-551D-4888-BE71-ECDB8A2705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AC8AF1-01B2-4A14-A396-7FF190A8CAE1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The AUP Report (Para. 30-32, A346B-A44) - Continued</a:t>
          </a:r>
        </a:p>
      </dgm:t>
    </dgm:pt>
    <dgm:pt modelId="{2BF277E5-CD8B-494C-AC7B-398CBEC81823}" type="parTrans" cxnId="{AFB4007B-50E2-4C2D-96F1-D85CC50104A8}">
      <dgm:prSet/>
      <dgm:spPr/>
      <dgm:t>
        <a:bodyPr/>
        <a:lstStyle/>
        <a:p>
          <a:endParaRPr lang="en-US"/>
        </a:p>
      </dgm:t>
    </dgm:pt>
    <dgm:pt modelId="{4482FD79-A13E-40E8-9591-1F0C1733955F}" type="sibTrans" cxnId="{AFB4007B-50E2-4C2D-96F1-D85CC50104A8}">
      <dgm:prSet/>
      <dgm:spPr/>
      <dgm:t>
        <a:bodyPr/>
        <a:lstStyle/>
        <a:p>
          <a:endParaRPr lang="en-US"/>
        </a:p>
      </dgm:t>
    </dgm:pt>
    <dgm:pt modelId="{15A9A718-9418-4CBA-A6ED-0DE75F9E67C4}">
      <dgm:prSet phldrT="[Text]"/>
      <dgm:spPr/>
      <dgm:t>
        <a:bodyPr/>
        <a:lstStyle/>
        <a:p>
          <a:r>
            <a:rPr lang="en-US" dirty="0"/>
            <a:t>Para. 31A(a) – Added this requirement to strengthen the requirement when a summary of findings is provided in response to comment raised on Tuesday</a:t>
          </a:r>
        </a:p>
      </dgm:t>
    </dgm:pt>
    <dgm:pt modelId="{85F4E7E5-C84A-4E90-95C2-08CCD028F703}" type="parTrans" cxnId="{869EA407-8A2F-4308-8692-76AEF022A756}">
      <dgm:prSet/>
      <dgm:spPr/>
      <dgm:t>
        <a:bodyPr/>
        <a:lstStyle/>
        <a:p>
          <a:endParaRPr lang="en-US"/>
        </a:p>
      </dgm:t>
    </dgm:pt>
    <dgm:pt modelId="{F7AE1D3C-ADA0-4EFE-AD5D-2A46ADB68B31}" type="sibTrans" cxnId="{869EA407-8A2F-4308-8692-76AEF022A756}">
      <dgm:prSet/>
      <dgm:spPr/>
      <dgm:t>
        <a:bodyPr/>
        <a:lstStyle/>
        <a:p>
          <a:endParaRPr lang="en-US"/>
        </a:p>
      </dgm:t>
    </dgm:pt>
    <dgm:pt modelId="{ABBEDF51-9D7F-4246-AC62-5DA1E792FEA1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Undertaking an AUP Engagement with Another Engagement (Para. 33, A45)</a:t>
          </a:r>
        </a:p>
      </dgm:t>
    </dgm:pt>
    <dgm:pt modelId="{7D546431-D09E-4849-B28F-FCCD9557FE87}" type="parTrans" cxnId="{9FF1A88B-1710-4A65-87EF-77B252100310}">
      <dgm:prSet/>
      <dgm:spPr/>
      <dgm:t>
        <a:bodyPr/>
        <a:lstStyle/>
        <a:p>
          <a:endParaRPr lang="en-US"/>
        </a:p>
      </dgm:t>
    </dgm:pt>
    <dgm:pt modelId="{91A808BD-06DD-44CC-97A1-1708A333926F}" type="sibTrans" cxnId="{9FF1A88B-1710-4A65-87EF-77B252100310}">
      <dgm:prSet/>
      <dgm:spPr/>
      <dgm:t>
        <a:bodyPr/>
        <a:lstStyle/>
        <a:p>
          <a:endParaRPr lang="en-US"/>
        </a:p>
      </dgm:t>
    </dgm:pt>
    <dgm:pt modelId="{BF86B454-1C0A-4A99-96EB-E076DE6B2C15}">
      <dgm:prSet phldrT="[Text]"/>
      <dgm:spPr/>
      <dgm:t>
        <a:bodyPr/>
        <a:lstStyle/>
        <a:p>
          <a:r>
            <a:rPr lang="en-US" dirty="0"/>
            <a:t>No change from draft presented on Tuesday</a:t>
          </a:r>
        </a:p>
      </dgm:t>
    </dgm:pt>
    <dgm:pt modelId="{2585A3A2-BFE5-49F8-8B33-B7505A45B164}" type="parTrans" cxnId="{F4977C46-6C08-4545-BB44-1B8FDED94AF0}">
      <dgm:prSet/>
      <dgm:spPr/>
      <dgm:t>
        <a:bodyPr/>
        <a:lstStyle/>
        <a:p>
          <a:endParaRPr lang="en-US"/>
        </a:p>
      </dgm:t>
    </dgm:pt>
    <dgm:pt modelId="{FED74356-B371-4FB0-A9DA-5B4B3F7A2A0A}" type="sibTrans" cxnId="{F4977C46-6C08-4545-BB44-1B8FDED94AF0}">
      <dgm:prSet/>
      <dgm:spPr/>
      <dgm:t>
        <a:bodyPr/>
        <a:lstStyle/>
        <a:p>
          <a:endParaRPr lang="en-US"/>
        </a:p>
      </dgm:t>
    </dgm:pt>
    <dgm:pt modelId="{E314CD66-B1EE-48B8-8C0C-8621D3145CD8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Documentation (Para. 34, A46)</a:t>
          </a:r>
        </a:p>
      </dgm:t>
    </dgm:pt>
    <dgm:pt modelId="{0497A13F-C401-44C2-A78A-E13E79956755}" type="parTrans" cxnId="{31939AB5-07A0-4ED3-BA75-F1A42E411360}">
      <dgm:prSet/>
      <dgm:spPr/>
      <dgm:t>
        <a:bodyPr/>
        <a:lstStyle/>
        <a:p>
          <a:endParaRPr lang="en-US"/>
        </a:p>
      </dgm:t>
    </dgm:pt>
    <dgm:pt modelId="{B4944E59-9B92-485A-BE39-E16FE6BB6C73}" type="sibTrans" cxnId="{31939AB5-07A0-4ED3-BA75-F1A42E411360}">
      <dgm:prSet/>
      <dgm:spPr/>
      <dgm:t>
        <a:bodyPr/>
        <a:lstStyle/>
        <a:p>
          <a:endParaRPr lang="en-US"/>
        </a:p>
      </dgm:t>
    </dgm:pt>
    <dgm:pt modelId="{B696C340-FE61-4233-BD89-C7460AC93D70}">
      <dgm:prSet phldrT="[Text]"/>
      <dgm:spPr/>
      <dgm:t>
        <a:bodyPr/>
        <a:lstStyle/>
        <a:p>
          <a:r>
            <a:rPr lang="en-US" dirty="0"/>
            <a:t>Editorial change to para. A46</a:t>
          </a:r>
        </a:p>
      </dgm:t>
    </dgm:pt>
    <dgm:pt modelId="{93DCED3A-C9DE-40F9-BD67-2F4692578C5B}" type="parTrans" cxnId="{0C5F18EA-E8F1-4AC2-97ED-D6619FA373BE}">
      <dgm:prSet/>
      <dgm:spPr/>
      <dgm:t>
        <a:bodyPr/>
        <a:lstStyle/>
        <a:p>
          <a:endParaRPr lang="en-US"/>
        </a:p>
      </dgm:t>
    </dgm:pt>
    <dgm:pt modelId="{D9741408-1BE0-4060-8AE0-CBFD333992BE}" type="sibTrans" cxnId="{0C5F18EA-E8F1-4AC2-97ED-D6619FA373BE}">
      <dgm:prSet/>
      <dgm:spPr/>
      <dgm:t>
        <a:bodyPr/>
        <a:lstStyle/>
        <a:p>
          <a:endParaRPr lang="en-US"/>
        </a:p>
      </dgm:t>
    </dgm:pt>
    <dgm:pt modelId="{B04C1C07-3A5E-4738-BDAD-9BD17269A788}" type="pres">
      <dgm:prSet presAssocID="{09D54E76-551D-4888-BE71-ECDB8A2705E0}" presName="linear" presStyleCnt="0">
        <dgm:presLayoutVars>
          <dgm:animLvl val="lvl"/>
          <dgm:resizeHandles val="exact"/>
        </dgm:presLayoutVars>
      </dgm:prSet>
      <dgm:spPr/>
    </dgm:pt>
    <dgm:pt modelId="{4E772169-5089-47AE-914F-37EDC3AB619C}" type="pres">
      <dgm:prSet presAssocID="{F7AC8AF1-01B2-4A14-A396-7FF190A8CAE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BDB45D6-7DD2-4088-AAF3-0EE934AE297B}" type="pres">
      <dgm:prSet presAssocID="{F7AC8AF1-01B2-4A14-A396-7FF190A8CAE1}" presName="childText" presStyleLbl="revTx" presStyleIdx="0" presStyleCnt="3">
        <dgm:presLayoutVars>
          <dgm:bulletEnabled val="1"/>
        </dgm:presLayoutVars>
      </dgm:prSet>
      <dgm:spPr/>
    </dgm:pt>
    <dgm:pt modelId="{F411A348-4B7A-4B2C-9FF1-95786E58E318}" type="pres">
      <dgm:prSet presAssocID="{ABBEDF51-9D7F-4246-AC62-5DA1E792FEA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D55B705-BD6B-4305-A7D2-0E69EDCD9C37}" type="pres">
      <dgm:prSet presAssocID="{ABBEDF51-9D7F-4246-AC62-5DA1E792FEA1}" presName="childText" presStyleLbl="revTx" presStyleIdx="1" presStyleCnt="3">
        <dgm:presLayoutVars>
          <dgm:bulletEnabled val="1"/>
        </dgm:presLayoutVars>
      </dgm:prSet>
      <dgm:spPr/>
    </dgm:pt>
    <dgm:pt modelId="{B8EAC14D-3620-42A8-99E6-AF1011CBB985}" type="pres">
      <dgm:prSet presAssocID="{E314CD66-B1EE-48B8-8C0C-8621D3145CD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99AF922-6DF2-48D4-907D-7D79B8CB0865}" type="pres">
      <dgm:prSet presAssocID="{E314CD66-B1EE-48B8-8C0C-8621D3145CD8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869EA407-8A2F-4308-8692-76AEF022A756}" srcId="{F7AC8AF1-01B2-4A14-A396-7FF190A8CAE1}" destId="{15A9A718-9418-4CBA-A6ED-0DE75F9E67C4}" srcOrd="0" destOrd="0" parTransId="{85F4E7E5-C84A-4E90-95C2-08CCD028F703}" sibTransId="{F7AE1D3C-ADA0-4EFE-AD5D-2A46ADB68B31}"/>
    <dgm:cxn modelId="{CC9A8613-E2BC-4427-8179-D1814E6FB93B}" type="presOf" srcId="{15A9A718-9418-4CBA-A6ED-0DE75F9E67C4}" destId="{5BDB45D6-7DD2-4088-AAF3-0EE934AE297B}" srcOrd="0" destOrd="0" presId="urn:microsoft.com/office/officeart/2005/8/layout/vList2"/>
    <dgm:cxn modelId="{A685962F-EC9C-4DDD-8A9A-5B9D2AF66F86}" type="presOf" srcId="{F7AC8AF1-01B2-4A14-A396-7FF190A8CAE1}" destId="{4E772169-5089-47AE-914F-37EDC3AB619C}" srcOrd="0" destOrd="0" presId="urn:microsoft.com/office/officeart/2005/8/layout/vList2"/>
    <dgm:cxn modelId="{F4977C46-6C08-4545-BB44-1B8FDED94AF0}" srcId="{ABBEDF51-9D7F-4246-AC62-5DA1E792FEA1}" destId="{BF86B454-1C0A-4A99-96EB-E076DE6B2C15}" srcOrd="0" destOrd="0" parTransId="{2585A3A2-BFE5-49F8-8B33-B7505A45B164}" sibTransId="{FED74356-B371-4FB0-A9DA-5B4B3F7A2A0A}"/>
    <dgm:cxn modelId="{3D27A755-9707-4A4A-B930-F5847DFF7D16}" type="presOf" srcId="{B696C340-FE61-4233-BD89-C7460AC93D70}" destId="{599AF922-6DF2-48D4-907D-7D79B8CB0865}" srcOrd="0" destOrd="0" presId="urn:microsoft.com/office/officeart/2005/8/layout/vList2"/>
    <dgm:cxn modelId="{AFB4007B-50E2-4C2D-96F1-D85CC50104A8}" srcId="{09D54E76-551D-4888-BE71-ECDB8A2705E0}" destId="{F7AC8AF1-01B2-4A14-A396-7FF190A8CAE1}" srcOrd="0" destOrd="0" parTransId="{2BF277E5-CD8B-494C-AC7B-398CBEC81823}" sibTransId="{4482FD79-A13E-40E8-9591-1F0C1733955F}"/>
    <dgm:cxn modelId="{9FF1A88B-1710-4A65-87EF-77B252100310}" srcId="{09D54E76-551D-4888-BE71-ECDB8A2705E0}" destId="{ABBEDF51-9D7F-4246-AC62-5DA1E792FEA1}" srcOrd="1" destOrd="0" parTransId="{7D546431-D09E-4849-B28F-FCCD9557FE87}" sibTransId="{91A808BD-06DD-44CC-97A1-1708A333926F}"/>
    <dgm:cxn modelId="{6F8A0D96-57E5-4A5C-89A2-BD429EEFCC95}" type="presOf" srcId="{E314CD66-B1EE-48B8-8C0C-8621D3145CD8}" destId="{B8EAC14D-3620-42A8-99E6-AF1011CBB985}" srcOrd="0" destOrd="0" presId="urn:microsoft.com/office/officeart/2005/8/layout/vList2"/>
    <dgm:cxn modelId="{1BD89EAB-69DC-442B-89B5-00BFE3C9584B}" type="presOf" srcId="{09D54E76-551D-4888-BE71-ECDB8A2705E0}" destId="{B04C1C07-3A5E-4738-BDAD-9BD17269A788}" srcOrd="0" destOrd="0" presId="urn:microsoft.com/office/officeart/2005/8/layout/vList2"/>
    <dgm:cxn modelId="{31939AB5-07A0-4ED3-BA75-F1A42E411360}" srcId="{09D54E76-551D-4888-BE71-ECDB8A2705E0}" destId="{E314CD66-B1EE-48B8-8C0C-8621D3145CD8}" srcOrd="2" destOrd="0" parTransId="{0497A13F-C401-44C2-A78A-E13E79956755}" sibTransId="{B4944E59-9B92-485A-BE39-E16FE6BB6C73}"/>
    <dgm:cxn modelId="{C3132AB9-9A3A-48CE-BF16-02C574225306}" type="presOf" srcId="{BF86B454-1C0A-4A99-96EB-E076DE6B2C15}" destId="{1D55B705-BD6B-4305-A7D2-0E69EDCD9C37}" srcOrd="0" destOrd="0" presId="urn:microsoft.com/office/officeart/2005/8/layout/vList2"/>
    <dgm:cxn modelId="{2DF95CD3-9F1F-4A7C-B4A7-710065BD3FCD}" type="presOf" srcId="{ABBEDF51-9D7F-4246-AC62-5DA1E792FEA1}" destId="{F411A348-4B7A-4B2C-9FF1-95786E58E318}" srcOrd="0" destOrd="0" presId="urn:microsoft.com/office/officeart/2005/8/layout/vList2"/>
    <dgm:cxn modelId="{0C5F18EA-E8F1-4AC2-97ED-D6619FA373BE}" srcId="{E314CD66-B1EE-48B8-8C0C-8621D3145CD8}" destId="{B696C340-FE61-4233-BD89-C7460AC93D70}" srcOrd="0" destOrd="0" parTransId="{93DCED3A-C9DE-40F9-BD67-2F4692578C5B}" sibTransId="{D9741408-1BE0-4060-8AE0-CBFD333992BE}"/>
    <dgm:cxn modelId="{3BB957DB-D15C-4A6E-8257-7BF8E83BC7E4}" type="presParOf" srcId="{B04C1C07-3A5E-4738-BDAD-9BD17269A788}" destId="{4E772169-5089-47AE-914F-37EDC3AB619C}" srcOrd="0" destOrd="0" presId="urn:microsoft.com/office/officeart/2005/8/layout/vList2"/>
    <dgm:cxn modelId="{5B2548ED-5C7A-41E6-BC85-8FBBC02E4271}" type="presParOf" srcId="{B04C1C07-3A5E-4738-BDAD-9BD17269A788}" destId="{5BDB45D6-7DD2-4088-AAF3-0EE934AE297B}" srcOrd="1" destOrd="0" presId="urn:microsoft.com/office/officeart/2005/8/layout/vList2"/>
    <dgm:cxn modelId="{A5BBEF06-962F-4613-8AF2-8032194641A8}" type="presParOf" srcId="{B04C1C07-3A5E-4738-BDAD-9BD17269A788}" destId="{F411A348-4B7A-4B2C-9FF1-95786E58E318}" srcOrd="2" destOrd="0" presId="urn:microsoft.com/office/officeart/2005/8/layout/vList2"/>
    <dgm:cxn modelId="{32AACBB3-861A-41BC-A9E1-FAA0AFF6202E}" type="presParOf" srcId="{B04C1C07-3A5E-4738-BDAD-9BD17269A788}" destId="{1D55B705-BD6B-4305-A7D2-0E69EDCD9C37}" srcOrd="3" destOrd="0" presId="urn:microsoft.com/office/officeart/2005/8/layout/vList2"/>
    <dgm:cxn modelId="{4A7CBCAF-1C5F-4A1F-9BCE-8C2D5249C63B}" type="presParOf" srcId="{B04C1C07-3A5E-4738-BDAD-9BD17269A788}" destId="{B8EAC14D-3620-42A8-99E6-AF1011CBB985}" srcOrd="4" destOrd="0" presId="urn:microsoft.com/office/officeart/2005/8/layout/vList2"/>
    <dgm:cxn modelId="{E8BC0BF5-354C-4A32-92AA-9D406A1F7CB2}" type="presParOf" srcId="{B04C1C07-3A5E-4738-BDAD-9BD17269A788}" destId="{599AF922-6DF2-48D4-907D-7D79B8CB0865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9D54E76-551D-4888-BE71-ECDB8A2705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0462BF-8414-4027-B376-E72F7CEA7B22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Appendix 1 – Illustrative Engagement Letter</a:t>
          </a:r>
        </a:p>
      </dgm:t>
    </dgm:pt>
    <dgm:pt modelId="{9A22A164-1C88-4FCE-82A4-A8076663F31F}" type="parTrans" cxnId="{2C830547-4352-443F-A8C9-F481D3B11B4A}">
      <dgm:prSet/>
      <dgm:spPr/>
      <dgm:t>
        <a:bodyPr/>
        <a:lstStyle/>
        <a:p>
          <a:endParaRPr lang="en-US"/>
        </a:p>
      </dgm:t>
    </dgm:pt>
    <dgm:pt modelId="{0FD00A1F-485D-4D21-A0A7-4B01B54AA0BF}" type="sibTrans" cxnId="{2C830547-4352-443F-A8C9-F481D3B11B4A}">
      <dgm:prSet/>
      <dgm:spPr/>
      <dgm:t>
        <a:bodyPr/>
        <a:lstStyle/>
        <a:p>
          <a:endParaRPr lang="en-US"/>
        </a:p>
      </dgm:t>
    </dgm:pt>
    <dgm:pt modelId="{CC622441-B7CC-488A-917C-1197152F0B4B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Appendix 2 – Illustrative AUP Reports</a:t>
          </a:r>
        </a:p>
      </dgm:t>
    </dgm:pt>
    <dgm:pt modelId="{2CCA279C-0B8C-46F2-86AE-09E7A56A2183}" type="parTrans" cxnId="{1A2AF336-E1D7-4E72-AE42-6CD57B727101}">
      <dgm:prSet/>
      <dgm:spPr/>
      <dgm:t>
        <a:bodyPr/>
        <a:lstStyle/>
        <a:p>
          <a:endParaRPr lang="en-US"/>
        </a:p>
      </dgm:t>
    </dgm:pt>
    <dgm:pt modelId="{10053DAC-770A-4E34-82D3-64C4E9169373}" type="sibTrans" cxnId="{1A2AF336-E1D7-4E72-AE42-6CD57B727101}">
      <dgm:prSet/>
      <dgm:spPr/>
      <dgm:t>
        <a:bodyPr/>
        <a:lstStyle/>
        <a:p>
          <a:endParaRPr lang="en-US"/>
        </a:p>
      </dgm:t>
    </dgm:pt>
    <dgm:pt modelId="{8C061876-A67C-45B3-AB93-7ACA5E9B11B3}">
      <dgm:prSet phldrT="[Text]"/>
      <dgm:spPr/>
      <dgm:t>
        <a:bodyPr/>
        <a:lstStyle/>
        <a:p>
          <a:r>
            <a:rPr lang="en-US" dirty="0"/>
            <a:t>Removed references to “(if relevant, other parties)” to simplify the illustrative engagement letter </a:t>
          </a:r>
        </a:p>
      </dgm:t>
    </dgm:pt>
    <dgm:pt modelId="{20FBC373-71CB-447D-B5B2-9A2371ACFAEE}" type="parTrans" cxnId="{591C34CE-0883-4D7A-A85E-1EE1E0E5E107}">
      <dgm:prSet/>
      <dgm:spPr/>
      <dgm:t>
        <a:bodyPr/>
        <a:lstStyle/>
        <a:p>
          <a:endParaRPr lang="en-US"/>
        </a:p>
      </dgm:t>
    </dgm:pt>
    <dgm:pt modelId="{692EA5B3-807A-4453-9FFA-19DDFF70FA1F}" type="sibTrans" cxnId="{591C34CE-0883-4D7A-A85E-1EE1E0E5E107}">
      <dgm:prSet/>
      <dgm:spPr/>
      <dgm:t>
        <a:bodyPr/>
        <a:lstStyle/>
        <a:p>
          <a:endParaRPr lang="en-US"/>
        </a:p>
      </dgm:t>
    </dgm:pt>
    <dgm:pt modelId="{818EE42C-0FB1-449C-8746-6A7BA806C932}">
      <dgm:prSet phldrT="[Text]"/>
      <dgm:spPr/>
      <dgm:t>
        <a:bodyPr/>
        <a:lstStyle/>
        <a:p>
          <a:r>
            <a:rPr lang="en-US" dirty="0"/>
            <a:t>Illustrations 1 &amp; 2 – Changes to reflect matters previously discussed</a:t>
          </a:r>
        </a:p>
      </dgm:t>
    </dgm:pt>
    <dgm:pt modelId="{BFB09D23-EE31-4A59-8CC8-5DCB20214B8E}" type="parTrans" cxnId="{C6332C7C-DC24-4F79-8E4D-E5040266DC0F}">
      <dgm:prSet/>
      <dgm:spPr/>
      <dgm:t>
        <a:bodyPr/>
        <a:lstStyle/>
        <a:p>
          <a:endParaRPr lang="en-US"/>
        </a:p>
      </dgm:t>
    </dgm:pt>
    <dgm:pt modelId="{05519099-5EED-4ACE-9FFB-C73E7155BA3E}" type="sibTrans" cxnId="{C6332C7C-DC24-4F79-8E4D-E5040266DC0F}">
      <dgm:prSet/>
      <dgm:spPr/>
      <dgm:t>
        <a:bodyPr/>
        <a:lstStyle/>
        <a:p>
          <a:endParaRPr lang="en-US"/>
        </a:p>
      </dgm:t>
    </dgm:pt>
    <dgm:pt modelId="{63625342-9DC0-4FF6-9C0D-89750ABD45B6}">
      <dgm:prSet phldrT="[Text]"/>
      <dgm:spPr/>
      <dgm:t>
        <a:bodyPr/>
        <a:lstStyle/>
        <a:p>
          <a:r>
            <a:rPr lang="en-US" dirty="0"/>
            <a:t>Other changes to reflect matters previously discussed</a:t>
          </a:r>
        </a:p>
      </dgm:t>
    </dgm:pt>
    <dgm:pt modelId="{7E55F77B-8799-4413-B493-C29B15ADEBA0}" type="parTrans" cxnId="{2C14CAB1-6F64-41B9-88B6-E66A0E54F993}">
      <dgm:prSet/>
      <dgm:spPr/>
      <dgm:t>
        <a:bodyPr/>
        <a:lstStyle/>
        <a:p>
          <a:endParaRPr lang="en-US"/>
        </a:p>
      </dgm:t>
    </dgm:pt>
    <dgm:pt modelId="{E170EE98-FE35-44EB-A960-17F61719C4BD}" type="sibTrans" cxnId="{2C14CAB1-6F64-41B9-88B6-E66A0E54F993}">
      <dgm:prSet/>
      <dgm:spPr/>
      <dgm:t>
        <a:bodyPr/>
        <a:lstStyle/>
        <a:p>
          <a:endParaRPr lang="en-US"/>
        </a:p>
      </dgm:t>
    </dgm:pt>
    <dgm:pt modelId="{F5DEA1CC-58C6-49D0-9E74-1075E0B2AB70}">
      <dgm:prSet phldrT="[Text]"/>
      <dgm:spPr/>
      <dgm:t>
        <a:bodyPr/>
        <a:lstStyle/>
        <a:p>
          <a:r>
            <a:rPr lang="en-US" dirty="0"/>
            <a:t>Illustration 1 (Procedures and Findings) – Replaced references to [Engaging Party] with [Responsible Party] to align with the circumstances set out in the introductory box</a:t>
          </a:r>
        </a:p>
      </dgm:t>
    </dgm:pt>
    <dgm:pt modelId="{5FCAC4AA-1719-4B23-8D27-3C9844A0AE83}" type="parTrans" cxnId="{740B5364-5A4F-4DBA-B4C6-15F36FFF5B01}">
      <dgm:prSet/>
      <dgm:spPr/>
      <dgm:t>
        <a:bodyPr/>
        <a:lstStyle/>
        <a:p>
          <a:endParaRPr lang="en-US"/>
        </a:p>
      </dgm:t>
    </dgm:pt>
    <dgm:pt modelId="{928E85A3-65EF-4ABF-874A-4684CBB9A5D0}" type="sibTrans" cxnId="{740B5364-5A4F-4DBA-B4C6-15F36FFF5B01}">
      <dgm:prSet/>
      <dgm:spPr/>
      <dgm:t>
        <a:bodyPr/>
        <a:lstStyle/>
        <a:p>
          <a:endParaRPr lang="en-US"/>
        </a:p>
      </dgm:t>
    </dgm:pt>
    <dgm:pt modelId="{D908C552-DFC2-4D8A-A433-C043BAD4DD8D}">
      <dgm:prSet phldrT="[Text]"/>
      <dgm:spPr/>
      <dgm:t>
        <a:bodyPr/>
        <a:lstStyle/>
        <a:p>
          <a:r>
            <a:rPr lang="en-US" dirty="0"/>
            <a:t>Illustration 2 (Procedures and Findings) – Changed finding 3 in response to comment raised on Tuesday </a:t>
          </a:r>
        </a:p>
      </dgm:t>
    </dgm:pt>
    <dgm:pt modelId="{521586EB-4F25-4944-922E-50389E8898A2}" type="parTrans" cxnId="{A29127DC-D24E-4830-B3A0-CEB7BF65809F}">
      <dgm:prSet/>
      <dgm:spPr/>
      <dgm:t>
        <a:bodyPr/>
        <a:lstStyle/>
        <a:p>
          <a:endParaRPr lang="en-US"/>
        </a:p>
      </dgm:t>
    </dgm:pt>
    <dgm:pt modelId="{C5A51D72-AE8F-49C2-AA70-DE5D2F78D5B0}" type="sibTrans" cxnId="{A29127DC-D24E-4830-B3A0-CEB7BF65809F}">
      <dgm:prSet/>
      <dgm:spPr/>
      <dgm:t>
        <a:bodyPr/>
        <a:lstStyle/>
        <a:p>
          <a:endParaRPr lang="en-US"/>
        </a:p>
      </dgm:t>
    </dgm:pt>
    <dgm:pt modelId="{B04C1C07-3A5E-4738-BDAD-9BD17269A788}" type="pres">
      <dgm:prSet presAssocID="{09D54E76-551D-4888-BE71-ECDB8A2705E0}" presName="linear" presStyleCnt="0">
        <dgm:presLayoutVars>
          <dgm:animLvl val="lvl"/>
          <dgm:resizeHandles val="exact"/>
        </dgm:presLayoutVars>
      </dgm:prSet>
      <dgm:spPr/>
    </dgm:pt>
    <dgm:pt modelId="{AE4E6C18-E6D6-4E33-A034-4111BF19BA14}" type="pres">
      <dgm:prSet presAssocID="{4D0462BF-8414-4027-B376-E72F7CEA7B2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C94761F-CF65-40C8-AD80-41D2AB3C4E9F}" type="pres">
      <dgm:prSet presAssocID="{4D0462BF-8414-4027-B376-E72F7CEA7B22}" presName="childText" presStyleLbl="revTx" presStyleIdx="0" presStyleCnt="2">
        <dgm:presLayoutVars>
          <dgm:bulletEnabled val="1"/>
        </dgm:presLayoutVars>
      </dgm:prSet>
      <dgm:spPr/>
    </dgm:pt>
    <dgm:pt modelId="{91893367-FA27-4EF1-B1DE-E5195C706DFE}" type="pres">
      <dgm:prSet presAssocID="{CC622441-B7CC-488A-917C-1197152F0B4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78BA3F2-0A06-4F91-A797-8CB06B245AA5}" type="pres">
      <dgm:prSet presAssocID="{CC622441-B7CC-488A-917C-1197152F0B4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03AED2A-1E88-446F-970D-A82E1C08DA28}" type="presOf" srcId="{63625342-9DC0-4FF6-9C0D-89750ABD45B6}" destId="{7C94761F-CF65-40C8-AD80-41D2AB3C4E9F}" srcOrd="0" destOrd="1" presId="urn:microsoft.com/office/officeart/2005/8/layout/vList2"/>
    <dgm:cxn modelId="{3D2E7F33-7433-442B-A075-472FEF17BBBA}" type="presOf" srcId="{8C061876-A67C-45B3-AB93-7ACA5E9B11B3}" destId="{7C94761F-CF65-40C8-AD80-41D2AB3C4E9F}" srcOrd="0" destOrd="0" presId="urn:microsoft.com/office/officeart/2005/8/layout/vList2"/>
    <dgm:cxn modelId="{1A2AF336-E1D7-4E72-AE42-6CD57B727101}" srcId="{09D54E76-551D-4888-BE71-ECDB8A2705E0}" destId="{CC622441-B7CC-488A-917C-1197152F0B4B}" srcOrd="1" destOrd="0" parTransId="{2CCA279C-0B8C-46F2-86AE-09E7A56A2183}" sibTransId="{10053DAC-770A-4E34-82D3-64C4E9169373}"/>
    <dgm:cxn modelId="{740B5364-5A4F-4DBA-B4C6-15F36FFF5B01}" srcId="{CC622441-B7CC-488A-917C-1197152F0B4B}" destId="{F5DEA1CC-58C6-49D0-9E74-1075E0B2AB70}" srcOrd="1" destOrd="0" parTransId="{5FCAC4AA-1719-4B23-8D27-3C9844A0AE83}" sibTransId="{928E85A3-65EF-4ABF-874A-4684CBB9A5D0}"/>
    <dgm:cxn modelId="{2C830547-4352-443F-A8C9-F481D3B11B4A}" srcId="{09D54E76-551D-4888-BE71-ECDB8A2705E0}" destId="{4D0462BF-8414-4027-B376-E72F7CEA7B22}" srcOrd="0" destOrd="0" parTransId="{9A22A164-1C88-4FCE-82A4-A8076663F31F}" sibTransId="{0FD00A1F-485D-4D21-A0A7-4B01B54AA0BF}"/>
    <dgm:cxn modelId="{C517CC4F-E046-44F1-A911-F4DF5769A18E}" type="presOf" srcId="{4D0462BF-8414-4027-B376-E72F7CEA7B22}" destId="{AE4E6C18-E6D6-4E33-A034-4111BF19BA14}" srcOrd="0" destOrd="0" presId="urn:microsoft.com/office/officeart/2005/8/layout/vList2"/>
    <dgm:cxn modelId="{C6332C7C-DC24-4F79-8E4D-E5040266DC0F}" srcId="{CC622441-B7CC-488A-917C-1197152F0B4B}" destId="{818EE42C-0FB1-449C-8746-6A7BA806C932}" srcOrd="0" destOrd="0" parTransId="{BFB09D23-EE31-4A59-8CC8-5DCB20214B8E}" sibTransId="{05519099-5EED-4ACE-9FFB-C73E7155BA3E}"/>
    <dgm:cxn modelId="{781E1281-254C-4A11-9504-0904C69A2405}" type="presOf" srcId="{CC622441-B7CC-488A-917C-1197152F0B4B}" destId="{91893367-FA27-4EF1-B1DE-E5195C706DFE}" srcOrd="0" destOrd="0" presId="urn:microsoft.com/office/officeart/2005/8/layout/vList2"/>
    <dgm:cxn modelId="{CA13C296-CCA5-44E8-8261-44C3EA47159C}" type="presOf" srcId="{F5DEA1CC-58C6-49D0-9E74-1075E0B2AB70}" destId="{678BA3F2-0A06-4F91-A797-8CB06B245AA5}" srcOrd="0" destOrd="1" presId="urn:microsoft.com/office/officeart/2005/8/layout/vList2"/>
    <dgm:cxn modelId="{1BD89EAB-69DC-442B-89B5-00BFE3C9584B}" type="presOf" srcId="{09D54E76-551D-4888-BE71-ECDB8A2705E0}" destId="{B04C1C07-3A5E-4738-BDAD-9BD17269A788}" srcOrd="0" destOrd="0" presId="urn:microsoft.com/office/officeart/2005/8/layout/vList2"/>
    <dgm:cxn modelId="{2C14CAB1-6F64-41B9-88B6-E66A0E54F993}" srcId="{4D0462BF-8414-4027-B376-E72F7CEA7B22}" destId="{63625342-9DC0-4FF6-9C0D-89750ABD45B6}" srcOrd="1" destOrd="0" parTransId="{7E55F77B-8799-4413-B493-C29B15ADEBA0}" sibTransId="{E170EE98-FE35-44EB-A960-17F61719C4BD}"/>
    <dgm:cxn modelId="{24ACA9B6-FB77-4644-9640-7A1AD459293B}" type="presOf" srcId="{818EE42C-0FB1-449C-8746-6A7BA806C932}" destId="{678BA3F2-0A06-4F91-A797-8CB06B245AA5}" srcOrd="0" destOrd="0" presId="urn:microsoft.com/office/officeart/2005/8/layout/vList2"/>
    <dgm:cxn modelId="{4ED502CC-5652-4BE1-9921-970D43A359D9}" type="presOf" srcId="{D908C552-DFC2-4D8A-A433-C043BAD4DD8D}" destId="{678BA3F2-0A06-4F91-A797-8CB06B245AA5}" srcOrd="0" destOrd="2" presId="urn:microsoft.com/office/officeart/2005/8/layout/vList2"/>
    <dgm:cxn modelId="{591C34CE-0883-4D7A-A85E-1EE1E0E5E107}" srcId="{4D0462BF-8414-4027-B376-E72F7CEA7B22}" destId="{8C061876-A67C-45B3-AB93-7ACA5E9B11B3}" srcOrd="0" destOrd="0" parTransId="{20FBC373-71CB-447D-B5B2-9A2371ACFAEE}" sibTransId="{692EA5B3-807A-4453-9FFA-19DDFF70FA1F}"/>
    <dgm:cxn modelId="{A29127DC-D24E-4830-B3A0-CEB7BF65809F}" srcId="{CC622441-B7CC-488A-917C-1197152F0B4B}" destId="{D908C552-DFC2-4D8A-A433-C043BAD4DD8D}" srcOrd="2" destOrd="0" parTransId="{521586EB-4F25-4944-922E-50389E8898A2}" sibTransId="{C5A51D72-AE8F-49C2-AA70-DE5D2F78D5B0}"/>
    <dgm:cxn modelId="{778722AD-BFE0-47DB-BD5F-FA23567E0ADE}" type="presParOf" srcId="{B04C1C07-3A5E-4738-BDAD-9BD17269A788}" destId="{AE4E6C18-E6D6-4E33-A034-4111BF19BA14}" srcOrd="0" destOrd="0" presId="urn:microsoft.com/office/officeart/2005/8/layout/vList2"/>
    <dgm:cxn modelId="{D2F9565D-580B-45A6-A929-FC814514480E}" type="presParOf" srcId="{B04C1C07-3A5E-4738-BDAD-9BD17269A788}" destId="{7C94761F-CF65-40C8-AD80-41D2AB3C4E9F}" srcOrd="1" destOrd="0" presId="urn:microsoft.com/office/officeart/2005/8/layout/vList2"/>
    <dgm:cxn modelId="{E724758B-855E-45C5-B7E4-D924EA7C88F5}" type="presParOf" srcId="{B04C1C07-3A5E-4738-BDAD-9BD17269A788}" destId="{91893367-FA27-4EF1-B1DE-E5195C706DFE}" srcOrd="2" destOrd="0" presId="urn:microsoft.com/office/officeart/2005/8/layout/vList2"/>
    <dgm:cxn modelId="{D4C24538-5D86-45D2-803A-FFFF868D6294}" type="presParOf" srcId="{B04C1C07-3A5E-4738-BDAD-9BD17269A788}" destId="{678BA3F2-0A06-4F91-A797-8CB06B245AA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9D54E76-551D-4888-BE71-ECDB8A2705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0462BF-8414-4027-B376-E72F7CEA7B22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Due Process Matters</a:t>
          </a:r>
        </a:p>
      </dgm:t>
    </dgm:pt>
    <dgm:pt modelId="{9A22A164-1C88-4FCE-82A4-A8076663F31F}" type="parTrans" cxnId="{2C830547-4352-443F-A8C9-F481D3B11B4A}">
      <dgm:prSet/>
      <dgm:spPr/>
      <dgm:t>
        <a:bodyPr/>
        <a:lstStyle/>
        <a:p>
          <a:endParaRPr lang="en-US"/>
        </a:p>
      </dgm:t>
    </dgm:pt>
    <dgm:pt modelId="{0FD00A1F-485D-4D21-A0A7-4B01B54AA0BF}" type="sibTrans" cxnId="{2C830547-4352-443F-A8C9-F481D3B11B4A}">
      <dgm:prSet/>
      <dgm:spPr/>
      <dgm:t>
        <a:bodyPr/>
        <a:lstStyle/>
        <a:p>
          <a:endParaRPr lang="en-US"/>
        </a:p>
      </dgm:t>
    </dgm:pt>
    <dgm:pt modelId="{CC622441-B7CC-488A-917C-1197152F0B4B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Implementation Support</a:t>
          </a:r>
        </a:p>
      </dgm:t>
    </dgm:pt>
    <dgm:pt modelId="{2CCA279C-0B8C-46F2-86AE-09E7A56A2183}" type="parTrans" cxnId="{1A2AF336-E1D7-4E72-AE42-6CD57B727101}">
      <dgm:prSet/>
      <dgm:spPr/>
      <dgm:t>
        <a:bodyPr/>
        <a:lstStyle/>
        <a:p>
          <a:endParaRPr lang="en-US"/>
        </a:p>
      </dgm:t>
    </dgm:pt>
    <dgm:pt modelId="{10053DAC-770A-4E34-82D3-64C4E9169373}" type="sibTrans" cxnId="{1A2AF336-E1D7-4E72-AE42-6CD57B727101}">
      <dgm:prSet/>
      <dgm:spPr/>
      <dgm:t>
        <a:bodyPr/>
        <a:lstStyle/>
        <a:p>
          <a:endParaRPr lang="en-US"/>
        </a:p>
      </dgm:t>
    </dgm:pt>
    <dgm:pt modelId="{B760EFCC-9AD3-437E-929D-1F652F4106E9}">
      <dgm:prSet phldrT="[Text]"/>
      <dgm:spPr/>
      <dgm:t>
        <a:bodyPr/>
        <a:lstStyle/>
        <a:p>
          <a:r>
            <a:rPr lang="en-US" dirty="0"/>
            <a:t>Significant Matters</a:t>
          </a:r>
        </a:p>
      </dgm:t>
    </dgm:pt>
    <dgm:pt modelId="{2A1BABE8-71F0-451E-A59A-F3779202E5FE}" type="parTrans" cxnId="{03BC0118-166C-4C45-BCFD-62E06863E2B8}">
      <dgm:prSet/>
      <dgm:spPr/>
      <dgm:t>
        <a:bodyPr/>
        <a:lstStyle/>
        <a:p>
          <a:endParaRPr lang="en-US"/>
        </a:p>
      </dgm:t>
    </dgm:pt>
    <dgm:pt modelId="{AD72F374-30FD-4EDB-8409-4A0F869307B0}" type="sibTrans" cxnId="{03BC0118-166C-4C45-BCFD-62E06863E2B8}">
      <dgm:prSet/>
      <dgm:spPr/>
      <dgm:t>
        <a:bodyPr/>
        <a:lstStyle/>
        <a:p>
          <a:endParaRPr lang="en-US"/>
        </a:p>
      </dgm:t>
    </dgm:pt>
    <dgm:pt modelId="{D1C9FE05-0ED7-4929-945C-04D944A9D4C4}">
      <dgm:prSet phldrT="[Text]"/>
      <dgm:spPr/>
      <dgm:t>
        <a:bodyPr/>
        <a:lstStyle/>
        <a:p>
          <a:r>
            <a:rPr lang="en-US" dirty="0"/>
            <a:t>Re-exposure Considerations</a:t>
          </a:r>
        </a:p>
      </dgm:t>
    </dgm:pt>
    <dgm:pt modelId="{F8AD0E94-E36B-4B67-8961-0F50D1A0AE3A}" type="parTrans" cxnId="{750DC5A3-FEC4-4BE2-A7AD-E47801FB482C}">
      <dgm:prSet/>
      <dgm:spPr/>
      <dgm:t>
        <a:bodyPr/>
        <a:lstStyle/>
        <a:p>
          <a:endParaRPr lang="en-US"/>
        </a:p>
      </dgm:t>
    </dgm:pt>
    <dgm:pt modelId="{DD52D29E-2627-4C1C-BB05-E9773EA713E4}" type="sibTrans" cxnId="{750DC5A3-FEC4-4BE2-A7AD-E47801FB482C}">
      <dgm:prSet/>
      <dgm:spPr/>
      <dgm:t>
        <a:bodyPr/>
        <a:lstStyle/>
        <a:p>
          <a:endParaRPr lang="en-US"/>
        </a:p>
      </dgm:t>
    </dgm:pt>
    <dgm:pt modelId="{B04C1C07-3A5E-4738-BDAD-9BD17269A788}" type="pres">
      <dgm:prSet presAssocID="{09D54E76-551D-4888-BE71-ECDB8A2705E0}" presName="linear" presStyleCnt="0">
        <dgm:presLayoutVars>
          <dgm:animLvl val="lvl"/>
          <dgm:resizeHandles val="exact"/>
        </dgm:presLayoutVars>
      </dgm:prSet>
      <dgm:spPr/>
    </dgm:pt>
    <dgm:pt modelId="{AE4E6C18-E6D6-4E33-A034-4111BF19BA14}" type="pres">
      <dgm:prSet presAssocID="{4D0462BF-8414-4027-B376-E72F7CEA7B2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E94AC38-8BA8-4338-B166-E62B5B20EEF7}" type="pres">
      <dgm:prSet presAssocID="{4D0462BF-8414-4027-B376-E72F7CEA7B22}" presName="childText" presStyleLbl="revTx" presStyleIdx="0" presStyleCnt="1">
        <dgm:presLayoutVars>
          <dgm:bulletEnabled val="1"/>
        </dgm:presLayoutVars>
      </dgm:prSet>
      <dgm:spPr/>
    </dgm:pt>
    <dgm:pt modelId="{91893367-FA27-4EF1-B1DE-E5195C706DFE}" type="pres">
      <dgm:prSet presAssocID="{CC622441-B7CC-488A-917C-1197152F0B4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3BC0118-166C-4C45-BCFD-62E06863E2B8}" srcId="{4D0462BF-8414-4027-B376-E72F7CEA7B22}" destId="{B760EFCC-9AD3-437E-929D-1F652F4106E9}" srcOrd="0" destOrd="0" parTransId="{2A1BABE8-71F0-451E-A59A-F3779202E5FE}" sibTransId="{AD72F374-30FD-4EDB-8409-4A0F869307B0}"/>
    <dgm:cxn modelId="{1A2AF336-E1D7-4E72-AE42-6CD57B727101}" srcId="{09D54E76-551D-4888-BE71-ECDB8A2705E0}" destId="{CC622441-B7CC-488A-917C-1197152F0B4B}" srcOrd="1" destOrd="0" parTransId="{2CCA279C-0B8C-46F2-86AE-09E7A56A2183}" sibTransId="{10053DAC-770A-4E34-82D3-64C4E9169373}"/>
    <dgm:cxn modelId="{2C830547-4352-443F-A8C9-F481D3B11B4A}" srcId="{09D54E76-551D-4888-BE71-ECDB8A2705E0}" destId="{4D0462BF-8414-4027-B376-E72F7CEA7B22}" srcOrd="0" destOrd="0" parTransId="{9A22A164-1C88-4FCE-82A4-A8076663F31F}" sibTransId="{0FD00A1F-485D-4D21-A0A7-4B01B54AA0BF}"/>
    <dgm:cxn modelId="{8DB0B147-7E3B-4683-AE38-C6576EBE5493}" type="presOf" srcId="{B760EFCC-9AD3-437E-929D-1F652F4106E9}" destId="{0E94AC38-8BA8-4338-B166-E62B5B20EEF7}" srcOrd="0" destOrd="0" presId="urn:microsoft.com/office/officeart/2005/8/layout/vList2"/>
    <dgm:cxn modelId="{C5E0D16E-2D0D-4114-B681-776BE2F30739}" type="presOf" srcId="{D1C9FE05-0ED7-4929-945C-04D944A9D4C4}" destId="{0E94AC38-8BA8-4338-B166-E62B5B20EEF7}" srcOrd="0" destOrd="1" presId="urn:microsoft.com/office/officeart/2005/8/layout/vList2"/>
    <dgm:cxn modelId="{C517CC4F-E046-44F1-A911-F4DF5769A18E}" type="presOf" srcId="{4D0462BF-8414-4027-B376-E72F7CEA7B22}" destId="{AE4E6C18-E6D6-4E33-A034-4111BF19BA14}" srcOrd="0" destOrd="0" presId="urn:microsoft.com/office/officeart/2005/8/layout/vList2"/>
    <dgm:cxn modelId="{781E1281-254C-4A11-9504-0904C69A2405}" type="presOf" srcId="{CC622441-B7CC-488A-917C-1197152F0B4B}" destId="{91893367-FA27-4EF1-B1DE-E5195C706DFE}" srcOrd="0" destOrd="0" presId="urn:microsoft.com/office/officeart/2005/8/layout/vList2"/>
    <dgm:cxn modelId="{750DC5A3-FEC4-4BE2-A7AD-E47801FB482C}" srcId="{4D0462BF-8414-4027-B376-E72F7CEA7B22}" destId="{D1C9FE05-0ED7-4929-945C-04D944A9D4C4}" srcOrd="1" destOrd="0" parTransId="{F8AD0E94-E36B-4B67-8961-0F50D1A0AE3A}" sibTransId="{DD52D29E-2627-4C1C-BB05-E9773EA713E4}"/>
    <dgm:cxn modelId="{1BD89EAB-69DC-442B-89B5-00BFE3C9584B}" type="presOf" srcId="{09D54E76-551D-4888-BE71-ECDB8A2705E0}" destId="{B04C1C07-3A5E-4738-BDAD-9BD17269A788}" srcOrd="0" destOrd="0" presId="urn:microsoft.com/office/officeart/2005/8/layout/vList2"/>
    <dgm:cxn modelId="{778722AD-BFE0-47DB-BD5F-FA23567E0ADE}" type="presParOf" srcId="{B04C1C07-3A5E-4738-BDAD-9BD17269A788}" destId="{AE4E6C18-E6D6-4E33-A034-4111BF19BA14}" srcOrd="0" destOrd="0" presId="urn:microsoft.com/office/officeart/2005/8/layout/vList2"/>
    <dgm:cxn modelId="{65B0CA88-244E-4A9C-8623-90CECF2CB21E}" type="presParOf" srcId="{B04C1C07-3A5E-4738-BDAD-9BD17269A788}" destId="{0E94AC38-8BA8-4338-B166-E62B5B20EEF7}" srcOrd="1" destOrd="0" presId="urn:microsoft.com/office/officeart/2005/8/layout/vList2"/>
    <dgm:cxn modelId="{E724758B-855E-45C5-B7E4-D924EA7C88F5}" type="presParOf" srcId="{B04C1C07-3A5E-4738-BDAD-9BD17269A788}" destId="{91893367-FA27-4EF1-B1DE-E5195C706DF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4E6C18-E6D6-4E33-A034-4111BF19BA14}">
      <dsp:nvSpPr>
        <dsp:cNvPr id="0" name=""/>
        <dsp:cNvSpPr/>
      </dsp:nvSpPr>
      <dsp:spPr>
        <a:xfrm>
          <a:off x="0" y="4614"/>
          <a:ext cx="8229600" cy="575639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Introduction (Para. 1-10, A1-A8 )</a:t>
          </a:r>
        </a:p>
      </dsp:txBody>
      <dsp:txXfrm>
        <a:off x="28100" y="32714"/>
        <a:ext cx="8173400" cy="519439"/>
      </dsp:txXfrm>
    </dsp:sp>
    <dsp:sp modelId="{7C94761F-CF65-40C8-AD80-41D2AB3C4E9F}">
      <dsp:nvSpPr>
        <dsp:cNvPr id="0" name=""/>
        <dsp:cNvSpPr/>
      </dsp:nvSpPr>
      <dsp:spPr>
        <a:xfrm>
          <a:off x="0" y="580254"/>
          <a:ext cx="8229600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Editorial Changes to para. 4 &amp; 5</a:t>
          </a:r>
        </a:p>
      </dsp:txBody>
      <dsp:txXfrm>
        <a:off x="0" y="580254"/>
        <a:ext cx="8229600" cy="397440"/>
      </dsp:txXfrm>
    </dsp:sp>
    <dsp:sp modelId="{91893367-FA27-4EF1-B1DE-E5195C706DFE}">
      <dsp:nvSpPr>
        <dsp:cNvPr id="0" name=""/>
        <dsp:cNvSpPr/>
      </dsp:nvSpPr>
      <dsp:spPr>
        <a:xfrm>
          <a:off x="0" y="977694"/>
          <a:ext cx="8229600" cy="575639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Effective Date (Para. 11)</a:t>
          </a:r>
        </a:p>
      </dsp:txBody>
      <dsp:txXfrm>
        <a:off x="28100" y="1005794"/>
        <a:ext cx="8173400" cy="519439"/>
      </dsp:txXfrm>
    </dsp:sp>
    <dsp:sp modelId="{678BA3F2-0A06-4F91-A797-8CB06B245AA5}">
      <dsp:nvSpPr>
        <dsp:cNvPr id="0" name=""/>
        <dsp:cNvSpPr/>
      </dsp:nvSpPr>
      <dsp:spPr>
        <a:xfrm>
          <a:off x="0" y="1553333"/>
          <a:ext cx="8229600" cy="658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Footnote to address potentially lengthy implementation as agreed on Tuesday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Changed the effective date by one day – January 1, 2022</a:t>
          </a:r>
        </a:p>
      </dsp:txBody>
      <dsp:txXfrm>
        <a:off x="0" y="1553333"/>
        <a:ext cx="8229600" cy="658260"/>
      </dsp:txXfrm>
    </dsp:sp>
    <dsp:sp modelId="{34F7BF6C-1D2E-4779-81DC-6737825EE20F}">
      <dsp:nvSpPr>
        <dsp:cNvPr id="0" name=""/>
        <dsp:cNvSpPr/>
      </dsp:nvSpPr>
      <dsp:spPr>
        <a:xfrm>
          <a:off x="0" y="2211594"/>
          <a:ext cx="8229600" cy="575639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Objectives and Definitions (Para. 12-13, A8B-A11)</a:t>
          </a:r>
        </a:p>
      </dsp:txBody>
      <dsp:txXfrm>
        <a:off x="28100" y="2239694"/>
        <a:ext cx="8173400" cy="519439"/>
      </dsp:txXfrm>
    </dsp:sp>
    <dsp:sp modelId="{8361DC1F-00EE-4BAC-8467-20819742CAB2}">
      <dsp:nvSpPr>
        <dsp:cNvPr id="0" name=""/>
        <dsp:cNvSpPr/>
      </dsp:nvSpPr>
      <dsp:spPr>
        <a:xfrm>
          <a:off x="0" y="2787233"/>
          <a:ext cx="8229600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Changed para. A11 to address comment raised on Tuesday</a:t>
          </a:r>
        </a:p>
      </dsp:txBody>
      <dsp:txXfrm>
        <a:off x="0" y="2787233"/>
        <a:ext cx="8229600" cy="3974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4E6C18-E6D6-4E33-A034-4111BF19BA14}">
      <dsp:nvSpPr>
        <dsp:cNvPr id="0" name=""/>
        <dsp:cNvSpPr/>
      </dsp:nvSpPr>
      <dsp:spPr>
        <a:xfrm>
          <a:off x="0" y="35664"/>
          <a:ext cx="8229600" cy="575639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Conduct of an AUP Engagement (Para. 14-16)</a:t>
          </a:r>
        </a:p>
      </dsp:txBody>
      <dsp:txXfrm>
        <a:off x="28100" y="63764"/>
        <a:ext cx="8173400" cy="519439"/>
      </dsp:txXfrm>
    </dsp:sp>
    <dsp:sp modelId="{7C94761F-CF65-40C8-AD80-41D2AB3C4E9F}">
      <dsp:nvSpPr>
        <dsp:cNvPr id="0" name=""/>
        <dsp:cNvSpPr/>
      </dsp:nvSpPr>
      <dsp:spPr>
        <a:xfrm>
          <a:off x="0" y="611303"/>
          <a:ext cx="8229600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No changes</a:t>
          </a:r>
        </a:p>
      </dsp:txBody>
      <dsp:txXfrm>
        <a:off x="0" y="611303"/>
        <a:ext cx="8229600" cy="397440"/>
      </dsp:txXfrm>
    </dsp:sp>
    <dsp:sp modelId="{91893367-FA27-4EF1-B1DE-E5195C706DFE}">
      <dsp:nvSpPr>
        <dsp:cNvPr id="0" name=""/>
        <dsp:cNvSpPr/>
      </dsp:nvSpPr>
      <dsp:spPr>
        <a:xfrm>
          <a:off x="0" y="1008743"/>
          <a:ext cx="8229600" cy="575639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Relevant Ethical Requirements (Para. 17, A12-A13G)</a:t>
          </a:r>
        </a:p>
      </dsp:txBody>
      <dsp:txXfrm>
        <a:off x="28100" y="1036843"/>
        <a:ext cx="8173400" cy="519439"/>
      </dsp:txXfrm>
    </dsp:sp>
    <dsp:sp modelId="{678BA3F2-0A06-4F91-A797-8CB06B245AA5}">
      <dsp:nvSpPr>
        <dsp:cNvPr id="0" name=""/>
        <dsp:cNvSpPr/>
      </dsp:nvSpPr>
      <dsp:spPr>
        <a:xfrm>
          <a:off x="0" y="1584383"/>
          <a:ext cx="8229600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Added a footnote to explain that NOCLAR includes fraud (as per IESBA Code 360.5A2)</a:t>
          </a:r>
        </a:p>
      </dsp:txBody>
      <dsp:txXfrm>
        <a:off x="0" y="1584383"/>
        <a:ext cx="8229600" cy="596160"/>
      </dsp:txXfrm>
    </dsp:sp>
    <dsp:sp modelId="{34F7BF6C-1D2E-4779-81DC-6737825EE20F}">
      <dsp:nvSpPr>
        <dsp:cNvPr id="0" name=""/>
        <dsp:cNvSpPr/>
      </dsp:nvSpPr>
      <dsp:spPr>
        <a:xfrm>
          <a:off x="0" y="2180543"/>
          <a:ext cx="8229600" cy="575639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Professional Judgment (Para. 18, A14A-A16A)</a:t>
          </a:r>
        </a:p>
      </dsp:txBody>
      <dsp:txXfrm>
        <a:off x="28100" y="2208643"/>
        <a:ext cx="8173400" cy="519439"/>
      </dsp:txXfrm>
    </dsp:sp>
    <dsp:sp modelId="{8361DC1F-00EE-4BAC-8467-20819742CAB2}">
      <dsp:nvSpPr>
        <dsp:cNvPr id="0" name=""/>
        <dsp:cNvSpPr/>
      </dsp:nvSpPr>
      <dsp:spPr>
        <a:xfrm>
          <a:off x="0" y="2756184"/>
          <a:ext cx="8229600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Editorial changes to A14 and A16</a:t>
          </a:r>
        </a:p>
      </dsp:txBody>
      <dsp:txXfrm>
        <a:off x="0" y="2756184"/>
        <a:ext cx="8229600" cy="3974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4E6C18-E6D6-4E33-A034-4111BF19BA14}">
      <dsp:nvSpPr>
        <dsp:cNvPr id="0" name=""/>
        <dsp:cNvSpPr/>
      </dsp:nvSpPr>
      <dsp:spPr>
        <a:xfrm>
          <a:off x="0" y="7044"/>
          <a:ext cx="8229600" cy="842400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Engagement Level Quality Control (Para. 19-19A, A17-A19aa)</a:t>
          </a:r>
        </a:p>
      </dsp:txBody>
      <dsp:txXfrm>
        <a:off x="41123" y="48167"/>
        <a:ext cx="8147354" cy="760154"/>
      </dsp:txXfrm>
    </dsp:sp>
    <dsp:sp modelId="{7C94761F-CF65-40C8-AD80-41D2AB3C4E9F}">
      <dsp:nvSpPr>
        <dsp:cNvPr id="0" name=""/>
        <dsp:cNvSpPr/>
      </dsp:nvSpPr>
      <dsp:spPr>
        <a:xfrm>
          <a:off x="0" y="849444"/>
          <a:ext cx="8229600" cy="745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4130" rIns="135128" bIns="2413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Repositioned 21A to 19A (and A36 to A19aa)  to be consistent with the positioning in ISAE 3000 (Revised)</a:t>
          </a:r>
        </a:p>
      </dsp:txBody>
      <dsp:txXfrm>
        <a:off x="0" y="849444"/>
        <a:ext cx="8229600" cy="745200"/>
      </dsp:txXfrm>
    </dsp:sp>
    <dsp:sp modelId="{91893367-FA27-4EF1-B1DE-E5195C706DFE}">
      <dsp:nvSpPr>
        <dsp:cNvPr id="0" name=""/>
        <dsp:cNvSpPr/>
      </dsp:nvSpPr>
      <dsp:spPr>
        <a:xfrm>
          <a:off x="0" y="1594644"/>
          <a:ext cx="8229600" cy="842400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Engagement Acceptance and Continuance (Para. 20-21B, A19A-A25B)</a:t>
          </a:r>
        </a:p>
      </dsp:txBody>
      <dsp:txXfrm>
        <a:off x="41123" y="1635767"/>
        <a:ext cx="8147354" cy="760154"/>
      </dsp:txXfrm>
    </dsp:sp>
    <dsp:sp modelId="{678BA3F2-0A06-4F91-A797-8CB06B245AA5}">
      <dsp:nvSpPr>
        <dsp:cNvPr id="0" name=""/>
        <dsp:cNvSpPr/>
      </dsp:nvSpPr>
      <dsp:spPr>
        <a:xfrm>
          <a:off x="0" y="2437044"/>
          <a:ext cx="8229600" cy="745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4130" rIns="135128" bIns="2413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Changes to A25A and A25B as per wording in handout presented on Tuesday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Editorial changes to A22</a:t>
          </a:r>
        </a:p>
      </dsp:txBody>
      <dsp:txXfrm>
        <a:off x="0" y="2437044"/>
        <a:ext cx="8229600" cy="7452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BBF91C-DF75-4E41-B9DF-1572863B9B32}">
      <dsp:nvSpPr>
        <dsp:cNvPr id="0" name=""/>
        <dsp:cNvSpPr/>
      </dsp:nvSpPr>
      <dsp:spPr>
        <a:xfrm>
          <a:off x="0" y="238703"/>
          <a:ext cx="8229600" cy="575639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Agreeing the Terms of the Engagement (Para. 22-25, A29A-A32)</a:t>
          </a:r>
        </a:p>
      </dsp:txBody>
      <dsp:txXfrm>
        <a:off x="28100" y="266803"/>
        <a:ext cx="8173400" cy="519439"/>
      </dsp:txXfrm>
    </dsp:sp>
    <dsp:sp modelId="{77E3387E-6AC6-4E60-A88D-140033BC2507}">
      <dsp:nvSpPr>
        <dsp:cNvPr id="0" name=""/>
        <dsp:cNvSpPr/>
      </dsp:nvSpPr>
      <dsp:spPr>
        <a:xfrm>
          <a:off x="0" y="814343"/>
          <a:ext cx="8229600" cy="2136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Added 22(</a:t>
          </a:r>
          <a:r>
            <a:rPr lang="en-US" sz="1900" kern="1200" dirty="0" err="1"/>
            <a:t>bA</a:t>
          </a:r>
          <a:r>
            <a:rPr lang="en-US" sz="1900" kern="1200" dirty="0"/>
            <a:t>) to identify the responsible party (and removed the application material on responsible party in A29A)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Removed “capable of being objectively verified” from 22(e)(</a:t>
          </a:r>
          <a:r>
            <a:rPr lang="en-US" sz="1900" kern="1200" dirty="0" err="1"/>
            <a:t>iA</a:t>
          </a:r>
          <a:r>
            <a:rPr lang="en-US" sz="1900" kern="1200" dirty="0"/>
            <a:t>) as per wording in handout agreed on Tuesday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Added “</a:t>
          </a:r>
          <a:r>
            <a:rPr lang="en-US" sz="1900" b="1" kern="1200" dirty="0"/>
            <a:t>assurance</a:t>
          </a:r>
          <a:r>
            <a:rPr lang="en-US" sz="1900" kern="1200" dirty="0"/>
            <a:t> conclusion” in 22(e)(ii) (and other relevant paragraphs in the ISRS) in response to comment raised on Tuesday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Changed A29C as per wording in handout agreed on Tuesday</a:t>
          </a:r>
        </a:p>
      </dsp:txBody>
      <dsp:txXfrm>
        <a:off x="0" y="814343"/>
        <a:ext cx="8229600" cy="21362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29936-8EE9-49C6-B976-2EFDF024A43C}">
      <dsp:nvSpPr>
        <dsp:cNvPr id="0" name=""/>
        <dsp:cNvSpPr/>
      </dsp:nvSpPr>
      <dsp:spPr>
        <a:xfrm>
          <a:off x="0" y="323484"/>
          <a:ext cx="8229600" cy="575639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Performing the AUP (Para. 26-27, A34)</a:t>
          </a:r>
        </a:p>
      </dsp:txBody>
      <dsp:txXfrm>
        <a:off x="28100" y="351584"/>
        <a:ext cx="8173400" cy="519439"/>
      </dsp:txXfrm>
    </dsp:sp>
    <dsp:sp modelId="{14231009-98CA-45F3-A741-4BCB66813F07}">
      <dsp:nvSpPr>
        <dsp:cNvPr id="0" name=""/>
        <dsp:cNvSpPr/>
      </dsp:nvSpPr>
      <dsp:spPr>
        <a:xfrm>
          <a:off x="0" y="899124"/>
          <a:ext cx="8229600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No change from draft presented on Tuesday</a:t>
          </a:r>
        </a:p>
      </dsp:txBody>
      <dsp:txXfrm>
        <a:off x="0" y="899124"/>
        <a:ext cx="8229600" cy="397440"/>
      </dsp:txXfrm>
    </dsp:sp>
    <dsp:sp modelId="{75CDDBA2-1DBB-4442-AFA9-3B55E023FF32}">
      <dsp:nvSpPr>
        <dsp:cNvPr id="0" name=""/>
        <dsp:cNvSpPr/>
      </dsp:nvSpPr>
      <dsp:spPr>
        <a:xfrm>
          <a:off x="0" y="1296564"/>
          <a:ext cx="8229600" cy="575639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Using the Work of a Practitioner’s Expert (Para. 28, A34A-A36A)</a:t>
          </a:r>
        </a:p>
      </dsp:txBody>
      <dsp:txXfrm>
        <a:off x="28100" y="1324664"/>
        <a:ext cx="8173400" cy="519439"/>
      </dsp:txXfrm>
    </dsp:sp>
    <dsp:sp modelId="{C94F7D26-ADCB-4847-849B-5D10C773A769}">
      <dsp:nvSpPr>
        <dsp:cNvPr id="0" name=""/>
        <dsp:cNvSpPr/>
      </dsp:nvSpPr>
      <dsp:spPr>
        <a:xfrm>
          <a:off x="0" y="1872204"/>
          <a:ext cx="8229600" cy="993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Removed 28(b), which repeated repositioned 19A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Courier New" panose="02070309020205020404" pitchFamily="49" charset="0"/>
            <a:buChar char="o"/>
          </a:pPr>
          <a:r>
            <a:rPr lang="en-US" sz="1900" kern="1200" dirty="0"/>
            <a:t>Repositioned A36 [AM previously linked to 28(b)] to A19aa (to link to 19A)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Changed 28(d) to address comment raised on Tuesday</a:t>
          </a:r>
        </a:p>
      </dsp:txBody>
      <dsp:txXfrm>
        <a:off x="0" y="1872204"/>
        <a:ext cx="8229600" cy="9936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893367-FA27-4EF1-B1DE-E5195C706DFE}">
      <dsp:nvSpPr>
        <dsp:cNvPr id="0" name=""/>
        <dsp:cNvSpPr/>
      </dsp:nvSpPr>
      <dsp:spPr>
        <a:xfrm>
          <a:off x="0" y="38701"/>
          <a:ext cx="8229600" cy="503685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The AUP Report (Para. 30-32, A346B-A44)</a:t>
          </a:r>
        </a:p>
      </dsp:txBody>
      <dsp:txXfrm>
        <a:off x="24588" y="63289"/>
        <a:ext cx="8180424" cy="454509"/>
      </dsp:txXfrm>
    </dsp:sp>
    <dsp:sp modelId="{678BA3F2-0A06-4F91-A797-8CB06B245AA5}">
      <dsp:nvSpPr>
        <dsp:cNvPr id="0" name=""/>
        <dsp:cNvSpPr/>
      </dsp:nvSpPr>
      <dsp:spPr>
        <a:xfrm>
          <a:off x="0" y="542386"/>
          <a:ext cx="8229600" cy="2608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Para. 30(e)(</a:t>
          </a:r>
          <a:r>
            <a:rPr lang="en-US" sz="1600" kern="1200" dirty="0" err="1"/>
            <a:t>iA</a:t>
          </a:r>
          <a:r>
            <a:rPr lang="en-US" sz="1600" kern="1200" dirty="0"/>
            <a:t>) – Removed “objectively verified” as agreed on Tuesday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Para. 30(e)(ii) – Added requirement to state that the engaging party has determined the purpose of the AUP engagement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Para. 30(</a:t>
          </a:r>
          <a:r>
            <a:rPr lang="en-US" sz="1600" kern="1200" dirty="0" err="1"/>
            <a:t>eA</a:t>
          </a:r>
          <a:r>
            <a:rPr lang="en-US" sz="1600" kern="1200" dirty="0"/>
            <a:t>) – Added requirement to identify responsible party (and removed AM in para. A38)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Para. 30(</a:t>
          </a:r>
          <a:r>
            <a:rPr lang="en-US" sz="1600" kern="1200" dirty="0" err="1"/>
            <a:t>fA</a:t>
          </a:r>
          <a:r>
            <a:rPr lang="en-US" sz="1600" kern="1200" dirty="0"/>
            <a:t>) – Repositioned last sentence from 30(e)(ii) to 30(</a:t>
          </a:r>
          <a:r>
            <a:rPr lang="en-US" sz="1600" kern="1200" dirty="0" err="1"/>
            <a:t>fA</a:t>
          </a:r>
          <a:r>
            <a:rPr lang="en-US" sz="1600" kern="1200" dirty="0"/>
            <a:t>) to improve readability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Para. 30(g) – Added reference to “</a:t>
          </a:r>
          <a:r>
            <a:rPr lang="en-US" sz="1600" b="1" kern="1200" dirty="0"/>
            <a:t>assurance</a:t>
          </a:r>
          <a:r>
            <a:rPr lang="en-US" sz="1600" kern="1200" dirty="0"/>
            <a:t> conclusion”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Para. 30(j)(i) – Added “in conducting this engagement” in response to comment raised on Tuesday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Editorial changes to para. A37A, A37B, A40B, A40C</a:t>
          </a:r>
        </a:p>
      </dsp:txBody>
      <dsp:txXfrm>
        <a:off x="0" y="542386"/>
        <a:ext cx="8229600" cy="26082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772169-5089-47AE-914F-37EDC3AB619C}">
      <dsp:nvSpPr>
        <dsp:cNvPr id="0" name=""/>
        <dsp:cNvSpPr/>
      </dsp:nvSpPr>
      <dsp:spPr>
        <a:xfrm>
          <a:off x="0" y="290318"/>
          <a:ext cx="8229600" cy="479700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 AUP Report (Para. 30-32, A346B-A44) - Continued</a:t>
          </a:r>
        </a:p>
      </dsp:txBody>
      <dsp:txXfrm>
        <a:off x="23417" y="313735"/>
        <a:ext cx="8182766" cy="432866"/>
      </dsp:txXfrm>
    </dsp:sp>
    <dsp:sp modelId="{5BDB45D6-7DD2-4088-AAF3-0EE934AE297B}">
      <dsp:nvSpPr>
        <dsp:cNvPr id="0" name=""/>
        <dsp:cNvSpPr/>
      </dsp:nvSpPr>
      <dsp:spPr>
        <a:xfrm>
          <a:off x="0" y="770018"/>
          <a:ext cx="8229600" cy="50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Para. 31A(a) – Added this requirement to strengthen the requirement when a summary of findings is provided in response to comment raised on Tuesday</a:t>
          </a:r>
        </a:p>
      </dsp:txBody>
      <dsp:txXfrm>
        <a:off x="0" y="770018"/>
        <a:ext cx="8229600" cy="507150"/>
      </dsp:txXfrm>
    </dsp:sp>
    <dsp:sp modelId="{F411A348-4B7A-4B2C-9FF1-95786E58E318}">
      <dsp:nvSpPr>
        <dsp:cNvPr id="0" name=""/>
        <dsp:cNvSpPr/>
      </dsp:nvSpPr>
      <dsp:spPr>
        <a:xfrm>
          <a:off x="0" y="1277169"/>
          <a:ext cx="8229600" cy="479700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Undertaking an AUP Engagement with Another Engagement (Para. 33, A45)</a:t>
          </a:r>
        </a:p>
      </dsp:txBody>
      <dsp:txXfrm>
        <a:off x="23417" y="1300586"/>
        <a:ext cx="8182766" cy="432866"/>
      </dsp:txXfrm>
    </dsp:sp>
    <dsp:sp modelId="{1D55B705-BD6B-4305-A7D2-0E69EDCD9C37}">
      <dsp:nvSpPr>
        <dsp:cNvPr id="0" name=""/>
        <dsp:cNvSpPr/>
      </dsp:nvSpPr>
      <dsp:spPr>
        <a:xfrm>
          <a:off x="0" y="1756869"/>
          <a:ext cx="8229600" cy="331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No change from draft presented on Tuesday</a:t>
          </a:r>
        </a:p>
      </dsp:txBody>
      <dsp:txXfrm>
        <a:off x="0" y="1756869"/>
        <a:ext cx="8229600" cy="331200"/>
      </dsp:txXfrm>
    </dsp:sp>
    <dsp:sp modelId="{B8EAC14D-3620-42A8-99E6-AF1011CBB985}">
      <dsp:nvSpPr>
        <dsp:cNvPr id="0" name=""/>
        <dsp:cNvSpPr/>
      </dsp:nvSpPr>
      <dsp:spPr>
        <a:xfrm>
          <a:off x="0" y="2088069"/>
          <a:ext cx="8229600" cy="479700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Documentation (Para. 34, A46)</a:t>
          </a:r>
        </a:p>
      </dsp:txBody>
      <dsp:txXfrm>
        <a:off x="23417" y="2111486"/>
        <a:ext cx="8182766" cy="432866"/>
      </dsp:txXfrm>
    </dsp:sp>
    <dsp:sp modelId="{599AF922-6DF2-48D4-907D-7D79B8CB0865}">
      <dsp:nvSpPr>
        <dsp:cNvPr id="0" name=""/>
        <dsp:cNvSpPr/>
      </dsp:nvSpPr>
      <dsp:spPr>
        <a:xfrm>
          <a:off x="0" y="2567769"/>
          <a:ext cx="8229600" cy="331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Editorial change to para. A46</a:t>
          </a:r>
        </a:p>
      </dsp:txBody>
      <dsp:txXfrm>
        <a:off x="0" y="2567769"/>
        <a:ext cx="8229600" cy="3312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4E6C18-E6D6-4E33-A034-4111BF19BA14}">
      <dsp:nvSpPr>
        <dsp:cNvPr id="0" name=""/>
        <dsp:cNvSpPr/>
      </dsp:nvSpPr>
      <dsp:spPr>
        <a:xfrm>
          <a:off x="0" y="58546"/>
          <a:ext cx="8229600" cy="503685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Appendix 1 – Illustrative Engagement Letter</a:t>
          </a:r>
        </a:p>
      </dsp:txBody>
      <dsp:txXfrm>
        <a:off x="24588" y="83134"/>
        <a:ext cx="8180424" cy="454509"/>
      </dsp:txXfrm>
    </dsp:sp>
    <dsp:sp modelId="{7C94761F-CF65-40C8-AD80-41D2AB3C4E9F}">
      <dsp:nvSpPr>
        <dsp:cNvPr id="0" name=""/>
        <dsp:cNvSpPr/>
      </dsp:nvSpPr>
      <dsp:spPr>
        <a:xfrm>
          <a:off x="0" y="562231"/>
          <a:ext cx="8229600" cy="78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Removed references to “(if relevant, other parties)” to simplify the illustrative engagement letter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Other changes to reflect matters previously discussed</a:t>
          </a:r>
        </a:p>
      </dsp:txBody>
      <dsp:txXfrm>
        <a:off x="0" y="562231"/>
        <a:ext cx="8229600" cy="782460"/>
      </dsp:txXfrm>
    </dsp:sp>
    <dsp:sp modelId="{91893367-FA27-4EF1-B1DE-E5195C706DFE}">
      <dsp:nvSpPr>
        <dsp:cNvPr id="0" name=""/>
        <dsp:cNvSpPr/>
      </dsp:nvSpPr>
      <dsp:spPr>
        <a:xfrm>
          <a:off x="0" y="1344691"/>
          <a:ext cx="8229600" cy="503685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Appendix 2 – Illustrative AUP Reports</a:t>
          </a:r>
        </a:p>
      </dsp:txBody>
      <dsp:txXfrm>
        <a:off x="24588" y="1369279"/>
        <a:ext cx="8180424" cy="454509"/>
      </dsp:txXfrm>
    </dsp:sp>
    <dsp:sp modelId="{678BA3F2-0A06-4F91-A797-8CB06B245AA5}">
      <dsp:nvSpPr>
        <dsp:cNvPr id="0" name=""/>
        <dsp:cNvSpPr/>
      </dsp:nvSpPr>
      <dsp:spPr>
        <a:xfrm>
          <a:off x="0" y="1848376"/>
          <a:ext cx="8229600" cy="1282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Illustrations 1 &amp; 2 – Changes to reflect matters previously discussed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Illustration 1 (Procedures and Findings) – Replaced references to [Engaging Party] with [Responsible Party] to align with the circumstances set out in the introductory box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Illustration 2 (Procedures and Findings) – Changed finding 3 in response to comment raised on Tuesday </a:t>
          </a:r>
        </a:p>
      </dsp:txBody>
      <dsp:txXfrm>
        <a:off x="0" y="1848376"/>
        <a:ext cx="8229600" cy="128236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4E6C18-E6D6-4E33-A034-4111BF19BA14}">
      <dsp:nvSpPr>
        <dsp:cNvPr id="0" name=""/>
        <dsp:cNvSpPr/>
      </dsp:nvSpPr>
      <dsp:spPr>
        <a:xfrm>
          <a:off x="0" y="22799"/>
          <a:ext cx="8229600" cy="1055340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Due Process Matters</a:t>
          </a:r>
        </a:p>
      </dsp:txBody>
      <dsp:txXfrm>
        <a:off x="51517" y="74316"/>
        <a:ext cx="8126566" cy="952306"/>
      </dsp:txXfrm>
    </dsp:sp>
    <dsp:sp modelId="{0E94AC38-8BA8-4338-B166-E62B5B20EEF7}">
      <dsp:nvSpPr>
        <dsp:cNvPr id="0" name=""/>
        <dsp:cNvSpPr/>
      </dsp:nvSpPr>
      <dsp:spPr>
        <a:xfrm>
          <a:off x="0" y="1078139"/>
          <a:ext cx="8229600" cy="1184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55880" rIns="312928" bIns="55880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400" kern="1200" dirty="0"/>
            <a:t>Significant Matters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400" kern="1200" dirty="0"/>
            <a:t>Re-exposure Considerations</a:t>
          </a:r>
        </a:p>
      </dsp:txBody>
      <dsp:txXfrm>
        <a:off x="0" y="1078139"/>
        <a:ext cx="8229600" cy="1184040"/>
      </dsp:txXfrm>
    </dsp:sp>
    <dsp:sp modelId="{91893367-FA27-4EF1-B1DE-E5195C706DFE}">
      <dsp:nvSpPr>
        <dsp:cNvPr id="0" name=""/>
        <dsp:cNvSpPr/>
      </dsp:nvSpPr>
      <dsp:spPr>
        <a:xfrm>
          <a:off x="0" y="2262179"/>
          <a:ext cx="8229600" cy="1055340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Implementation Support</a:t>
          </a:r>
        </a:p>
      </dsp:txBody>
      <dsp:txXfrm>
        <a:off x="51517" y="2313696"/>
        <a:ext cx="8126566" cy="9523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1E59F908-4FD1-BC49-B361-D833AB0555FC}" type="datetimeFigureOut">
              <a:rPr lang="en-US" smtClean="0"/>
              <a:t>12/12/2019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EA8AE4AE-12A8-4846-97A9-6CB7DEDDF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285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745D6F9-5033-7542-84AC-41926A84456D}" type="datetimeFigureOut">
              <a:rPr lang="en-US" smtClean="0"/>
              <a:t>12/12/2019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6875" y="692150"/>
            <a:ext cx="61563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4D410189-AC31-7546-878A-F48FDE4A2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391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193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24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54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629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44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67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409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8676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752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902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7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7"/>
            <a:ext cx="9144000" cy="234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37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0" t="12331" r="-210" b="13383"/>
          <a:stretch/>
        </p:blipFill>
        <p:spPr>
          <a:xfrm>
            <a:off x="1" y="1"/>
            <a:ext cx="9156700" cy="237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7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2900"/>
            <a:ext cx="2776694" cy="487674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201152"/>
            <a:ext cx="9144000" cy="1236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588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642938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28852" y="4883295"/>
            <a:ext cx="2757948" cy="228309"/>
          </a:xfrm>
        </p:spPr>
        <p:txBody>
          <a:bodyPr/>
          <a:lstStyle>
            <a:lvl1pPr marL="0" marR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75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66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208161"/>
            <a:ext cx="9144000" cy="39391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4299439"/>
            <a:ext cx="9144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4299438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193993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06012" y="4873085"/>
            <a:ext cx="2080788" cy="251831"/>
          </a:xfrm>
        </p:spPr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203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13017"/>
            <a:ext cx="4040188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02736"/>
            <a:ext cx="4040188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013017"/>
            <a:ext cx="4041775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502736"/>
            <a:ext cx="4041775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498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04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77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8002" y="1561874"/>
            <a:ext cx="4393108" cy="73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3821898" y="3756887"/>
            <a:ext cx="1310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350" u="none" dirty="0">
                <a:solidFill>
                  <a:srgbClr val="1F497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1500" u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381000" y="4822821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59" y="4168326"/>
            <a:ext cx="577805" cy="1931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002" y="4175640"/>
            <a:ext cx="437481" cy="1931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292" y="4165672"/>
            <a:ext cx="577805" cy="1931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897" y="4168326"/>
            <a:ext cx="577805" cy="2344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511" y="4168326"/>
            <a:ext cx="577805" cy="1931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213" y="4165202"/>
            <a:ext cx="577805" cy="193152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98501" y="4608029"/>
            <a:ext cx="81280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5457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427437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7437"/>
            <a:ext cx="8229600" cy="40387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1886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4985" y="4883295"/>
            <a:ext cx="20574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AF73A935-0AD8-4B38-AD39-55437B5CA1D2}" type="datetime1">
              <a:rPr lang="en-US" smtClean="0"/>
              <a:t>12/12/2019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16148" y="4883295"/>
            <a:ext cx="30861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06012" y="4883295"/>
            <a:ext cx="2080788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75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381000" y="4822228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368" y="55409"/>
            <a:ext cx="1787432" cy="31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3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0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18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29779" indent="-129779" algn="l" defTabSz="342900" rtl="0" eaLnBrk="1" latinLnBrk="0" hangingPunct="1">
        <a:spcBef>
          <a:spcPts val="900"/>
        </a:spcBef>
        <a:buFont typeface="Arial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42900" indent="-171450" algn="l" defTabSz="342900" rtl="0" eaLnBrk="1" latinLnBrk="0" hangingPunct="1">
        <a:spcBef>
          <a:spcPts val="450"/>
        </a:spcBef>
        <a:spcAft>
          <a:spcPts val="300"/>
        </a:spcAft>
        <a:buFont typeface="Arial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72679" indent="-128588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Proposed ISRS 4400 (Revised)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85801" y="3221372"/>
            <a:ext cx="4732867" cy="1419203"/>
          </a:xfrm>
        </p:spPr>
        <p:txBody>
          <a:bodyPr/>
          <a:lstStyle/>
          <a:p>
            <a:r>
              <a:rPr lang="en-US" dirty="0"/>
              <a:t>Eric Turner, Agreed-Upon Procedure Task Force Chair</a:t>
            </a:r>
          </a:p>
          <a:p>
            <a:r>
              <a:rPr lang="en-US" dirty="0"/>
              <a:t>IAASB Meeting, New York</a:t>
            </a:r>
          </a:p>
          <a:p>
            <a:r>
              <a:rPr lang="en-US" dirty="0"/>
              <a:t>Agenda Item 4</a:t>
            </a:r>
          </a:p>
          <a:p>
            <a:r>
              <a:rPr lang="en-US" dirty="0"/>
              <a:t>December 13, 2019 </a:t>
            </a:r>
          </a:p>
        </p:txBody>
      </p:sp>
    </p:spTree>
    <p:extLst>
      <p:ext uri="{BB962C8B-B14F-4D97-AF65-F5344CB8AC3E}">
        <p14:creationId xmlns:p14="http://schemas.microsoft.com/office/powerpoint/2010/main" val="4240407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3021-BDD3-4667-9D25-119472AAF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Changes Since Tuesday, Dec 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7CA50-A329-4342-B25B-DCFF85497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BB5F02E-4511-475E-B936-A6950154B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5436334"/>
              </p:ext>
            </p:extLst>
          </p:nvPr>
        </p:nvGraphicFramePr>
        <p:xfrm>
          <a:off x="457200" y="1200150"/>
          <a:ext cx="8229600" cy="3189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15573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3021-BDD3-4667-9D25-119472AAF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Changes Since Tuesday, Dec 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7CA50-A329-4342-B25B-DCFF85497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BB5F02E-4511-475E-B936-A6950154B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7156427"/>
              </p:ext>
            </p:extLst>
          </p:nvPr>
        </p:nvGraphicFramePr>
        <p:xfrm>
          <a:off x="457200" y="1200150"/>
          <a:ext cx="8229600" cy="3189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59291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3021-BDD3-4667-9D25-119472AAF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Changes Since Tuesday, Dec 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7CA50-A329-4342-B25B-DCFF85497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BB5F02E-4511-475E-B936-A6950154B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0928556"/>
              </p:ext>
            </p:extLst>
          </p:nvPr>
        </p:nvGraphicFramePr>
        <p:xfrm>
          <a:off x="457200" y="1200150"/>
          <a:ext cx="8229600" cy="3189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97354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3021-BDD3-4667-9D25-119472AAF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Changes Since Tuesday, Dec 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7CA50-A329-4342-B25B-DCFF85497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BB5F02E-4511-475E-B936-A6950154B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1524447"/>
              </p:ext>
            </p:extLst>
          </p:nvPr>
        </p:nvGraphicFramePr>
        <p:xfrm>
          <a:off x="457200" y="1200150"/>
          <a:ext cx="8229600" cy="3189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99710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3021-BDD3-4667-9D25-119472AAF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Changes Since Tuesday, Dec 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7CA50-A329-4342-B25B-DCFF85497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BB5F02E-4511-475E-B936-A6950154B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9201690"/>
              </p:ext>
            </p:extLst>
          </p:nvPr>
        </p:nvGraphicFramePr>
        <p:xfrm>
          <a:off x="457200" y="1200150"/>
          <a:ext cx="8229600" cy="3189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13671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3021-BDD3-4667-9D25-119472AAF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Changes Since Tuesday, Dec 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7CA50-A329-4342-B25B-DCFF85497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BB5F02E-4511-475E-B936-A6950154B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6832965"/>
              </p:ext>
            </p:extLst>
          </p:nvPr>
        </p:nvGraphicFramePr>
        <p:xfrm>
          <a:off x="457200" y="1200150"/>
          <a:ext cx="8229600" cy="3189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81255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3021-BDD3-4667-9D25-119472AAF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Changes Since Tuesday, Dec 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7CA50-A329-4342-B25B-DCFF85497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BB5F02E-4511-475E-B936-A6950154B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4421021"/>
              </p:ext>
            </p:extLst>
          </p:nvPr>
        </p:nvGraphicFramePr>
        <p:xfrm>
          <a:off x="457200" y="1200150"/>
          <a:ext cx="8229600" cy="3189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43758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3021-BDD3-4667-9D25-119472AAF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Changes Since Tuesday, Dec 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7CA50-A329-4342-B25B-DCFF85497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BB5F02E-4511-475E-B936-A6950154B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0186761"/>
              </p:ext>
            </p:extLst>
          </p:nvPr>
        </p:nvGraphicFramePr>
        <p:xfrm>
          <a:off x="457200" y="1200150"/>
          <a:ext cx="8229600" cy="3189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05578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3021-BDD3-4667-9D25-119472AAF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Matters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7CA50-A329-4342-B25B-DCFF85497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BB5F02E-4511-475E-B936-A6950154B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5738098"/>
              </p:ext>
            </p:extLst>
          </p:nvPr>
        </p:nvGraphicFramePr>
        <p:xfrm>
          <a:off x="457200" y="1200149"/>
          <a:ext cx="8229600" cy="33403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86480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737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IAASB_Powerpoint_template_2016_Widescreen</Template>
  <TotalTime>9988</TotalTime>
  <Words>785</Words>
  <Application>Microsoft Office PowerPoint</Application>
  <PresentationFormat>On-screen Show (16:9)</PresentationFormat>
  <Paragraphs>87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Narrow</vt:lpstr>
      <vt:lpstr>Calibri</vt:lpstr>
      <vt:lpstr>Courier New</vt:lpstr>
      <vt:lpstr>Office Theme</vt:lpstr>
      <vt:lpstr>Proposed ISRS 4400 (Revised)</vt:lpstr>
      <vt:lpstr>Key Changes Since Tuesday, Dec 10</vt:lpstr>
      <vt:lpstr>Key Changes Since Tuesday, Dec 10</vt:lpstr>
      <vt:lpstr>Key Changes Since Tuesday, Dec 10</vt:lpstr>
      <vt:lpstr>Key Changes Since Tuesday, Dec 10</vt:lpstr>
      <vt:lpstr>Key Changes Since Tuesday, Dec 10</vt:lpstr>
      <vt:lpstr>Key Changes Since Tuesday, Dec 10</vt:lpstr>
      <vt:lpstr>Key Changes Since Tuesday, Dec 10</vt:lpstr>
      <vt:lpstr>Key Changes Since Tuesday, Dec 10</vt:lpstr>
      <vt:lpstr>Other Matters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Bradley Williams</dc:creator>
  <cp:lastModifiedBy>Chi Ho Ng</cp:lastModifiedBy>
  <cp:revision>213</cp:revision>
  <cp:lastPrinted>2016-03-04T17:09:52Z</cp:lastPrinted>
  <dcterms:created xsi:type="dcterms:W3CDTF">2016-11-09T14:56:20Z</dcterms:created>
  <dcterms:modified xsi:type="dcterms:W3CDTF">2019-12-12T16:30:53Z</dcterms:modified>
</cp:coreProperties>
</file>