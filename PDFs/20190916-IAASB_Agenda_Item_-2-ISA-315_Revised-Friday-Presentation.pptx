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9"/>
  </p:notesMasterIdLst>
  <p:handoutMasterIdLst>
    <p:handoutMasterId r:id="rId10"/>
  </p:handoutMasterIdLst>
  <p:sldIdLst>
    <p:sldId id="256" r:id="rId2"/>
    <p:sldId id="431" r:id="rId3"/>
    <p:sldId id="457" r:id="rId4"/>
    <p:sldId id="458" r:id="rId5"/>
    <p:sldId id="460" r:id="rId6"/>
    <p:sldId id="461" r:id="rId7"/>
    <p:sldId id="259" r:id="rId8"/>
  </p:sldIdLst>
  <p:sldSz cx="9144000" cy="5143500" type="screen16x9"/>
  <p:notesSz cx="6950075" cy="9236075"/>
  <p:defaultTextStyle>
    <a:defPPr>
      <a:defRPr lang="en-US"/>
    </a:defPPr>
    <a:lvl1pPr marL="0" algn="l" defTabSz="3429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1pPr>
    <a:lvl2pPr marL="342900" algn="l" defTabSz="3429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2pPr>
    <a:lvl3pPr marL="685800" algn="l" defTabSz="3429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3pPr>
    <a:lvl4pPr marL="1028700" algn="l" defTabSz="3429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4pPr>
    <a:lvl5pPr marL="1371600" algn="l" defTabSz="3429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5pPr>
    <a:lvl6pPr marL="1714500" algn="l" defTabSz="3429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6pPr>
    <a:lvl7pPr marL="2057400" algn="l" defTabSz="3429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7pPr>
    <a:lvl8pPr marL="2400300" algn="l" defTabSz="3429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8pPr>
    <a:lvl9pPr marL="2743200" algn="l" defTabSz="3429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Zietsman, Megan" initials="MZ" lastIdx="8" clrIdx="0">
    <p:extLst>
      <p:ext uri="{19B8F6BF-5375-455C-9EA6-DF929625EA0E}">
        <p15:presenceInfo xmlns:p15="http://schemas.microsoft.com/office/powerpoint/2012/main" userId="Zietsman, Megan" providerId="None"/>
      </p:ext>
    </p:extLst>
  </p:cmAuthor>
  <p:cmAuthor id="2" name="Kathleen Healy" initials="KH" lastIdx="13" clrIdx="1">
    <p:extLst>
      <p:ext uri="{19B8F6BF-5375-455C-9EA6-DF929625EA0E}">
        <p15:presenceInfo xmlns:p15="http://schemas.microsoft.com/office/powerpoint/2012/main" userId="S-1-5-21-1801674531-1972579041-839522115-4130" providerId="AD"/>
      </p:ext>
    </p:extLst>
  </p:cmAuthor>
  <p:cmAuthor id="3" name="Megan Zietsman" initials="MZ" lastIdx="6" clrIdx="2">
    <p:extLst>
      <p:ext uri="{19B8F6BF-5375-455C-9EA6-DF929625EA0E}">
        <p15:presenceInfo xmlns:p15="http://schemas.microsoft.com/office/powerpoint/2012/main" userId="Megan Zietsman" providerId="None"/>
      </p:ext>
    </p:extLst>
  </p:cmAuthor>
  <p:cmAuthor id="4" name="Beverley Bahlmann" initials="BB" lastIdx="1" clrIdx="3">
    <p:extLst>
      <p:ext uri="{19B8F6BF-5375-455C-9EA6-DF929625EA0E}">
        <p15:presenceInfo xmlns:p15="http://schemas.microsoft.com/office/powerpoint/2012/main" userId="S-1-5-21-1801674531-1972579041-839522115-4280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08080"/>
    <a:srgbClr val="00CC66"/>
    <a:srgbClr val="33CC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516" autoAdjust="0"/>
    <p:restoredTop sz="75333" autoAdjust="0"/>
  </p:normalViewPr>
  <p:slideViewPr>
    <p:cSldViewPr snapToGrid="0" snapToObjects="1">
      <p:cViewPr varScale="1">
        <p:scale>
          <a:sx n="67" d="100"/>
          <a:sy n="67" d="100"/>
        </p:scale>
        <p:origin x="1300" y="40"/>
      </p:cViewPr>
      <p:guideLst>
        <p:guide orient="horz" pos="1620"/>
        <p:guide pos="2880"/>
      </p:guideLst>
    </p:cSldViewPr>
  </p:slideViewPr>
  <p:outlineViewPr>
    <p:cViewPr>
      <p:scale>
        <a:sx n="66" d="100"/>
        <a:sy n="66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201" d="100"/>
        <a:sy n="201" d="100"/>
      </p:scale>
      <p:origin x="0" y="0"/>
    </p:cViewPr>
  </p:sorterViewPr>
  <p:notesViewPr>
    <p:cSldViewPr snapToGrid="0" snapToObjects="1">
      <p:cViewPr varScale="1">
        <p:scale>
          <a:sx n="88" d="100"/>
          <a:sy n="88" d="100"/>
        </p:scale>
        <p:origin x="3798" y="6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commentAuthors" Target="commentAuthors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11699" cy="461804"/>
          </a:xfrm>
          <a:prstGeom prst="rect">
            <a:avLst/>
          </a:prstGeom>
        </p:spPr>
        <p:txBody>
          <a:bodyPr vert="horz" lIns="92492" tIns="46246" rIns="92492" bIns="46246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936768" y="0"/>
            <a:ext cx="3011699" cy="461804"/>
          </a:xfrm>
          <a:prstGeom prst="rect">
            <a:avLst/>
          </a:prstGeom>
        </p:spPr>
        <p:txBody>
          <a:bodyPr vert="horz" lIns="92492" tIns="46246" rIns="92492" bIns="46246" rtlCol="0"/>
          <a:lstStyle>
            <a:lvl1pPr algn="r">
              <a:defRPr sz="1200"/>
            </a:lvl1pPr>
          </a:lstStyle>
          <a:p>
            <a:fld id="{1E59F908-4FD1-BC49-B361-D833AB0555FC}" type="datetimeFigureOut">
              <a:rPr lang="en-US" smtClean="0"/>
              <a:t>9/20/2019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772668"/>
            <a:ext cx="3011699" cy="461804"/>
          </a:xfrm>
          <a:prstGeom prst="rect">
            <a:avLst/>
          </a:prstGeom>
        </p:spPr>
        <p:txBody>
          <a:bodyPr vert="horz" lIns="92492" tIns="46246" rIns="92492" bIns="46246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936768" y="8772668"/>
            <a:ext cx="3011699" cy="461804"/>
          </a:xfrm>
          <a:prstGeom prst="rect">
            <a:avLst/>
          </a:prstGeom>
        </p:spPr>
        <p:txBody>
          <a:bodyPr vert="horz" lIns="92492" tIns="46246" rIns="92492" bIns="46246" rtlCol="0" anchor="b"/>
          <a:lstStyle>
            <a:lvl1pPr algn="r">
              <a:defRPr sz="1200"/>
            </a:lvl1pPr>
          </a:lstStyle>
          <a:p>
            <a:fld id="{EA8AE4AE-12A8-4846-97A9-6CB7DEDDF6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5328522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11699" cy="461804"/>
          </a:xfrm>
          <a:prstGeom prst="rect">
            <a:avLst/>
          </a:prstGeom>
        </p:spPr>
        <p:txBody>
          <a:bodyPr vert="horz" lIns="92492" tIns="46246" rIns="92492" bIns="46246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36768" y="0"/>
            <a:ext cx="3011699" cy="461804"/>
          </a:xfrm>
          <a:prstGeom prst="rect">
            <a:avLst/>
          </a:prstGeom>
        </p:spPr>
        <p:txBody>
          <a:bodyPr vert="horz" lIns="92492" tIns="46246" rIns="92492" bIns="46246" rtlCol="0"/>
          <a:lstStyle>
            <a:lvl1pPr algn="r">
              <a:defRPr sz="1200"/>
            </a:lvl1pPr>
          </a:lstStyle>
          <a:p>
            <a:fld id="{7745D6F9-5033-7542-84AC-41926A84456D}" type="datetimeFigureOut">
              <a:rPr lang="en-US" smtClean="0"/>
              <a:t>9/20/2019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96875" y="692150"/>
            <a:ext cx="6156325" cy="34639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2492" tIns="46246" rIns="92492" bIns="46246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95008" y="4387136"/>
            <a:ext cx="5560060" cy="4156234"/>
          </a:xfrm>
          <a:prstGeom prst="rect">
            <a:avLst/>
          </a:prstGeom>
        </p:spPr>
        <p:txBody>
          <a:bodyPr vert="horz" lIns="92492" tIns="46246" rIns="92492" bIns="46246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772668"/>
            <a:ext cx="3011699" cy="461804"/>
          </a:xfrm>
          <a:prstGeom prst="rect">
            <a:avLst/>
          </a:prstGeom>
        </p:spPr>
        <p:txBody>
          <a:bodyPr vert="horz" lIns="92492" tIns="46246" rIns="92492" bIns="46246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36768" y="8772668"/>
            <a:ext cx="3011699" cy="461804"/>
          </a:xfrm>
          <a:prstGeom prst="rect">
            <a:avLst/>
          </a:prstGeom>
        </p:spPr>
        <p:txBody>
          <a:bodyPr vert="horz" lIns="92492" tIns="46246" rIns="92492" bIns="46246" rtlCol="0" anchor="b"/>
          <a:lstStyle>
            <a:lvl1pPr algn="r">
              <a:defRPr sz="1200"/>
            </a:lvl1pPr>
          </a:lstStyle>
          <a:p>
            <a:fld id="{4D410189-AC31-7546-878A-F48FDE4A29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5539108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3429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1pPr>
    <a:lvl2pPr marL="342900" algn="l" defTabSz="3429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2pPr>
    <a:lvl3pPr marL="685800" algn="l" defTabSz="3429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3pPr>
    <a:lvl4pPr marL="1028700" algn="l" defTabSz="3429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4pPr>
    <a:lvl5pPr marL="1371600" algn="l" defTabSz="3429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5pPr>
    <a:lvl6pPr marL="1714500" algn="l" defTabSz="3429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6pPr>
    <a:lvl7pPr marL="2057400" algn="l" defTabSz="3429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7pPr>
    <a:lvl8pPr marL="2400300" algn="l" defTabSz="3429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8pPr>
    <a:lvl9pPr marL="2743200" algn="l" defTabSz="3429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D410189-AC31-7546-878A-F48FDE4A29F5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454655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D410189-AC31-7546-878A-F48FDE4A29F5}" type="slidenum">
              <a:rPr lang="en-US" smtClean="0">
                <a:solidFill>
                  <a:prstClr val="black"/>
                </a:solidFill>
              </a:rPr>
              <a:pPr/>
              <a:t>2</a:t>
            </a:fld>
            <a:endParaRPr 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0563065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D410189-AC31-7546-878A-F48FDE4A29F5}" type="slidenum">
              <a:rPr lang="en-US" smtClean="0">
                <a:solidFill>
                  <a:prstClr val="black"/>
                </a:solidFill>
              </a:rPr>
              <a:pPr/>
              <a:t>3</a:t>
            </a:fld>
            <a:endParaRPr 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9099359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D410189-AC31-7546-878A-F48FDE4A29F5}" type="slidenum">
              <a:rPr lang="en-US" smtClean="0">
                <a:solidFill>
                  <a:prstClr val="black"/>
                </a:solidFill>
              </a:rPr>
              <a:pPr/>
              <a:t>4</a:t>
            </a:fld>
            <a:endParaRPr 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8926311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D410189-AC31-7546-878A-F48FDE4A29F5}" type="slidenum">
              <a:rPr lang="en-US" smtClean="0">
                <a:solidFill>
                  <a:prstClr val="black"/>
                </a:solidFill>
              </a:rPr>
              <a:pPr/>
              <a:t>5</a:t>
            </a:fld>
            <a:endParaRPr 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8600783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D410189-AC31-7546-878A-F48FDE4A29F5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564311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D410189-AC31-7546-878A-F48FDE4A29F5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211854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hyperlink" Target="http://www.iaasb.org/" TargetMode="External"/><Relationship Id="rId7" Type="http://schemas.openxmlformats.org/officeDocument/2006/relationships/image" Target="../media/image9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8.png"/><Relationship Id="rId11" Type="http://schemas.openxmlformats.org/officeDocument/2006/relationships/hyperlink" Target="mailto:permissions@ifac.org" TargetMode="External"/><Relationship Id="rId5" Type="http://schemas.openxmlformats.org/officeDocument/2006/relationships/image" Target="../media/image7.png"/><Relationship Id="rId10" Type="http://schemas.openxmlformats.org/officeDocument/2006/relationships/hyperlink" Target="http://www.ifac.org/about-ifac/translations-permissions" TargetMode="External"/><Relationship Id="rId4" Type="http://schemas.openxmlformats.org/officeDocument/2006/relationships/image" Target="../media/image6.png"/><Relationship Id="rId9" Type="http://schemas.openxmlformats.org/officeDocument/2006/relationships/image" Target="../media/image11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/>
          <p:cNvSpPr/>
          <p:nvPr userDrawn="1"/>
        </p:nvSpPr>
        <p:spPr>
          <a:xfrm>
            <a:off x="0" y="2"/>
            <a:ext cx="9144000" cy="4317999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11" name="Title 1"/>
          <p:cNvSpPr>
            <a:spLocks noGrp="1"/>
          </p:cNvSpPr>
          <p:nvPr>
            <p:ph type="ctrTitle"/>
          </p:nvPr>
        </p:nvSpPr>
        <p:spPr>
          <a:xfrm>
            <a:off x="685800" y="2568724"/>
            <a:ext cx="7893383" cy="1093770"/>
          </a:xfrm>
        </p:spPr>
        <p:txBody>
          <a:bodyPr anchor="t">
            <a:normAutofit/>
          </a:bodyPr>
          <a:lstStyle>
            <a:lvl1pPr>
              <a:defRPr sz="2400">
                <a:solidFill>
                  <a:schemeClr val="accent3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Subtitle 2"/>
          <p:cNvSpPr>
            <a:spLocks noGrp="1"/>
          </p:cNvSpPr>
          <p:nvPr>
            <p:ph type="subTitle" idx="1"/>
          </p:nvPr>
        </p:nvSpPr>
        <p:spPr>
          <a:xfrm>
            <a:off x="685801" y="3721101"/>
            <a:ext cx="4732867" cy="919473"/>
          </a:xfrm>
        </p:spPr>
        <p:txBody>
          <a:bodyPr anchor="b"/>
          <a:lstStyle>
            <a:lvl1pPr marL="0" indent="0" algn="l">
              <a:buNone/>
              <a:defRPr sz="135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pic>
        <p:nvPicPr>
          <p:cNvPr id="7" name="Picture 6" descr="IAASB Logo with FullName.jp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02454" y="4150519"/>
            <a:ext cx="2790252" cy="490055"/>
          </a:xfrm>
          <a:prstGeom prst="rect">
            <a:avLst/>
          </a:prstGeom>
        </p:spPr>
      </p:pic>
      <p:pic>
        <p:nvPicPr>
          <p:cNvPr id="9" name="Picture 8" descr="Page topper.jpg"/>
          <p:cNvPicPr>
            <a:picLocks noChangeAspect="1"/>
          </p:cNvPicPr>
          <p:nvPr userDrawn="1"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107"/>
            <a:ext cx="9144000" cy="23451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16370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opt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/>
          <p:cNvSpPr/>
          <p:nvPr userDrawn="1"/>
        </p:nvSpPr>
        <p:spPr>
          <a:xfrm>
            <a:off x="0" y="2"/>
            <a:ext cx="9144000" cy="4317999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11" name="Title 1"/>
          <p:cNvSpPr>
            <a:spLocks noGrp="1"/>
          </p:cNvSpPr>
          <p:nvPr>
            <p:ph type="ctrTitle"/>
          </p:nvPr>
        </p:nvSpPr>
        <p:spPr>
          <a:xfrm>
            <a:off x="685800" y="2568724"/>
            <a:ext cx="7893383" cy="1093770"/>
          </a:xfrm>
        </p:spPr>
        <p:txBody>
          <a:bodyPr anchor="t">
            <a:normAutofit/>
          </a:bodyPr>
          <a:lstStyle>
            <a:lvl1pPr>
              <a:defRPr sz="2400">
                <a:solidFill>
                  <a:schemeClr val="accent3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Subtitle 2"/>
          <p:cNvSpPr>
            <a:spLocks noGrp="1"/>
          </p:cNvSpPr>
          <p:nvPr>
            <p:ph type="subTitle" idx="1"/>
          </p:nvPr>
        </p:nvSpPr>
        <p:spPr>
          <a:xfrm>
            <a:off x="685801" y="3721101"/>
            <a:ext cx="4732867" cy="919473"/>
          </a:xfrm>
        </p:spPr>
        <p:txBody>
          <a:bodyPr anchor="b"/>
          <a:lstStyle>
            <a:lvl1pPr marL="0" indent="0" algn="l">
              <a:buNone/>
              <a:defRPr sz="135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pic>
        <p:nvPicPr>
          <p:cNvPr id="8" name="Picture 7" descr="IAASB Logo with FullName.jp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02454" y="4150519"/>
            <a:ext cx="2790252" cy="49005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 userDrawn="1"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210" t="12331" r="-210" b="13383"/>
          <a:stretch/>
        </p:blipFill>
        <p:spPr>
          <a:xfrm>
            <a:off x="1" y="1"/>
            <a:ext cx="9156700" cy="23774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88778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ransition or 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/>
          <p:cNvSpPr/>
          <p:nvPr userDrawn="1"/>
        </p:nvSpPr>
        <p:spPr>
          <a:xfrm>
            <a:off x="0" y="2"/>
            <a:ext cx="9144000" cy="4317999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11" name="Title 1"/>
          <p:cNvSpPr>
            <a:spLocks noGrp="1"/>
          </p:cNvSpPr>
          <p:nvPr>
            <p:ph type="ctrTitle"/>
          </p:nvPr>
        </p:nvSpPr>
        <p:spPr>
          <a:xfrm>
            <a:off x="685800" y="2568724"/>
            <a:ext cx="7893383" cy="1093770"/>
          </a:xfrm>
        </p:spPr>
        <p:txBody>
          <a:bodyPr anchor="t">
            <a:normAutofit/>
          </a:bodyPr>
          <a:lstStyle>
            <a:lvl1pPr>
              <a:defRPr sz="2400">
                <a:solidFill>
                  <a:schemeClr val="accent3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Subtitle 2"/>
          <p:cNvSpPr>
            <a:spLocks noGrp="1"/>
          </p:cNvSpPr>
          <p:nvPr>
            <p:ph type="subTitle" idx="1"/>
          </p:nvPr>
        </p:nvSpPr>
        <p:spPr>
          <a:xfrm>
            <a:off x="685801" y="3721101"/>
            <a:ext cx="4732867" cy="919473"/>
          </a:xfrm>
        </p:spPr>
        <p:txBody>
          <a:bodyPr anchor="b"/>
          <a:lstStyle>
            <a:lvl1pPr marL="0" indent="0" algn="l">
              <a:buNone/>
              <a:defRPr sz="135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pic>
        <p:nvPicPr>
          <p:cNvPr id="7" name="Picture 6" descr="IAASB Logo with FullName.jp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02454" y="4152900"/>
            <a:ext cx="2776694" cy="487674"/>
          </a:xfrm>
          <a:prstGeom prst="rect">
            <a:avLst/>
          </a:prstGeom>
        </p:spPr>
      </p:pic>
      <p:pic>
        <p:nvPicPr>
          <p:cNvPr id="9" name="Picture 8" descr="Ribbon_orange_top.png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0" y="1201152"/>
            <a:ext cx="9144000" cy="123608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9325885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Standard conten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rgbClr val="808080"/>
                </a:solidFill>
              </a:defRPr>
            </a:lvl1pPr>
            <a:lvl2pPr>
              <a:defRPr>
                <a:solidFill>
                  <a:srgbClr val="808080"/>
                </a:solidFill>
              </a:defRPr>
            </a:lvl2pPr>
            <a:lvl3pPr>
              <a:defRPr>
                <a:solidFill>
                  <a:srgbClr val="808080"/>
                </a:solidFill>
              </a:defRPr>
            </a:lvl3pPr>
            <a:lvl4pPr marL="642938" indent="-171450">
              <a:defRPr>
                <a:solidFill>
                  <a:srgbClr val="80808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813197" indent="-171450">
              <a:defRPr>
                <a:solidFill>
                  <a:srgbClr val="80808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928852" y="4883295"/>
            <a:ext cx="2757948" cy="228309"/>
          </a:xfrm>
        </p:spPr>
        <p:txBody>
          <a:bodyPr/>
          <a:lstStyle>
            <a:lvl1pPr marL="0" marR="0" indent="0" algn="r" defTabSz="3429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675">
                <a:solidFill>
                  <a:srgbClr val="808080"/>
                </a:solidFill>
              </a:defRPr>
            </a:lvl1pPr>
          </a:lstStyle>
          <a:p>
            <a:r>
              <a:rPr lang="en-US" dirty="0">
                <a:latin typeface="Arial" panose="020B0604020202020204" pitchFamily="34" charset="0"/>
                <a:cs typeface="MS PGothic" charset="0"/>
              </a:rPr>
              <a:t>Page </a:t>
            </a:r>
            <a:fld id="{95158037-59F0-9C4B-B231-1C776117AADA}" type="slidenum">
              <a:rPr lang="en-US" smtClean="0">
                <a:latin typeface="Arial" panose="020B0604020202020204" pitchFamily="34" charset="0"/>
                <a:cs typeface="Arial" panose="020B0604020202020204" pitchFamily="34" charset="0"/>
              </a:rPr>
              <a:pPr/>
              <a:t>‹#›</a:t>
            </a:fld>
            <a:r>
              <a:rPr lang="en-US" dirty="0">
                <a:latin typeface="Arial" panose="020B0604020202020204" pitchFamily="34" charset="0"/>
                <a:cs typeface="MS PGothic" charset="0"/>
              </a:rPr>
              <a:t>  |  Confidential and Proprietary Information</a:t>
            </a:r>
          </a:p>
        </p:txBody>
      </p:sp>
    </p:spTree>
    <p:extLst>
      <p:ext uri="{BB962C8B-B14F-4D97-AF65-F5344CB8AC3E}">
        <p14:creationId xmlns:p14="http://schemas.microsoft.com/office/powerpoint/2010/main" val="25766693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0" y="1208161"/>
            <a:ext cx="9144000" cy="3939164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r">
              <a:defRPr/>
            </a:lvl1pPr>
          </a:lstStyle>
          <a:p>
            <a:r>
              <a:rPr lang="en-US" dirty="0">
                <a:latin typeface="Arial" panose="020B0604020202020204" pitchFamily="34" charset="0"/>
                <a:cs typeface="MS PGothic" charset="0"/>
              </a:rPr>
              <a:t>Page </a:t>
            </a:r>
            <a:fld id="{95158037-59F0-9C4B-B231-1C776117AADA}" type="slidenum">
              <a:rPr lang="en-US" smtClean="0">
                <a:latin typeface="Arial" panose="020B0604020202020204" pitchFamily="34" charset="0"/>
                <a:cs typeface="Arial" panose="020B0604020202020204" pitchFamily="34" charset="0"/>
              </a:rPr>
              <a:pPr/>
              <a:t>‹#›</a:t>
            </a:fld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3" name="Straight Connector 12"/>
          <p:cNvCxnSpPr/>
          <p:nvPr userDrawn="1"/>
        </p:nvCxnSpPr>
        <p:spPr>
          <a:xfrm>
            <a:off x="0" y="4299439"/>
            <a:ext cx="9144000" cy="0"/>
          </a:xfrm>
          <a:prstGeom prst="line">
            <a:avLst/>
          </a:prstGeom>
          <a:ln w="9525">
            <a:solidFill>
              <a:schemeClr val="accent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 userDrawn="1"/>
        </p:nvSpPr>
        <p:spPr>
          <a:xfrm>
            <a:off x="0" y="4299438"/>
            <a:ext cx="9144000" cy="403875"/>
          </a:xfrm>
          <a:prstGeom prst="rect">
            <a:avLst/>
          </a:prstGeom>
          <a:gradFill flip="none" rotWithShape="1">
            <a:gsLst>
              <a:gs pos="0">
                <a:schemeClr val="accent2"/>
              </a:gs>
              <a:gs pos="70000">
                <a:schemeClr val="accent1"/>
              </a:gs>
            </a:gsLst>
            <a:lin ang="0" scaled="1"/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</p:spTree>
    <p:extLst>
      <p:ext uri="{BB962C8B-B14F-4D97-AF65-F5344CB8AC3E}">
        <p14:creationId xmlns:p14="http://schemas.microsoft.com/office/powerpoint/2010/main" val="21939931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15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>
              <a:defRPr sz="1350">
                <a:solidFill>
                  <a:schemeClr val="tx1">
                    <a:lumMod val="65000"/>
                    <a:lumOff val="35000"/>
                  </a:schemeClr>
                </a:solidFill>
              </a:defRPr>
            </a:lvl2pPr>
            <a:lvl3pPr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3pPr>
            <a:lvl4pPr marL="641747" indent="-171450">
              <a:defRPr sz="105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813197" indent="-171450">
              <a:defRPr sz="105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15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>
              <a:defRPr sz="1350">
                <a:solidFill>
                  <a:schemeClr val="tx1">
                    <a:lumMod val="65000"/>
                    <a:lumOff val="35000"/>
                  </a:schemeClr>
                </a:solidFill>
              </a:defRPr>
            </a:lvl2pPr>
            <a:lvl3pPr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3pPr>
            <a:lvl4pPr marL="641747" indent="-171450">
              <a:defRPr sz="105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813197" indent="-171450">
              <a:defRPr sz="105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606012" y="4873085"/>
            <a:ext cx="2080788" cy="251831"/>
          </a:xfrm>
        </p:spPr>
        <p:txBody>
          <a:bodyPr/>
          <a:lstStyle/>
          <a:p>
            <a:pPr algn="r"/>
            <a:r>
              <a:rPr lang="en-US" dirty="0">
                <a:latin typeface="Arial" panose="020B0604020202020204" pitchFamily="34" charset="0"/>
                <a:cs typeface="MS PGothic" charset="0"/>
              </a:rPr>
              <a:t>Page </a:t>
            </a:r>
            <a:fld id="{95158037-59F0-9C4B-B231-1C776117AADA}" type="slidenum">
              <a:rPr lang="en-US" smtClean="0">
                <a:latin typeface="Arial" panose="020B0604020202020204" pitchFamily="34" charset="0"/>
                <a:cs typeface="Arial" panose="020B0604020202020204" pitchFamily="34" charset="0"/>
              </a:rPr>
              <a:pPr algn="r"/>
              <a:t>‹#›</a:t>
            </a:fld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752037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013017"/>
            <a:ext cx="4040188" cy="360497"/>
          </a:xfrm>
        </p:spPr>
        <p:txBody>
          <a:bodyPr anchor="b"/>
          <a:lstStyle>
            <a:lvl1pPr marL="0" indent="0">
              <a:buNone/>
              <a:defRPr sz="15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502736"/>
            <a:ext cx="4040188" cy="2963466"/>
          </a:xfrm>
        </p:spPr>
        <p:txBody>
          <a:bodyPr/>
          <a:lstStyle>
            <a:lvl1pPr>
              <a:defRPr sz="15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>
              <a:defRPr sz="1350">
                <a:solidFill>
                  <a:schemeClr val="tx1">
                    <a:lumMod val="65000"/>
                    <a:lumOff val="35000"/>
                  </a:schemeClr>
                </a:solidFill>
              </a:defRPr>
            </a:lvl2pPr>
            <a:lvl3pPr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3pPr>
            <a:lvl4pPr marL="641747" indent="-171450">
              <a:defRPr sz="105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813197" indent="-171450">
              <a:defRPr sz="105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013017"/>
            <a:ext cx="4041775" cy="360497"/>
          </a:xfrm>
        </p:spPr>
        <p:txBody>
          <a:bodyPr anchor="b"/>
          <a:lstStyle>
            <a:lvl1pPr marL="0" indent="0">
              <a:buNone/>
              <a:defRPr sz="15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502736"/>
            <a:ext cx="4041775" cy="2963466"/>
          </a:xfrm>
        </p:spPr>
        <p:txBody>
          <a:bodyPr/>
          <a:lstStyle>
            <a:lvl1pPr>
              <a:defRPr sz="15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>
              <a:defRPr sz="1350">
                <a:solidFill>
                  <a:schemeClr val="tx1">
                    <a:lumMod val="65000"/>
                    <a:lumOff val="35000"/>
                  </a:schemeClr>
                </a:solidFill>
              </a:defRPr>
            </a:lvl2pPr>
            <a:lvl3pPr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3pPr>
            <a:lvl4pPr marL="641747" indent="-171450">
              <a:defRPr sz="105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813197" indent="-171450">
              <a:defRPr sz="105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r>
              <a:rPr lang="en-US" dirty="0">
                <a:latin typeface="Arial" panose="020B0604020202020204" pitchFamily="34" charset="0"/>
                <a:cs typeface="MS PGothic" charset="0"/>
              </a:rPr>
              <a:t>Page </a:t>
            </a:r>
            <a:fld id="{95158037-59F0-9C4B-B231-1C776117AADA}" type="slidenum">
              <a:rPr lang="en-US" smtClean="0">
                <a:latin typeface="Arial" panose="020B0604020202020204" pitchFamily="34" charset="0"/>
                <a:cs typeface="Arial" panose="020B0604020202020204" pitchFamily="34" charset="0"/>
              </a:rPr>
              <a:pPr algn="r"/>
              <a:t>‹#›</a:t>
            </a:fld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354988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r>
              <a:rPr lang="en-US" dirty="0">
                <a:latin typeface="Arial" panose="020B0604020202020204" pitchFamily="34" charset="0"/>
                <a:cs typeface="MS PGothic" charset="0"/>
              </a:rPr>
              <a:t>Page </a:t>
            </a:r>
            <a:fld id="{95158037-59F0-9C4B-B231-1C776117AADA}" type="slidenum">
              <a:rPr lang="en-US" smtClean="0">
                <a:latin typeface="Arial" panose="020B0604020202020204" pitchFamily="34" charset="0"/>
                <a:cs typeface="Arial" panose="020B0604020202020204" pitchFamily="34" charset="0"/>
              </a:rPr>
              <a:pPr algn="r"/>
              <a:t>‹#›</a:t>
            </a:fld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490450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r>
              <a:rPr lang="en-US" dirty="0">
                <a:latin typeface="Arial" panose="020B0604020202020204" pitchFamily="34" charset="0"/>
                <a:cs typeface="MS PGothic" charset="0"/>
              </a:rPr>
              <a:t>Page </a:t>
            </a:r>
            <a:fld id="{95158037-59F0-9C4B-B231-1C776117AADA}" type="slidenum">
              <a:rPr lang="en-US" smtClean="0">
                <a:latin typeface="Arial" panose="020B0604020202020204" pitchFamily="34" charset="0"/>
                <a:cs typeface="Arial" panose="020B0604020202020204" pitchFamily="34" charset="0"/>
              </a:rPr>
              <a:pPr algn="r"/>
              <a:t>‹#›</a:t>
            </a:fld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647768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ack 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9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2268002" y="1561874"/>
            <a:ext cx="4393108" cy="7321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Rectangle 1"/>
          <p:cNvSpPr/>
          <p:nvPr userDrawn="1"/>
        </p:nvSpPr>
        <p:spPr>
          <a:xfrm>
            <a:off x="3821898" y="3756887"/>
            <a:ext cx="1310039" cy="30008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1350" u="none" dirty="0">
                <a:solidFill>
                  <a:srgbClr val="1F497D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  <a:hlinkClick r:id="rId3"/>
              </a:rPr>
              <a:t>www.iaasb.org</a:t>
            </a:r>
            <a:endParaRPr lang="en-US" sz="1500" u="none" dirty="0">
              <a:effectLst/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5" name="Rectangle 5"/>
          <p:cNvSpPr>
            <a:spLocks noChangeArrowheads="1"/>
          </p:cNvSpPr>
          <p:nvPr userDrawn="1"/>
        </p:nvSpPr>
        <p:spPr bwMode="auto">
          <a:xfrm flipH="1">
            <a:off x="381000" y="4822821"/>
            <a:ext cx="8763000" cy="34529"/>
          </a:xfrm>
          <a:prstGeom prst="rect">
            <a:avLst/>
          </a:prstGeom>
          <a:gradFill rotWithShape="1">
            <a:gsLst>
              <a:gs pos="0">
                <a:srgbClr val="D53D20"/>
              </a:gs>
              <a:gs pos="999">
                <a:srgbClr val="D53D20"/>
              </a:gs>
              <a:gs pos="100000">
                <a:srgbClr val="E58D23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 sz="1350" dirty="0"/>
          </a:p>
        </p:txBody>
      </p:sp>
      <p:pic>
        <p:nvPicPr>
          <p:cNvPr id="3" name="Picture 2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9559" y="4168326"/>
            <a:ext cx="577805" cy="193152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68002" y="4175640"/>
            <a:ext cx="437481" cy="193152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30292" y="4165672"/>
            <a:ext cx="577805" cy="193152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75897" y="4168326"/>
            <a:ext cx="577805" cy="234424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8511" y="4168326"/>
            <a:ext cx="577805" cy="193152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35213" y="4165202"/>
            <a:ext cx="577805" cy="193152"/>
          </a:xfrm>
          <a:prstGeom prst="rect">
            <a:avLst/>
          </a:prstGeom>
        </p:spPr>
      </p:pic>
      <p:sp>
        <p:nvSpPr>
          <p:cNvPr id="11" name="Rectangle 10"/>
          <p:cNvSpPr/>
          <p:nvPr userDrawn="1"/>
        </p:nvSpPr>
        <p:spPr>
          <a:xfrm>
            <a:off x="698501" y="4608029"/>
            <a:ext cx="8128000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en-US" sz="900" dirty="0"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For copyright, trademark, and permissions information, please go to </a:t>
            </a:r>
            <a:r>
              <a:rPr lang="en-US" sz="900" u="sng" dirty="0">
                <a:solidFill>
                  <a:srgbClr val="0563C1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  <a:hlinkClick r:id="rId10"/>
              </a:rPr>
              <a:t>permissions</a:t>
            </a:r>
            <a:r>
              <a:rPr lang="en-US" sz="900" dirty="0"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 or contact </a:t>
            </a:r>
            <a:r>
              <a:rPr lang="en-US" sz="900" u="sng" dirty="0">
                <a:solidFill>
                  <a:srgbClr val="0563C1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  <a:hlinkClick r:id="rId11"/>
              </a:rPr>
              <a:t>permissions@ifac.org</a:t>
            </a:r>
            <a:r>
              <a:rPr lang="en-US" sz="900" dirty="0"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.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3754577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jpe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 userDrawn="1"/>
        </p:nvSpPr>
        <p:spPr>
          <a:xfrm>
            <a:off x="0" y="427437"/>
            <a:ext cx="9144000" cy="403875"/>
          </a:xfrm>
          <a:prstGeom prst="rect">
            <a:avLst/>
          </a:prstGeom>
          <a:gradFill flip="none" rotWithShape="1">
            <a:gsLst>
              <a:gs pos="0">
                <a:schemeClr val="accent2"/>
              </a:gs>
              <a:gs pos="70000">
                <a:schemeClr val="accent1"/>
              </a:gs>
            </a:gsLst>
            <a:lin ang="0" scaled="1"/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427437"/>
            <a:ext cx="8229600" cy="403875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188677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4985" y="4883295"/>
            <a:ext cx="2057400" cy="22830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75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fld id="{289E18CF-C690-4C5C-8392-CD967FC1C437}" type="datetime1">
              <a:rPr lang="en-US" smtClean="0"/>
              <a:t>9/20/2019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16148" y="4883295"/>
            <a:ext cx="3086100" cy="22830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675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606012" y="4883295"/>
            <a:ext cx="2080788" cy="228309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sz="675">
                <a:solidFill>
                  <a:srgbClr val="808080"/>
                </a:solidFill>
                <a:latin typeface="Arial Narrow"/>
                <a:cs typeface="Arial Narrow"/>
              </a:defRPr>
            </a:lvl1pPr>
          </a:lstStyle>
          <a:p>
            <a:pPr algn="r"/>
            <a:r>
              <a:rPr lang="en-US" dirty="0">
                <a:latin typeface="Arial" panose="020B0604020202020204" pitchFamily="34" charset="0"/>
                <a:cs typeface="MS PGothic" charset="0"/>
              </a:rPr>
              <a:t>Page </a:t>
            </a:r>
            <a:fld id="{95158037-59F0-9C4B-B231-1C776117AADA}" type="slidenum">
              <a:rPr lang="en-US" smtClean="0">
                <a:latin typeface="Arial" panose="020B0604020202020204" pitchFamily="34" charset="0"/>
                <a:cs typeface="Arial" panose="020B0604020202020204" pitchFamily="34" charset="0"/>
              </a:rPr>
              <a:pPr algn="r"/>
              <a:t>‹#›</a:t>
            </a:fld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Rectangle 5"/>
          <p:cNvSpPr>
            <a:spLocks noChangeArrowheads="1"/>
          </p:cNvSpPr>
          <p:nvPr userDrawn="1"/>
        </p:nvSpPr>
        <p:spPr bwMode="auto">
          <a:xfrm flipH="1">
            <a:off x="381000" y="4822228"/>
            <a:ext cx="8763000" cy="34529"/>
          </a:xfrm>
          <a:prstGeom prst="rect">
            <a:avLst/>
          </a:prstGeom>
          <a:gradFill rotWithShape="1">
            <a:gsLst>
              <a:gs pos="0">
                <a:srgbClr val="D53D20"/>
              </a:gs>
              <a:gs pos="999">
                <a:srgbClr val="D53D20"/>
              </a:gs>
              <a:gs pos="100000">
                <a:srgbClr val="E58D23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 sz="1350" dirty="0"/>
          </a:p>
        </p:txBody>
      </p:sp>
      <p:pic>
        <p:nvPicPr>
          <p:cNvPr id="11" name="Picture 10" descr="IAASB Logo with FullName.jpg"/>
          <p:cNvPicPr>
            <a:picLocks noChangeAspect="1"/>
          </p:cNvPicPr>
          <p:nvPr userDrawn="1"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99368" y="55409"/>
            <a:ext cx="1787432" cy="3139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42328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7" r:id="rId1"/>
    <p:sldLayoutId id="2147483660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</p:sldLayoutIdLst>
  <p:hf hdr="0" ftr="0" dt="0"/>
  <p:txStyles>
    <p:titleStyle>
      <a:lvl1pPr algn="l" defTabSz="342900" rtl="0" eaLnBrk="1" latinLnBrk="0" hangingPunct="1">
        <a:spcBef>
          <a:spcPct val="0"/>
        </a:spcBef>
        <a:buNone/>
        <a:defRPr sz="1800" kern="1200">
          <a:solidFill>
            <a:schemeClr val="bg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129779" indent="-129779" algn="l" defTabSz="342900" rtl="0" eaLnBrk="1" latinLnBrk="0" hangingPunct="1">
        <a:spcBef>
          <a:spcPts val="900"/>
        </a:spcBef>
        <a:buFont typeface="Arial"/>
        <a:buChar char="•"/>
        <a:defRPr sz="1500" kern="1200">
          <a:solidFill>
            <a:schemeClr val="tx1">
              <a:lumMod val="65000"/>
              <a:lumOff val="35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342900" indent="-171450" algn="l" defTabSz="342900" rtl="0" eaLnBrk="1" latinLnBrk="0" hangingPunct="1">
        <a:spcBef>
          <a:spcPts val="450"/>
        </a:spcBef>
        <a:spcAft>
          <a:spcPts val="300"/>
        </a:spcAft>
        <a:buFont typeface="Arial"/>
        <a:buChar char="–"/>
        <a:defRPr sz="1350" kern="1200">
          <a:solidFill>
            <a:schemeClr val="tx1">
              <a:lumMod val="65000"/>
              <a:lumOff val="35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472679" indent="-128588" algn="l" defTabSz="342900" rtl="0" eaLnBrk="1" latinLnBrk="0" hangingPunct="1">
        <a:spcBef>
          <a:spcPct val="20000"/>
        </a:spcBef>
        <a:buFont typeface="Arial"/>
        <a:buChar char="•"/>
        <a:defRPr sz="1200" kern="1200">
          <a:solidFill>
            <a:schemeClr val="tx1">
              <a:lumMod val="65000"/>
              <a:lumOff val="35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200150" indent="-171450" algn="l" defTabSz="342900" rtl="0" eaLnBrk="1" latinLnBrk="0" hangingPunct="1">
        <a:spcBef>
          <a:spcPct val="20000"/>
        </a:spcBef>
        <a:buFont typeface="Arial"/>
        <a:buChar char="–"/>
        <a:defRPr sz="1050" kern="1200">
          <a:solidFill>
            <a:schemeClr val="tx1"/>
          </a:solidFill>
          <a:latin typeface="Arial Narrow"/>
          <a:ea typeface="+mn-ea"/>
          <a:cs typeface="Arial Narrow"/>
        </a:defRPr>
      </a:lvl4pPr>
      <a:lvl5pPr marL="1543050" indent="-171450" algn="l" defTabSz="342900" rtl="0" eaLnBrk="1" latinLnBrk="0" hangingPunct="1">
        <a:spcBef>
          <a:spcPct val="20000"/>
        </a:spcBef>
        <a:buFont typeface="Arial"/>
        <a:buChar char="»"/>
        <a:defRPr sz="1050" kern="1200">
          <a:solidFill>
            <a:schemeClr val="tx1"/>
          </a:solidFill>
          <a:latin typeface="Arial Narrow"/>
          <a:ea typeface="+mn-ea"/>
          <a:cs typeface="Arial Narrow"/>
        </a:defRPr>
      </a:lvl5pPr>
      <a:lvl6pPr marL="1885950" indent="-17145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381534"/>
            <a:ext cx="7893383" cy="1280960"/>
          </a:xfrm>
        </p:spPr>
        <p:txBody>
          <a:bodyPr>
            <a:normAutofit/>
          </a:bodyPr>
          <a:lstStyle/>
          <a:p>
            <a:r>
              <a:rPr lang="en-US" dirty="0"/>
              <a:t>ISA 315 (Revised) </a:t>
            </a:r>
            <a:br>
              <a:rPr lang="en-US" dirty="0"/>
            </a:br>
            <a:r>
              <a:rPr lang="en-US" dirty="0"/>
              <a:t>Identifying and Assessing the Risks of Material Misstatement</a:t>
            </a:r>
          </a:p>
        </p:txBody>
      </p:sp>
      <p:sp>
        <p:nvSpPr>
          <p:cNvPr id="6" name="Subtitle 5"/>
          <p:cNvSpPr>
            <a:spLocks noGrp="1"/>
          </p:cNvSpPr>
          <p:nvPr>
            <p:ph type="subTitle" idx="1"/>
          </p:nvPr>
        </p:nvSpPr>
        <p:spPr>
          <a:xfrm>
            <a:off x="685801" y="3603009"/>
            <a:ext cx="5880099" cy="1037565"/>
          </a:xfrm>
        </p:spPr>
        <p:txBody>
          <a:bodyPr/>
          <a:lstStyle/>
          <a:p>
            <a:pPr>
              <a:spcBef>
                <a:spcPts val="0"/>
              </a:spcBef>
            </a:pPr>
            <a:r>
              <a:rPr lang="en-US" sz="1200" dirty="0"/>
              <a:t>Fiona Campbell, ISA 315 Task Force Chair &amp; Deputy Chair of the IAASB</a:t>
            </a:r>
          </a:p>
          <a:p>
            <a:pPr>
              <a:spcBef>
                <a:spcPts val="300"/>
              </a:spcBef>
            </a:pPr>
            <a:r>
              <a:rPr lang="en-US" sz="1200" dirty="0"/>
              <a:t>IAASB Meeting – New York, USA  </a:t>
            </a:r>
          </a:p>
          <a:p>
            <a:pPr>
              <a:spcBef>
                <a:spcPts val="300"/>
              </a:spcBef>
            </a:pPr>
            <a:r>
              <a:rPr lang="en-US" sz="1200" dirty="0"/>
              <a:t>Agenda Item 2</a:t>
            </a:r>
          </a:p>
          <a:p>
            <a:pPr>
              <a:spcBef>
                <a:spcPts val="300"/>
              </a:spcBef>
            </a:pPr>
            <a:r>
              <a:rPr lang="en-US" sz="1200" dirty="0"/>
              <a:t>September 20, 2019</a:t>
            </a:r>
          </a:p>
        </p:txBody>
      </p:sp>
    </p:spTree>
    <p:extLst>
      <p:ext uri="{BB962C8B-B14F-4D97-AF65-F5344CB8AC3E}">
        <p14:creationId xmlns:p14="http://schemas.microsoft.com/office/powerpoint/2010/main" val="42404074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427439"/>
            <a:ext cx="9144000" cy="403875"/>
          </a:xfrm>
        </p:spPr>
        <p:txBody>
          <a:bodyPr/>
          <a:lstStyle/>
          <a:p>
            <a:pPr marL="260597"/>
            <a:r>
              <a:rPr lang="en-GB" b="1" dirty="0"/>
              <a:t>ISA 315 (Revised) – Walkthrough of the Standard</a:t>
            </a:r>
            <a:endParaRPr lang="en-US" dirty="0"/>
          </a:p>
        </p:txBody>
      </p:sp>
      <p:sp>
        <p:nvSpPr>
          <p:cNvPr id="6" name="Slide Number Placeholder 5"/>
          <p:cNvSpPr txBox="1">
            <a:spLocks/>
          </p:cNvSpPr>
          <p:nvPr/>
        </p:nvSpPr>
        <p:spPr>
          <a:xfrm>
            <a:off x="7126211" y="4883297"/>
            <a:ext cx="1560591" cy="228309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n-US"/>
            </a:defPPr>
            <a:lvl1pPr marL="0" algn="ctr" defTabSz="457200" rtl="0" eaLnBrk="1" latinLnBrk="0" hangingPunct="1">
              <a:defRPr sz="900" kern="1200">
                <a:solidFill>
                  <a:srgbClr val="808080"/>
                </a:solidFill>
                <a:latin typeface="Arial Narrow"/>
                <a:ea typeface="+mn-ea"/>
                <a:cs typeface="Arial Narrow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675" dirty="0">
                <a:latin typeface="Arial" panose="020B0604020202020204" pitchFamily="34" charset="0"/>
                <a:cs typeface="MS PGothic" charset="0"/>
              </a:rPr>
              <a:t>Page </a:t>
            </a:r>
            <a:fld id="{53CD5F42-02DE-44B4-A2E5-4D62A1A07C24}" type="slidenum">
              <a:rPr lang="en-US" sz="675">
                <a:latin typeface="Arial" panose="020B0604020202020204" pitchFamily="34" charset="0"/>
                <a:cs typeface="Arial" panose="020B0604020202020204" pitchFamily="34" charset="0"/>
              </a:rPr>
              <a:pPr algn="r"/>
              <a:t>2</a:t>
            </a:fld>
            <a:endParaRPr lang="en-US" sz="675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Content Placeholder 1"/>
          <p:cNvSpPr>
            <a:spLocks noGrp="1"/>
          </p:cNvSpPr>
          <p:nvPr>
            <p:ph idx="1"/>
          </p:nvPr>
        </p:nvSpPr>
        <p:spPr>
          <a:xfrm>
            <a:off x="229799" y="898314"/>
            <a:ext cx="8394083" cy="3998783"/>
          </a:xfrm>
        </p:spPr>
        <p:txBody>
          <a:bodyPr/>
          <a:lstStyle/>
          <a:p>
            <a:pPr marL="0" indent="0" algn="just">
              <a:lnSpc>
                <a:spcPts val="2000"/>
              </a:lnSpc>
              <a:spcBef>
                <a:spcPts val="225"/>
              </a:spcBef>
              <a:spcAft>
                <a:spcPts val="225"/>
              </a:spcAft>
              <a:buNone/>
              <a:tabLst>
                <a:tab pos="625445" algn="l"/>
              </a:tabLst>
            </a:pPr>
            <a:endParaRPr lang="en-US" sz="17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0" indent="0" algn="just">
              <a:lnSpc>
                <a:spcPts val="2000"/>
              </a:lnSpc>
              <a:spcBef>
                <a:spcPts val="225"/>
              </a:spcBef>
              <a:spcAft>
                <a:spcPts val="225"/>
              </a:spcAft>
              <a:buNone/>
              <a:tabLst>
                <a:tab pos="625445" algn="l"/>
              </a:tabLst>
            </a:pPr>
            <a:endParaRPr lang="en-US" sz="2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0" indent="0" algn="just">
              <a:lnSpc>
                <a:spcPts val="2000"/>
              </a:lnSpc>
              <a:spcBef>
                <a:spcPts val="225"/>
              </a:spcBef>
              <a:spcAft>
                <a:spcPts val="225"/>
              </a:spcAft>
              <a:buNone/>
              <a:tabLst>
                <a:tab pos="625445" algn="l"/>
              </a:tabLst>
            </a:pPr>
            <a:endParaRPr lang="en-US" sz="2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0" indent="0" algn="just">
              <a:lnSpc>
                <a:spcPts val="2000"/>
              </a:lnSpc>
              <a:spcBef>
                <a:spcPts val="225"/>
              </a:spcBef>
              <a:spcAft>
                <a:spcPts val="225"/>
              </a:spcAft>
              <a:buNone/>
              <a:tabLst>
                <a:tab pos="625445" algn="l"/>
              </a:tabLst>
            </a:pPr>
            <a:endParaRPr lang="en-US" sz="2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0" indent="0" algn="just">
              <a:lnSpc>
                <a:spcPts val="2000"/>
              </a:lnSpc>
              <a:spcBef>
                <a:spcPts val="225"/>
              </a:spcBef>
              <a:spcAft>
                <a:spcPts val="225"/>
              </a:spcAft>
              <a:buNone/>
              <a:tabLst>
                <a:tab pos="625445" algn="l"/>
              </a:tabLst>
            </a:pPr>
            <a:endParaRPr lang="en-US" sz="2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0" indent="0" algn="just">
              <a:lnSpc>
                <a:spcPts val="2000"/>
              </a:lnSpc>
              <a:spcBef>
                <a:spcPts val="225"/>
              </a:spcBef>
              <a:spcAft>
                <a:spcPts val="225"/>
              </a:spcAft>
              <a:buNone/>
              <a:tabLst>
                <a:tab pos="625445" algn="l"/>
              </a:tabLst>
            </a:pPr>
            <a:endParaRPr lang="en-US" sz="2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0" indent="0" algn="just">
              <a:lnSpc>
                <a:spcPts val="2000"/>
              </a:lnSpc>
              <a:spcBef>
                <a:spcPts val="225"/>
              </a:spcBef>
              <a:spcAft>
                <a:spcPts val="225"/>
              </a:spcAft>
              <a:buNone/>
              <a:tabLst>
                <a:tab pos="625445" algn="l"/>
              </a:tabLst>
            </a:pPr>
            <a:endParaRPr lang="en-US" sz="2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0" indent="0" algn="just">
              <a:lnSpc>
                <a:spcPts val="2000"/>
              </a:lnSpc>
              <a:spcBef>
                <a:spcPts val="225"/>
              </a:spcBef>
              <a:spcAft>
                <a:spcPts val="225"/>
              </a:spcAft>
              <a:buNone/>
              <a:tabLst>
                <a:tab pos="625445" algn="l"/>
              </a:tabLst>
            </a:pPr>
            <a:endParaRPr lang="en-US" sz="2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0" indent="0" algn="just">
              <a:lnSpc>
                <a:spcPts val="2000"/>
              </a:lnSpc>
              <a:spcBef>
                <a:spcPts val="225"/>
              </a:spcBef>
              <a:spcAft>
                <a:spcPts val="225"/>
              </a:spcAft>
              <a:buNone/>
              <a:tabLst>
                <a:tab pos="625445" algn="l"/>
              </a:tabLst>
            </a:pPr>
            <a:endParaRPr lang="en-US" sz="2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0" indent="0" algn="just">
              <a:lnSpc>
                <a:spcPts val="2000"/>
              </a:lnSpc>
              <a:spcBef>
                <a:spcPts val="225"/>
              </a:spcBef>
              <a:spcAft>
                <a:spcPts val="225"/>
              </a:spcAft>
              <a:buNone/>
              <a:tabLst>
                <a:tab pos="625445" algn="l"/>
              </a:tabLst>
            </a:pPr>
            <a:r>
              <a:rPr lang="en-US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</a:p>
          <a:p>
            <a:pPr marL="0" indent="0" algn="just">
              <a:lnSpc>
                <a:spcPts val="2000"/>
              </a:lnSpc>
              <a:spcBef>
                <a:spcPts val="225"/>
              </a:spcBef>
              <a:spcAft>
                <a:spcPts val="225"/>
              </a:spcAft>
              <a:buNone/>
              <a:tabLst>
                <a:tab pos="625445" algn="l"/>
              </a:tabLst>
            </a:pPr>
            <a:endParaRPr lang="en-US" sz="2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0" lvl="1" indent="-274320" algn="just">
              <a:lnSpc>
                <a:spcPts val="1800"/>
              </a:lnSpc>
              <a:spcBef>
                <a:spcPts val="225"/>
              </a:spcBef>
              <a:spcAft>
                <a:spcPts val="225"/>
              </a:spcAft>
              <a:buFont typeface="Arial" panose="020B0604020202020204" pitchFamily="34" charset="0"/>
              <a:buChar char="•"/>
              <a:tabLst>
                <a:tab pos="625445" algn="l"/>
              </a:tabLst>
            </a:pPr>
            <a:endParaRPr lang="en-US" sz="16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0" lvl="1" indent="-274320" algn="just">
              <a:lnSpc>
                <a:spcPts val="1800"/>
              </a:lnSpc>
              <a:spcBef>
                <a:spcPts val="225"/>
              </a:spcBef>
              <a:spcAft>
                <a:spcPts val="225"/>
              </a:spcAft>
              <a:buFont typeface="Arial" panose="020B0604020202020204" pitchFamily="34" charset="0"/>
              <a:buChar char="•"/>
              <a:tabLst>
                <a:tab pos="625445" algn="l"/>
              </a:tabLst>
            </a:pPr>
            <a:endParaRPr lang="en-US" sz="16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0" lvl="1" indent="-274320" algn="just">
              <a:lnSpc>
                <a:spcPts val="1800"/>
              </a:lnSpc>
              <a:spcBef>
                <a:spcPts val="225"/>
              </a:spcBef>
              <a:spcAft>
                <a:spcPts val="225"/>
              </a:spcAft>
              <a:buFont typeface="Arial" panose="020B0604020202020204" pitchFamily="34" charset="0"/>
              <a:buChar char="•"/>
              <a:tabLst>
                <a:tab pos="625445" algn="l"/>
              </a:tabLst>
            </a:pPr>
            <a:endParaRPr lang="en-US" sz="16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171450" lvl="1" indent="0" algn="just">
              <a:lnSpc>
                <a:spcPts val="1800"/>
              </a:lnSpc>
              <a:spcBef>
                <a:spcPts val="225"/>
              </a:spcBef>
              <a:spcAft>
                <a:spcPts val="225"/>
              </a:spcAft>
              <a:buNone/>
              <a:tabLst>
                <a:tab pos="625445" algn="l"/>
              </a:tabLst>
            </a:pPr>
            <a:endParaRPr lang="en-US" sz="145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lvl="1" algn="just">
              <a:lnSpc>
                <a:spcPts val="1800"/>
              </a:lnSpc>
              <a:spcBef>
                <a:spcPts val="225"/>
              </a:spcBef>
              <a:spcAft>
                <a:spcPts val="225"/>
              </a:spcAft>
              <a:buFont typeface="Arial" panose="020B0604020202020204" pitchFamily="34" charset="0"/>
              <a:buChar char="─"/>
              <a:tabLst>
                <a:tab pos="625445" algn="l"/>
              </a:tabLst>
            </a:pPr>
            <a:endParaRPr lang="en-US" sz="145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274320" lvl="2" indent="0">
              <a:buNone/>
            </a:pPr>
            <a:endParaRPr lang="en-US" sz="140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520AA2D4-F2A1-42F3-A696-6A6EE3B42A0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50249196"/>
              </p:ext>
            </p:extLst>
          </p:nvPr>
        </p:nvGraphicFramePr>
        <p:xfrm>
          <a:off x="699698" y="1055480"/>
          <a:ext cx="7758502" cy="22559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72079">
                  <a:extLst>
                    <a:ext uri="{9D8B030D-6E8A-4147-A177-3AD203B41FA5}">
                      <a16:colId xmlns:a16="http://schemas.microsoft.com/office/drawing/2014/main" val="1015978263"/>
                    </a:ext>
                  </a:extLst>
                </a:gridCol>
                <a:gridCol w="6886423">
                  <a:extLst>
                    <a:ext uri="{9D8B030D-6E8A-4147-A177-3AD203B41FA5}">
                      <a16:colId xmlns:a16="http://schemas.microsoft.com/office/drawing/2014/main" val="2565273671"/>
                    </a:ext>
                  </a:extLst>
                </a:gridCol>
              </a:tblGrid>
              <a:tr h="483874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Par #</a:t>
                      </a:r>
                    </a:p>
                  </a:txBody>
                  <a:tcPr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Requirements</a:t>
                      </a:r>
                    </a:p>
                  </a:txBody>
                  <a:tcPr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11281424"/>
                  </a:ext>
                </a:extLst>
              </a:tr>
              <a:tr h="356796">
                <a:tc>
                  <a:txBody>
                    <a:bodyPr/>
                    <a:lstStyle/>
                    <a:p>
                      <a:pPr algn="ctr">
                        <a:lnSpc>
                          <a:spcPts val="2000"/>
                        </a:lnSpc>
                      </a:pPr>
                      <a:r>
                        <a:rPr lang="en-US" sz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 – 15</a:t>
                      </a:r>
                    </a:p>
                  </a:txBody>
                  <a:tcPr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000"/>
                        </a:lnSpc>
                      </a:pPr>
                      <a:r>
                        <a:rPr lang="en-US" sz="1200" b="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Scope, Key Concepts, Effective Date, Objective</a:t>
                      </a:r>
                    </a:p>
                  </a:txBody>
                  <a:tcPr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88703905"/>
                  </a:ext>
                </a:extLst>
              </a:tr>
              <a:tr h="356796">
                <a:tc>
                  <a:txBody>
                    <a:bodyPr/>
                    <a:lstStyle/>
                    <a:p>
                      <a:pPr marL="0" marR="0" lvl="0" indent="0" algn="ctr" defTabSz="342900" rtl="0" eaLnBrk="1" fontAlgn="auto" latinLnBrk="0" hangingPunct="1">
                        <a:lnSpc>
                          <a:spcPts val="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16 – 24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US" sz="1200" b="0" i="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Definitions, Risk Assessment Procedures, Understanding the System of Internal Control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85740600"/>
                  </a:ext>
                </a:extLst>
              </a:tr>
              <a:tr h="344882">
                <a:tc>
                  <a:txBody>
                    <a:bodyPr/>
                    <a:lstStyle/>
                    <a:p>
                      <a:pPr algn="ctr">
                        <a:lnSpc>
                          <a:spcPts val="2000"/>
                        </a:lnSpc>
                      </a:pPr>
                      <a:r>
                        <a:rPr lang="en-US" sz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28 – 43</a:t>
                      </a:r>
                    </a:p>
                  </a:txBody>
                  <a:tcPr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US" sz="1200" b="0" i="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Components of the System of Internal Control, Deficiencies</a:t>
                      </a:r>
                    </a:p>
                  </a:txBody>
                  <a:tcPr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0408649"/>
                  </a:ext>
                </a:extLst>
              </a:tr>
              <a:tr h="356796">
                <a:tc>
                  <a:txBody>
                    <a:bodyPr/>
                    <a:lstStyle/>
                    <a:p>
                      <a:pPr algn="ctr">
                        <a:lnSpc>
                          <a:spcPts val="2000"/>
                        </a:lnSpc>
                      </a:pPr>
                      <a:r>
                        <a:rPr lang="en-US" sz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45 – 54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US" sz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Identifying </a:t>
                      </a:r>
                      <a:r>
                        <a:rPr lang="en-US" sz="1200" dirty="0" err="1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ROMM</a:t>
                      </a:r>
                      <a:r>
                        <a:rPr lang="en-US" sz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, Assessing IR &amp; CR, Documentation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2540021"/>
                  </a:ext>
                </a:extLst>
              </a:tr>
              <a:tr h="356796">
                <a:tc>
                  <a:txBody>
                    <a:bodyPr/>
                    <a:lstStyle/>
                    <a:p>
                      <a:pPr algn="ctr">
                        <a:lnSpc>
                          <a:spcPts val="2000"/>
                        </a:lnSpc>
                      </a:pPr>
                      <a:endParaRPr lang="en-US" sz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000"/>
                        </a:lnSpc>
                        <a:buFont typeface="Arial" panose="020B0604020202020204" pitchFamily="34" charset="0"/>
                        <a:buNone/>
                      </a:pPr>
                      <a:endParaRPr lang="en-US" sz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6332671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160559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427439"/>
            <a:ext cx="9144000" cy="403875"/>
          </a:xfrm>
        </p:spPr>
        <p:txBody>
          <a:bodyPr/>
          <a:lstStyle/>
          <a:p>
            <a:pPr marL="260597"/>
            <a:r>
              <a:rPr lang="en-GB" b="1" dirty="0"/>
              <a:t>ISA 315 (Revised) – Walkthrough of the Standard</a:t>
            </a:r>
            <a:endParaRPr lang="en-US" dirty="0"/>
          </a:p>
        </p:txBody>
      </p:sp>
      <p:sp>
        <p:nvSpPr>
          <p:cNvPr id="6" name="Slide Number Placeholder 5"/>
          <p:cNvSpPr txBox="1">
            <a:spLocks/>
          </p:cNvSpPr>
          <p:nvPr/>
        </p:nvSpPr>
        <p:spPr>
          <a:xfrm>
            <a:off x="7126211" y="4883297"/>
            <a:ext cx="1560591" cy="228309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n-US"/>
            </a:defPPr>
            <a:lvl1pPr marL="0" algn="ctr" defTabSz="457200" rtl="0" eaLnBrk="1" latinLnBrk="0" hangingPunct="1">
              <a:defRPr sz="900" kern="1200">
                <a:solidFill>
                  <a:srgbClr val="808080"/>
                </a:solidFill>
                <a:latin typeface="Arial Narrow"/>
                <a:ea typeface="+mn-ea"/>
                <a:cs typeface="Arial Narrow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675" dirty="0">
                <a:latin typeface="Arial" panose="020B0604020202020204" pitchFamily="34" charset="0"/>
                <a:cs typeface="MS PGothic" charset="0"/>
              </a:rPr>
              <a:t>Page </a:t>
            </a:r>
            <a:fld id="{53CD5F42-02DE-44B4-A2E5-4D62A1A07C24}" type="slidenum">
              <a:rPr lang="en-US" sz="675">
                <a:latin typeface="Arial" panose="020B0604020202020204" pitchFamily="34" charset="0"/>
                <a:cs typeface="Arial" panose="020B0604020202020204" pitchFamily="34" charset="0"/>
              </a:rPr>
              <a:pPr algn="r"/>
              <a:t>3</a:t>
            </a:fld>
            <a:endParaRPr lang="en-US" sz="675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Content Placeholder 1"/>
          <p:cNvSpPr>
            <a:spLocks noGrp="1"/>
          </p:cNvSpPr>
          <p:nvPr>
            <p:ph idx="1"/>
          </p:nvPr>
        </p:nvSpPr>
        <p:spPr>
          <a:xfrm>
            <a:off x="229799" y="898314"/>
            <a:ext cx="8394083" cy="3998783"/>
          </a:xfrm>
        </p:spPr>
        <p:txBody>
          <a:bodyPr/>
          <a:lstStyle/>
          <a:p>
            <a:pPr marL="0" indent="0" algn="just">
              <a:lnSpc>
                <a:spcPts val="2000"/>
              </a:lnSpc>
              <a:spcBef>
                <a:spcPts val="225"/>
              </a:spcBef>
              <a:spcAft>
                <a:spcPts val="225"/>
              </a:spcAft>
              <a:buNone/>
              <a:tabLst>
                <a:tab pos="625445" algn="l"/>
              </a:tabLst>
            </a:pPr>
            <a:endParaRPr lang="en-US" sz="17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0" indent="0" algn="just">
              <a:lnSpc>
                <a:spcPts val="2000"/>
              </a:lnSpc>
              <a:spcBef>
                <a:spcPts val="225"/>
              </a:spcBef>
              <a:spcAft>
                <a:spcPts val="225"/>
              </a:spcAft>
              <a:buNone/>
              <a:tabLst>
                <a:tab pos="625445" algn="l"/>
              </a:tabLst>
            </a:pPr>
            <a:endParaRPr lang="en-US" sz="2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0" indent="0" algn="just">
              <a:lnSpc>
                <a:spcPts val="2000"/>
              </a:lnSpc>
              <a:spcBef>
                <a:spcPts val="225"/>
              </a:spcBef>
              <a:spcAft>
                <a:spcPts val="225"/>
              </a:spcAft>
              <a:buNone/>
              <a:tabLst>
                <a:tab pos="625445" algn="l"/>
              </a:tabLst>
            </a:pPr>
            <a:endParaRPr lang="en-US" sz="2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0" indent="0" algn="just">
              <a:lnSpc>
                <a:spcPts val="2000"/>
              </a:lnSpc>
              <a:spcBef>
                <a:spcPts val="225"/>
              </a:spcBef>
              <a:spcAft>
                <a:spcPts val="225"/>
              </a:spcAft>
              <a:buNone/>
              <a:tabLst>
                <a:tab pos="625445" algn="l"/>
              </a:tabLst>
            </a:pPr>
            <a:endParaRPr lang="en-US" sz="2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0" indent="0" algn="just">
              <a:lnSpc>
                <a:spcPts val="2000"/>
              </a:lnSpc>
              <a:spcBef>
                <a:spcPts val="225"/>
              </a:spcBef>
              <a:spcAft>
                <a:spcPts val="225"/>
              </a:spcAft>
              <a:buNone/>
              <a:tabLst>
                <a:tab pos="625445" algn="l"/>
              </a:tabLst>
            </a:pPr>
            <a:endParaRPr lang="en-US" sz="2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0" indent="0" algn="just">
              <a:lnSpc>
                <a:spcPts val="2000"/>
              </a:lnSpc>
              <a:spcBef>
                <a:spcPts val="225"/>
              </a:spcBef>
              <a:spcAft>
                <a:spcPts val="225"/>
              </a:spcAft>
              <a:buNone/>
              <a:tabLst>
                <a:tab pos="625445" algn="l"/>
              </a:tabLst>
            </a:pPr>
            <a:endParaRPr lang="en-US" sz="2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0" indent="0" algn="just">
              <a:lnSpc>
                <a:spcPts val="2000"/>
              </a:lnSpc>
              <a:spcBef>
                <a:spcPts val="225"/>
              </a:spcBef>
              <a:spcAft>
                <a:spcPts val="225"/>
              </a:spcAft>
              <a:buNone/>
              <a:tabLst>
                <a:tab pos="625445" algn="l"/>
              </a:tabLst>
            </a:pPr>
            <a:endParaRPr lang="en-US" sz="2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0" indent="0" algn="just">
              <a:lnSpc>
                <a:spcPts val="2000"/>
              </a:lnSpc>
              <a:spcBef>
                <a:spcPts val="225"/>
              </a:spcBef>
              <a:spcAft>
                <a:spcPts val="225"/>
              </a:spcAft>
              <a:buNone/>
              <a:tabLst>
                <a:tab pos="625445" algn="l"/>
              </a:tabLst>
            </a:pPr>
            <a:endParaRPr lang="en-US" sz="2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0" indent="0" algn="just">
              <a:lnSpc>
                <a:spcPts val="2000"/>
              </a:lnSpc>
              <a:spcBef>
                <a:spcPts val="225"/>
              </a:spcBef>
              <a:spcAft>
                <a:spcPts val="225"/>
              </a:spcAft>
              <a:buNone/>
              <a:tabLst>
                <a:tab pos="625445" algn="l"/>
              </a:tabLst>
            </a:pPr>
            <a:endParaRPr lang="en-US" sz="2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0" indent="0" algn="just">
              <a:lnSpc>
                <a:spcPts val="2000"/>
              </a:lnSpc>
              <a:spcBef>
                <a:spcPts val="225"/>
              </a:spcBef>
              <a:spcAft>
                <a:spcPts val="225"/>
              </a:spcAft>
              <a:buNone/>
              <a:tabLst>
                <a:tab pos="625445" algn="l"/>
              </a:tabLst>
            </a:pPr>
            <a:r>
              <a:rPr lang="en-US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</a:p>
          <a:p>
            <a:pPr marL="0" indent="0" algn="just">
              <a:lnSpc>
                <a:spcPts val="2000"/>
              </a:lnSpc>
              <a:spcBef>
                <a:spcPts val="225"/>
              </a:spcBef>
              <a:spcAft>
                <a:spcPts val="225"/>
              </a:spcAft>
              <a:buNone/>
              <a:tabLst>
                <a:tab pos="625445" algn="l"/>
              </a:tabLst>
            </a:pPr>
            <a:endParaRPr lang="en-US" sz="2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0" lvl="1" indent="-274320" algn="just">
              <a:lnSpc>
                <a:spcPts val="1800"/>
              </a:lnSpc>
              <a:spcBef>
                <a:spcPts val="225"/>
              </a:spcBef>
              <a:spcAft>
                <a:spcPts val="225"/>
              </a:spcAft>
              <a:buFont typeface="Arial" panose="020B0604020202020204" pitchFamily="34" charset="0"/>
              <a:buChar char="•"/>
              <a:tabLst>
                <a:tab pos="625445" algn="l"/>
              </a:tabLst>
            </a:pPr>
            <a:endParaRPr lang="en-US" sz="16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0" lvl="1" indent="-274320" algn="just">
              <a:lnSpc>
                <a:spcPts val="1800"/>
              </a:lnSpc>
              <a:spcBef>
                <a:spcPts val="225"/>
              </a:spcBef>
              <a:spcAft>
                <a:spcPts val="225"/>
              </a:spcAft>
              <a:buFont typeface="Arial" panose="020B0604020202020204" pitchFamily="34" charset="0"/>
              <a:buChar char="•"/>
              <a:tabLst>
                <a:tab pos="625445" algn="l"/>
              </a:tabLst>
            </a:pPr>
            <a:endParaRPr lang="en-US" sz="16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0" lvl="1" indent="-274320" algn="just">
              <a:lnSpc>
                <a:spcPts val="1800"/>
              </a:lnSpc>
              <a:spcBef>
                <a:spcPts val="225"/>
              </a:spcBef>
              <a:spcAft>
                <a:spcPts val="225"/>
              </a:spcAft>
              <a:buFont typeface="Arial" panose="020B0604020202020204" pitchFamily="34" charset="0"/>
              <a:buChar char="•"/>
              <a:tabLst>
                <a:tab pos="625445" algn="l"/>
              </a:tabLst>
            </a:pPr>
            <a:endParaRPr lang="en-US" sz="16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171450" lvl="1" indent="0" algn="just">
              <a:lnSpc>
                <a:spcPts val="1800"/>
              </a:lnSpc>
              <a:spcBef>
                <a:spcPts val="225"/>
              </a:spcBef>
              <a:spcAft>
                <a:spcPts val="225"/>
              </a:spcAft>
              <a:buNone/>
              <a:tabLst>
                <a:tab pos="625445" algn="l"/>
              </a:tabLst>
            </a:pPr>
            <a:endParaRPr lang="en-US" sz="145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lvl="1" algn="just">
              <a:lnSpc>
                <a:spcPts val="1800"/>
              </a:lnSpc>
              <a:spcBef>
                <a:spcPts val="225"/>
              </a:spcBef>
              <a:spcAft>
                <a:spcPts val="225"/>
              </a:spcAft>
              <a:buFont typeface="Arial" panose="020B0604020202020204" pitchFamily="34" charset="0"/>
              <a:buChar char="─"/>
              <a:tabLst>
                <a:tab pos="625445" algn="l"/>
              </a:tabLst>
            </a:pPr>
            <a:endParaRPr lang="en-US" sz="145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274320" lvl="2" indent="0">
              <a:buNone/>
            </a:pPr>
            <a:endParaRPr lang="en-US" sz="140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520AA2D4-F2A1-42F3-A696-6A6EE3B42A0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55404195"/>
              </p:ext>
            </p:extLst>
          </p:nvPr>
        </p:nvGraphicFramePr>
        <p:xfrm>
          <a:off x="699698" y="1055480"/>
          <a:ext cx="7758502" cy="312337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72079">
                  <a:extLst>
                    <a:ext uri="{9D8B030D-6E8A-4147-A177-3AD203B41FA5}">
                      <a16:colId xmlns:a16="http://schemas.microsoft.com/office/drawing/2014/main" val="1015978263"/>
                    </a:ext>
                  </a:extLst>
                </a:gridCol>
                <a:gridCol w="6886423">
                  <a:extLst>
                    <a:ext uri="{9D8B030D-6E8A-4147-A177-3AD203B41FA5}">
                      <a16:colId xmlns:a16="http://schemas.microsoft.com/office/drawing/2014/main" val="2565273671"/>
                    </a:ext>
                  </a:extLst>
                </a:gridCol>
              </a:tblGrid>
              <a:tr h="483874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Par #</a:t>
                      </a:r>
                    </a:p>
                  </a:txBody>
                  <a:tcPr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Application Materials</a:t>
                      </a:r>
                    </a:p>
                  </a:txBody>
                  <a:tcPr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11281424"/>
                  </a:ext>
                </a:extLst>
              </a:tr>
              <a:tr h="356796">
                <a:tc>
                  <a:txBody>
                    <a:bodyPr/>
                    <a:lstStyle/>
                    <a:p>
                      <a:pPr algn="ctr">
                        <a:lnSpc>
                          <a:spcPts val="2000"/>
                        </a:lnSpc>
                      </a:pPr>
                      <a:r>
                        <a:rPr lang="en-US" sz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A1 – A36</a:t>
                      </a:r>
                    </a:p>
                  </a:txBody>
                  <a:tcPr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000"/>
                        </a:lnSpc>
                      </a:pPr>
                      <a:r>
                        <a:rPr lang="en-US" sz="1200" b="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Essential AM to definitions through to Observation &amp; Inspection as RA Procedures</a:t>
                      </a:r>
                    </a:p>
                  </a:txBody>
                  <a:tcPr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88703905"/>
                  </a:ext>
                </a:extLst>
              </a:tr>
              <a:tr h="356796">
                <a:tc>
                  <a:txBody>
                    <a:bodyPr/>
                    <a:lstStyle/>
                    <a:p>
                      <a:pPr marL="0" marR="0" lvl="0" indent="0" algn="ctr" defTabSz="342900" rtl="0" eaLnBrk="1" fontAlgn="auto" latinLnBrk="0" hangingPunct="1">
                        <a:lnSpc>
                          <a:spcPts val="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A37 – A47eb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US" sz="1200" b="0" i="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Info from Other Sources to Understanding the Entity and its Applicable Financial Reporting Framework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85740600"/>
                  </a:ext>
                </a:extLst>
              </a:tr>
              <a:tr h="344882">
                <a:tc>
                  <a:txBody>
                    <a:bodyPr/>
                    <a:lstStyle/>
                    <a:p>
                      <a:pPr algn="ctr">
                        <a:lnSpc>
                          <a:spcPts val="2000"/>
                        </a:lnSpc>
                      </a:pPr>
                      <a:r>
                        <a:rPr lang="en-US" sz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A49 – A82</a:t>
                      </a:r>
                    </a:p>
                  </a:txBody>
                  <a:tcPr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US" sz="1200" b="0" i="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The Entity &amp; Its Environment, to the Applicable Financial Reporting Framework</a:t>
                      </a:r>
                    </a:p>
                  </a:txBody>
                  <a:tcPr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0408649"/>
                  </a:ext>
                </a:extLst>
              </a:tr>
              <a:tr h="356796">
                <a:tc>
                  <a:txBody>
                    <a:bodyPr/>
                    <a:lstStyle/>
                    <a:p>
                      <a:pPr algn="ctr">
                        <a:lnSpc>
                          <a:spcPts val="2000"/>
                        </a:lnSpc>
                      </a:pPr>
                      <a:r>
                        <a:rPr lang="en-US" sz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A88a – A114b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US" sz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How IRFs affect Susceptibility to Misstatement, to Obtaining an Understanding of the Control Environment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2540021"/>
                  </a:ext>
                </a:extLst>
              </a:tr>
              <a:tr h="356796">
                <a:tc>
                  <a:txBody>
                    <a:bodyPr/>
                    <a:lstStyle/>
                    <a:p>
                      <a:pPr algn="ctr">
                        <a:lnSpc>
                          <a:spcPts val="2000"/>
                        </a:lnSpc>
                      </a:pPr>
                      <a:r>
                        <a:rPr lang="en-US" sz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A117 – A177</a:t>
                      </a:r>
                    </a:p>
                  </a:txBody>
                  <a:tcPr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US" sz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Obtaining an Understanding of Risk Assessment Process, to Control Activities</a:t>
                      </a:r>
                    </a:p>
                  </a:txBody>
                  <a:tcPr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6332671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887418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427439"/>
            <a:ext cx="9144000" cy="403875"/>
          </a:xfrm>
        </p:spPr>
        <p:txBody>
          <a:bodyPr/>
          <a:lstStyle/>
          <a:p>
            <a:pPr marL="260597"/>
            <a:r>
              <a:rPr lang="en-GB" b="1" dirty="0"/>
              <a:t>ISA 315 (Revised) – Walkthrough of the Standard</a:t>
            </a:r>
            <a:endParaRPr lang="en-US" dirty="0"/>
          </a:p>
        </p:txBody>
      </p:sp>
      <p:sp>
        <p:nvSpPr>
          <p:cNvPr id="6" name="Slide Number Placeholder 5"/>
          <p:cNvSpPr txBox="1">
            <a:spLocks/>
          </p:cNvSpPr>
          <p:nvPr/>
        </p:nvSpPr>
        <p:spPr>
          <a:xfrm>
            <a:off x="7126211" y="4883297"/>
            <a:ext cx="1560591" cy="228309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n-US"/>
            </a:defPPr>
            <a:lvl1pPr marL="0" algn="ctr" defTabSz="457200" rtl="0" eaLnBrk="1" latinLnBrk="0" hangingPunct="1">
              <a:defRPr sz="900" kern="1200">
                <a:solidFill>
                  <a:srgbClr val="808080"/>
                </a:solidFill>
                <a:latin typeface="Arial Narrow"/>
                <a:ea typeface="+mn-ea"/>
                <a:cs typeface="Arial Narrow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675" dirty="0">
                <a:latin typeface="Arial" panose="020B0604020202020204" pitchFamily="34" charset="0"/>
                <a:cs typeface="MS PGothic" charset="0"/>
              </a:rPr>
              <a:t>Page </a:t>
            </a:r>
            <a:fld id="{53CD5F42-02DE-44B4-A2E5-4D62A1A07C24}" type="slidenum">
              <a:rPr lang="en-US" sz="675">
                <a:latin typeface="Arial" panose="020B0604020202020204" pitchFamily="34" charset="0"/>
                <a:cs typeface="Arial" panose="020B0604020202020204" pitchFamily="34" charset="0"/>
              </a:rPr>
              <a:pPr algn="r"/>
              <a:t>4</a:t>
            </a:fld>
            <a:endParaRPr lang="en-US" sz="675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Content Placeholder 1"/>
          <p:cNvSpPr>
            <a:spLocks noGrp="1"/>
          </p:cNvSpPr>
          <p:nvPr>
            <p:ph idx="1"/>
          </p:nvPr>
        </p:nvSpPr>
        <p:spPr>
          <a:xfrm>
            <a:off x="229799" y="898314"/>
            <a:ext cx="8394083" cy="3998783"/>
          </a:xfrm>
        </p:spPr>
        <p:txBody>
          <a:bodyPr/>
          <a:lstStyle/>
          <a:p>
            <a:pPr marL="0" indent="0" algn="just">
              <a:lnSpc>
                <a:spcPts val="2000"/>
              </a:lnSpc>
              <a:spcBef>
                <a:spcPts val="225"/>
              </a:spcBef>
              <a:spcAft>
                <a:spcPts val="225"/>
              </a:spcAft>
              <a:buNone/>
              <a:tabLst>
                <a:tab pos="625445" algn="l"/>
              </a:tabLst>
            </a:pPr>
            <a:endParaRPr lang="en-US" sz="17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0" indent="0" algn="just">
              <a:lnSpc>
                <a:spcPts val="2000"/>
              </a:lnSpc>
              <a:spcBef>
                <a:spcPts val="225"/>
              </a:spcBef>
              <a:spcAft>
                <a:spcPts val="225"/>
              </a:spcAft>
              <a:buNone/>
              <a:tabLst>
                <a:tab pos="625445" algn="l"/>
              </a:tabLst>
            </a:pPr>
            <a:endParaRPr lang="en-US" sz="2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0" indent="0" algn="just">
              <a:lnSpc>
                <a:spcPts val="2000"/>
              </a:lnSpc>
              <a:spcBef>
                <a:spcPts val="225"/>
              </a:spcBef>
              <a:spcAft>
                <a:spcPts val="225"/>
              </a:spcAft>
              <a:buNone/>
              <a:tabLst>
                <a:tab pos="625445" algn="l"/>
              </a:tabLst>
            </a:pPr>
            <a:endParaRPr lang="en-US" sz="2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0" indent="0" algn="just">
              <a:lnSpc>
                <a:spcPts val="2000"/>
              </a:lnSpc>
              <a:spcBef>
                <a:spcPts val="225"/>
              </a:spcBef>
              <a:spcAft>
                <a:spcPts val="225"/>
              </a:spcAft>
              <a:buNone/>
              <a:tabLst>
                <a:tab pos="625445" algn="l"/>
              </a:tabLst>
            </a:pPr>
            <a:endParaRPr lang="en-US" sz="2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0" indent="0" algn="just">
              <a:lnSpc>
                <a:spcPts val="2000"/>
              </a:lnSpc>
              <a:spcBef>
                <a:spcPts val="225"/>
              </a:spcBef>
              <a:spcAft>
                <a:spcPts val="225"/>
              </a:spcAft>
              <a:buNone/>
              <a:tabLst>
                <a:tab pos="625445" algn="l"/>
              </a:tabLst>
            </a:pPr>
            <a:endParaRPr lang="en-US" sz="2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0" indent="0" algn="just">
              <a:lnSpc>
                <a:spcPts val="2000"/>
              </a:lnSpc>
              <a:spcBef>
                <a:spcPts val="225"/>
              </a:spcBef>
              <a:spcAft>
                <a:spcPts val="225"/>
              </a:spcAft>
              <a:buNone/>
              <a:tabLst>
                <a:tab pos="625445" algn="l"/>
              </a:tabLst>
            </a:pPr>
            <a:endParaRPr lang="en-US" sz="2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0" indent="0" algn="just">
              <a:lnSpc>
                <a:spcPts val="2000"/>
              </a:lnSpc>
              <a:spcBef>
                <a:spcPts val="225"/>
              </a:spcBef>
              <a:spcAft>
                <a:spcPts val="225"/>
              </a:spcAft>
              <a:buNone/>
              <a:tabLst>
                <a:tab pos="625445" algn="l"/>
              </a:tabLst>
            </a:pPr>
            <a:endParaRPr lang="en-US" sz="2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0" indent="0" algn="just">
              <a:lnSpc>
                <a:spcPts val="2000"/>
              </a:lnSpc>
              <a:spcBef>
                <a:spcPts val="225"/>
              </a:spcBef>
              <a:spcAft>
                <a:spcPts val="225"/>
              </a:spcAft>
              <a:buNone/>
              <a:tabLst>
                <a:tab pos="625445" algn="l"/>
              </a:tabLst>
            </a:pPr>
            <a:endParaRPr lang="en-US" sz="2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0" indent="0" algn="just">
              <a:lnSpc>
                <a:spcPts val="2000"/>
              </a:lnSpc>
              <a:spcBef>
                <a:spcPts val="225"/>
              </a:spcBef>
              <a:spcAft>
                <a:spcPts val="225"/>
              </a:spcAft>
              <a:buNone/>
              <a:tabLst>
                <a:tab pos="625445" algn="l"/>
              </a:tabLst>
            </a:pPr>
            <a:endParaRPr lang="en-US" sz="2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0" indent="0" algn="just">
              <a:lnSpc>
                <a:spcPts val="2000"/>
              </a:lnSpc>
              <a:spcBef>
                <a:spcPts val="225"/>
              </a:spcBef>
              <a:spcAft>
                <a:spcPts val="225"/>
              </a:spcAft>
              <a:buNone/>
              <a:tabLst>
                <a:tab pos="625445" algn="l"/>
              </a:tabLst>
            </a:pPr>
            <a:r>
              <a:rPr lang="en-US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</a:p>
          <a:p>
            <a:pPr marL="0" indent="0" algn="just">
              <a:lnSpc>
                <a:spcPts val="2000"/>
              </a:lnSpc>
              <a:spcBef>
                <a:spcPts val="225"/>
              </a:spcBef>
              <a:spcAft>
                <a:spcPts val="225"/>
              </a:spcAft>
              <a:buNone/>
              <a:tabLst>
                <a:tab pos="625445" algn="l"/>
              </a:tabLst>
            </a:pPr>
            <a:endParaRPr lang="en-US" sz="2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0" lvl="1" indent="-274320" algn="just">
              <a:lnSpc>
                <a:spcPts val="1800"/>
              </a:lnSpc>
              <a:spcBef>
                <a:spcPts val="225"/>
              </a:spcBef>
              <a:spcAft>
                <a:spcPts val="225"/>
              </a:spcAft>
              <a:buFont typeface="Arial" panose="020B0604020202020204" pitchFamily="34" charset="0"/>
              <a:buChar char="•"/>
              <a:tabLst>
                <a:tab pos="625445" algn="l"/>
              </a:tabLst>
            </a:pPr>
            <a:endParaRPr lang="en-US" sz="16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0" lvl="1" indent="-274320" algn="just">
              <a:lnSpc>
                <a:spcPts val="1800"/>
              </a:lnSpc>
              <a:spcBef>
                <a:spcPts val="225"/>
              </a:spcBef>
              <a:spcAft>
                <a:spcPts val="225"/>
              </a:spcAft>
              <a:buFont typeface="Arial" panose="020B0604020202020204" pitchFamily="34" charset="0"/>
              <a:buChar char="•"/>
              <a:tabLst>
                <a:tab pos="625445" algn="l"/>
              </a:tabLst>
            </a:pPr>
            <a:endParaRPr lang="en-US" sz="16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0" lvl="1" indent="-274320" algn="just">
              <a:lnSpc>
                <a:spcPts val="1800"/>
              </a:lnSpc>
              <a:spcBef>
                <a:spcPts val="225"/>
              </a:spcBef>
              <a:spcAft>
                <a:spcPts val="225"/>
              </a:spcAft>
              <a:buFont typeface="Arial" panose="020B0604020202020204" pitchFamily="34" charset="0"/>
              <a:buChar char="•"/>
              <a:tabLst>
                <a:tab pos="625445" algn="l"/>
              </a:tabLst>
            </a:pPr>
            <a:endParaRPr lang="en-US" sz="16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171450" lvl="1" indent="0" algn="just">
              <a:lnSpc>
                <a:spcPts val="1800"/>
              </a:lnSpc>
              <a:spcBef>
                <a:spcPts val="225"/>
              </a:spcBef>
              <a:spcAft>
                <a:spcPts val="225"/>
              </a:spcAft>
              <a:buNone/>
              <a:tabLst>
                <a:tab pos="625445" algn="l"/>
              </a:tabLst>
            </a:pPr>
            <a:endParaRPr lang="en-US" sz="145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lvl="1" algn="just">
              <a:lnSpc>
                <a:spcPts val="1800"/>
              </a:lnSpc>
              <a:spcBef>
                <a:spcPts val="225"/>
              </a:spcBef>
              <a:spcAft>
                <a:spcPts val="225"/>
              </a:spcAft>
              <a:buFont typeface="Arial" panose="020B0604020202020204" pitchFamily="34" charset="0"/>
              <a:buChar char="─"/>
              <a:tabLst>
                <a:tab pos="625445" algn="l"/>
              </a:tabLst>
            </a:pPr>
            <a:endParaRPr lang="en-US" sz="145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274320" lvl="2" indent="0">
              <a:buNone/>
            </a:pPr>
            <a:endParaRPr lang="en-US" sz="140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520AA2D4-F2A1-42F3-A696-6A6EE3B42A0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89711963"/>
              </p:ext>
            </p:extLst>
          </p:nvPr>
        </p:nvGraphicFramePr>
        <p:xfrm>
          <a:off x="699698" y="1055480"/>
          <a:ext cx="7758502" cy="21958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72079">
                  <a:extLst>
                    <a:ext uri="{9D8B030D-6E8A-4147-A177-3AD203B41FA5}">
                      <a16:colId xmlns:a16="http://schemas.microsoft.com/office/drawing/2014/main" val="1015978263"/>
                    </a:ext>
                  </a:extLst>
                </a:gridCol>
                <a:gridCol w="6886423">
                  <a:extLst>
                    <a:ext uri="{9D8B030D-6E8A-4147-A177-3AD203B41FA5}">
                      <a16:colId xmlns:a16="http://schemas.microsoft.com/office/drawing/2014/main" val="2565273671"/>
                    </a:ext>
                  </a:extLst>
                </a:gridCol>
              </a:tblGrid>
              <a:tr h="483874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Par #</a:t>
                      </a:r>
                    </a:p>
                  </a:txBody>
                  <a:tcPr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Application Materials</a:t>
                      </a:r>
                    </a:p>
                  </a:txBody>
                  <a:tcPr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11281424"/>
                  </a:ext>
                </a:extLst>
              </a:tr>
              <a:tr h="356796">
                <a:tc>
                  <a:txBody>
                    <a:bodyPr/>
                    <a:lstStyle/>
                    <a:p>
                      <a:pPr algn="ctr">
                        <a:lnSpc>
                          <a:spcPts val="2000"/>
                        </a:lnSpc>
                      </a:pPr>
                      <a:r>
                        <a:rPr lang="en-US" sz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A177a – A220c </a:t>
                      </a:r>
                    </a:p>
                  </a:txBody>
                  <a:tcPr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000"/>
                        </a:lnSpc>
                      </a:pPr>
                      <a:r>
                        <a:rPr lang="en-US" sz="1200" b="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Other controls the auditor considers appropriate, to Control Deficiencies</a:t>
                      </a:r>
                    </a:p>
                  </a:txBody>
                  <a:tcPr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88703905"/>
                  </a:ext>
                </a:extLst>
              </a:tr>
              <a:tr h="356796">
                <a:tc>
                  <a:txBody>
                    <a:bodyPr/>
                    <a:lstStyle/>
                    <a:p>
                      <a:pPr marL="0" marR="0" lvl="0" indent="0" algn="ctr" defTabSz="342900" rtl="0" eaLnBrk="1" fontAlgn="auto" latinLnBrk="0" hangingPunct="1">
                        <a:lnSpc>
                          <a:spcPts val="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A201 – A239a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US" sz="1200" b="0" i="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Identifying and Assessing </a:t>
                      </a:r>
                      <a:r>
                        <a:rPr lang="en-US" sz="1200" b="0" i="0" dirty="0" err="1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ROMM</a:t>
                      </a:r>
                      <a:r>
                        <a:rPr lang="en-US" sz="1200" b="0" i="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, to Assessing Control Risk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85740600"/>
                  </a:ext>
                </a:extLst>
              </a:tr>
              <a:tr h="344882">
                <a:tc>
                  <a:txBody>
                    <a:bodyPr/>
                    <a:lstStyle/>
                    <a:p>
                      <a:pPr algn="ctr">
                        <a:lnSpc>
                          <a:spcPts val="2000"/>
                        </a:lnSpc>
                      </a:pPr>
                      <a:r>
                        <a:rPr lang="en-US" sz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A239b – A246 </a:t>
                      </a:r>
                    </a:p>
                  </a:txBody>
                  <a:tcPr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US" sz="1200" b="0" i="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Evaluation of Audit Evidence to Documentation</a:t>
                      </a:r>
                    </a:p>
                  </a:txBody>
                  <a:tcPr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040864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319494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427439"/>
            <a:ext cx="9144000" cy="403875"/>
          </a:xfrm>
        </p:spPr>
        <p:txBody>
          <a:bodyPr/>
          <a:lstStyle/>
          <a:p>
            <a:pPr marL="260597"/>
            <a:r>
              <a:rPr lang="en-GB" b="1" dirty="0"/>
              <a:t>ISA 315 (Revised) – Walkthrough of the Standard</a:t>
            </a:r>
            <a:endParaRPr lang="en-US" dirty="0"/>
          </a:p>
        </p:txBody>
      </p:sp>
      <p:sp>
        <p:nvSpPr>
          <p:cNvPr id="6" name="Slide Number Placeholder 5"/>
          <p:cNvSpPr txBox="1">
            <a:spLocks/>
          </p:cNvSpPr>
          <p:nvPr/>
        </p:nvSpPr>
        <p:spPr>
          <a:xfrm>
            <a:off x="7126211" y="4883297"/>
            <a:ext cx="1560591" cy="228309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n-US"/>
            </a:defPPr>
            <a:lvl1pPr marL="0" algn="ctr" defTabSz="457200" rtl="0" eaLnBrk="1" latinLnBrk="0" hangingPunct="1">
              <a:defRPr sz="900" kern="1200">
                <a:solidFill>
                  <a:srgbClr val="808080"/>
                </a:solidFill>
                <a:latin typeface="Arial Narrow"/>
                <a:ea typeface="+mn-ea"/>
                <a:cs typeface="Arial Narrow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675" dirty="0">
                <a:latin typeface="Arial" panose="020B0604020202020204" pitchFamily="34" charset="0"/>
                <a:cs typeface="MS PGothic" charset="0"/>
              </a:rPr>
              <a:t>Page </a:t>
            </a:r>
            <a:fld id="{53CD5F42-02DE-44B4-A2E5-4D62A1A07C24}" type="slidenum">
              <a:rPr lang="en-US" sz="675">
                <a:latin typeface="Arial" panose="020B0604020202020204" pitchFamily="34" charset="0"/>
                <a:cs typeface="Arial" panose="020B0604020202020204" pitchFamily="34" charset="0"/>
              </a:rPr>
              <a:pPr algn="r"/>
              <a:t>5</a:t>
            </a:fld>
            <a:endParaRPr lang="en-US" sz="675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Content Placeholder 1"/>
          <p:cNvSpPr>
            <a:spLocks noGrp="1"/>
          </p:cNvSpPr>
          <p:nvPr>
            <p:ph idx="1"/>
          </p:nvPr>
        </p:nvSpPr>
        <p:spPr>
          <a:xfrm>
            <a:off x="229799" y="898314"/>
            <a:ext cx="8394083" cy="3998783"/>
          </a:xfrm>
        </p:spPr>
        <p:txBody>
          <a:bodyPr/>
          <a:lstStyle/>
          <a:p>
            <a:pPr marL="0" indent="0" algn="just">
              <a:lnSpc>
                <a:spcPts val="2000"/>
              </a:lnSpc>
              <a:spcBef>
                <a:spcPts val="225"/>
              </a:spcBef>
              <a:spcAft>
                <a:spcPts val="225"/>
              </a:spcAft>
              <a:buNone/>
              <a:tabLst>
                <a:tab pos="625445" algn="l"/>
              </a:tabLst>
            </a:pPr>
            <a:endParaRPr lang="en-US" sz="17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0" indent="0" algn="just">
              <a:lnSpc>
                <a:spcPts val="2000"/>
              </a:lnSpc>
              <a:spcBef>
                <a:spcPts val="225"/>
              </a:spcBef>
              <a:spcAft>
                <a:spcPts val="225"/>
              </a:spcAft>
              <a:buNone/>
              <a:tabLst>
                <a:tab pos="625445" algn="l"/>
              </a:tabLst>
            </a:pPr>
            <a:endParaRPr lang="en-US" sz="2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0" indent="0" algn="just">
              <a:lnSpc>
                <a:spcPts val="2000"/>
              </a:lnSpc>
              <a:spcBef>
                <a:spcPts val="225"/>
              </a:spcBef>
              <a:spcAft>
                <a:spcPts val="225"/>
              </a:spcAft>
              <a:buNone/>
              <a:tabLst>
                <a:tab pos="625445" algn="l"/>
              </a:tabLst>
            </a:pPr>
            <a:endParaRPr lang="en-US" sz="2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0" indent="0" algn="just">
              <a:lnSpc>
                <a:spcPts val="2000"/>
              </a:lnSpc>
              <a:spcBef>
                <a:spcPts val="225"/>
              </a:spcBef>
              <a:spcAft>
                <a:spcPts val="225"/>
              </a:spcAft>
              <a:buNone/>
              <a:tabLst>
                <a:tab pos="625445" algn="l"/>
              </a:tabLst>
            </a:pPr>
            <a:endParaRPr lang="en-US" sz="2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0" indent="0" algn="just">
              <a:lnSpc>
                <a:spcPts val="2000"/>
              </a:lnSpc>
              <a:spcBef>
                <a:spcPts val="225"/>
              </a:spcBef>
              <a:spcAft>
                <a:spcPts val="225"/>
              </a:spcAft>
              <a:buNone/>
              <a:tabLst>
                <a:tab pos="625445" algn="l"/>
              </a:tabLst>
            </a:pPr>
            <a:endParaRPr lang="en-US" sz="2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0" indent="0" algn="just">
              <a:lnSpc>
                <a:spcPts val="2000"/>
              </a:lnSpc>
              <a:spcBef>
                <a:spcPts val="225"/>
              </a:spcBef>
              <a:spcAft>
                <a:spcPts val="225"/>
              </a:spcAft>
              <a:buNone/>
              <a:tabLst>
                <a:tab pos="625445" algn="l"/>
              </a:tabLst>
            </a:pPr>
            <a:endParaRPr lang="en-US" sz="2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0" indent="0" algn="just">
              <a:lnSpc>
                <a:spcPts val="2000"/>
              </a:lnSpc>
              <a:spcBef>
                <a:spcPts val="225"/>
              </a:spcBef>
              <a:spcAft>
                <a:spcPts val="225"/>
              </a:spcAft>
              <a:buNone/>
              <a:tabLst>
                <a:tab pos="625445" algn="l"/>
              </a:tabLst>
            </a:pPr>
            <a:endParaRPr lang="en-US" sz="2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0" indent="0" algn="just">
              <a:lnSpc>
                <a:spcPts val="2000"/>
              </a:lnSpc>
              <a:spcBef>
                <a:spcPts val="225"/>
              </a:spcBef>
              <a:spcAft>
                <a:spcPts val="225"/>
              </a:spcAft>
              <a:buNone/>
              <a:tabLst>
                <a:tab pos="625445" algn="l"/>
              </a:tabLst>
            </a:pPr>
            <a:endParaRPr lang="en-US" sz="2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0" indent="0" algn="just">
              <a:lnSpc>
                <a:spcPts val="2000"/>
              </a:lnSpc>
              <a:spcBef>
                <a:spcPts val="225"/>
              </a:spcBef>
              <a:spcAft>
                <a:spcPts val="225"/>
              </a:spcAft>
              <a:buNone/>
              <a:tabLst>
                <a:tab pos="625445" algn="l"/>
              </a:tabLst>
            </a:pPr>
            <a:endParaRPr lang="en-US" sz="2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0" indent="0" algn="just">
              <a:lnSpc>
                <a:spcPts val="2000"/>
              </a:lnSpc>
              <a:spcBef>
                <a:spcPts val="225"/>
              </a:spcBef>
              <a:spcAft>
                <a:spcPts val="225"/>
              </a:spcAft>
              <a:buNone/>
              <a:tabLst>
                <a:tab pos="625445" algn="l"/>
              </a:tabLst>
            </a:pPr>
            <a:r>
              <a:rPr lang="en-US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</a:p>
          <a:p>
            <a:pPr marL="0" indent="0" algn="just">
              <a:lnSpc>
                <a:spcPts val="2000"/>
              </a:lnSpc>
              <a:spcBef>
                <a:spcPts val="225"/>
              </a:spcBef>
              <a:spcAft>
                <a:spcPts val="225"/>
              </a:spcAft>
              <a:buNone/>
              <a:tabLst>
                <a:tab pos="625445" algn="l"/>
              </a:tabLst>
            </a:pPr>
            <a:endParaRPr lang="en-US" sz="2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0" lvl="1" indent="-274320" algn="just">
              <a:lnSpc>
                <a:spcPts val="1800"/>
              </a:lnSpc>
              <a:spcBef>
                <a:spcPts val="225"/>
              </a:spcBef>
              <a:spcAft>
                <a:spcPts val="225"/>
              </a:spcAft>
              <a:buFont typeface="Arial" panose="020B0604020202020204" pitchFamily="34" charset="0"/>
              <a:buChar char="•"/>
              <a:tabLst>
                <a:tab pos="625445" algn="l"/>
              </a:tabLst>
            </a:pPr>
            <a:endParaRPr lang="en-US" sz="16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0" lvl="1" indent="-274320" algn="just">
              <a:lnSpc>
                <a:spcPts val="1800"/>
              </a:lnSpc>
              <a:spcBef>
                <a:spcPts val="225"/>
              </a:spcBef>
              <a:spcAft>
                <a:spcPts val="225"/>
              </a:spcAft>
              <a:buFont typeface="Arial" panose="020B0604020202020204" pitchFamily="34" charset="0"/>
              <a:buChar char="•"/>
              <a:tabLst>
                <a:tab pos="625445" algn="l"/>
              </a:tabLst>
            </a:pPr>
            <a:endParaRPr lang="en-US" sz="16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0" lvl="1" indent="-274320" algn="just">
              <a:lnSpc>
                <a:spcPts val="1800"/>
              </a:lnSpc>
              <a:spcBef>
                <a:spcPts val="225"/>
              </a:spcBef>
              <a:spcAft>
                <a:spcPts val="225"/>
              </a:spcAft>
              <a:buFont typeface="Arial" panose="020B0604020202020204" pitchFamily="34" charset="0"/>
              <a:buChar char="•"/>
              <a:tabLst>
                <a:tab pos="625445" algn="l"/>
              </a:tabLst>
            </a:pPr>
            <a:endParaRPr lang="en-US" sz="16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171450" lvl="1" indent="0" algn="just">
              <a:lnSpc>
                <a:spcPts val="1800"/>
              </a:lnSpc>
              <a:spcBef>
                <a:spcPts val="225"/>
              </a:spcBef>
              <a:spcAft>
                <a:spcPts val="225"/>
              </a:spcAft>
              <a:buNone/>
              <a:tabLst>
                <a:tab pos="625445" algn="l"/>
              </a:tabLst>
            </a:pPr>
            <a:endParaRPr lang="en-US" sz="145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lvl="1" algn="just">
              <a:lnSpc>
                <a:spcPts val="1800"/>
              </a:lnSpc>
              <a:spcBef>
                <a:spcPts val="225"/>
              </a:spcBef>
              <a:spcAft>
                <a:spcPts val="225"/>
              </a:spcAft>
              <a:buFont typeface="Arial" panose="020B0604020202020204" pitchFamily="34" charset="0"/>
              <a:buChar char="─"/>
              <a:tabLst>
                <a:tab pos="625445" algn="l"/>
              </a:tabLst>
            </a:pPr>
            <a:endParaRPr lang="en-US" sz="145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274320" lvl="2" indent="0">
              <a:buNone/>
            </a:pPr>
            <a:endParaRPr lang="en-US" sz="140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520AA2D4-F2A1-42F3-A696-6A6EE3B42A0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62373527"/>
              </p:ext>
            </p:extLst>
          </p:nvPr>
        </p:nvGraphicFramePr>
        <p:xfrm>
          <a:off x="699698" y="1055480"/>
          <a:ext cx="7758502" cy="246981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72079">
                  <a:extLst>
                    <a:ext uri="{9D8B030D-6E8A-4147-A177-3AD203B41FA5}">
                      <a16:colId xmlns:a16="http://schemas.microsoft.com/office/drawing/2014/main" val="1015978263"/>
                    </a:ext>
                  </a:extLst>
                </a:gridCol>
                <a:gridCol w="6886423">
                  <a:extLst>
                    <a:ext uri="{9D8B030D-6E8A-4147-A177-3AD203B41FA5}">
                      <a16:colId xmlns:a16="http://schemas.microsoft.com/office/drawing/2014/main" val="2565273671"/>
                    </a:ext>
                  </a:extLst>
                </a:gridCol>
              </a:tblGrid>
              <a:tr h="483874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Par #</a:t>
                      </a:r>
                    </a:p>
                  </a:txBody>
                  <a:tcPr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Appendices</a:t>
                      </a:r>
                    </a:p>
                  </a:txBody>
                  <a:tcPr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11281424"/>
                  </a:ext>
                </a:extLst>
              </a:tr>
              <a:tr h="356796">
                <a:tc>
                  <a:txBody>
                    <a:bodyPr/>
                    <a:lstStyle/>
                    <a:p>
                      <a:pPr algn="ctr">
                        <a:lnSpc>
                          <a:spcPts val="2000"/>
                        </a:lnSpc>
                      </a:pPr>
                      <a:r>
                        <a:rPr lang="en-US" sz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App 1</a:t>
                      </a:r>
                    </a:p>
                  </a:txBody>
                  <a:tcPr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000"/>
                        </a:lnSpc>
                      </a:pPr>
                      <a:r>
                        <a:rPr lang="en-US" sz="1200" b="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Appendix 1 – Considerations for Understanding the Entity &amp; Its Business Model</a:t>
                      </a:r>
                    </a:p>
                  </a:txBody>
                  <a:tcPr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88703905"/>
                  </a:ext>
                </a:extLst>
              </a:tr>
              <a:tr h="356796">
                <a:tc>
                  <a:txBody>
                    <a:bodyPr/>
                    <a:lstStyle/>
                    <a:p>
                      <a:pPr marL="0" marR="0" lvl="0" indent="0" algn="ctr" defTabSz="342900" rtl="0" eaLnBrk="1" fontAlgn="auto" latinLnBrk="0" hangingPunct="1">
                        <a:lnSpc>
                          <a:spcPts val="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App 2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US" sz="1200" b="0" i="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Appendix 2 – Understanding the Inherent Risk Factors 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85740600"/>
                  </a:ext>
                </a:extLst>
              </a:tr>
              <a:tr h="344882">
                <a:tc>
                  <a:txBody>
                    <a:bodyPr/>
                    <a:lstStyle/>
                    <a:p>
                      <a:pPr algn="ctr">
                        <a:lnSpc>
                          <a:spcPts val="2000"/>
                        </a:lnSpc>
                      </a:pPr>
                      <a:r>
                        <a:rPr lang="en-US" sz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App 3</a:t>
                      </a:r>
                    </a:p>
                  </a:txBody>
                  <a:tcPr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US" sz="1200" b="0" i="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Appendix 3 – Understanding the Entity’s System of Internal Control</a:t>
                      </a:r>
                    </a:p>
                  </a:txBody>
                  <a:tcPr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0408649"/>
                  </a:ext>
                </a:extLst>
              </a:tr>
              <a:tr h="356796">
                <a:tc>
                  <a:txBody>
                    <a:bodyPr/>
                    <a:lstStyle/>
                    <a:p>
                      <a:pPr algn="ctr">
                        <a:lnSpc>
                          <a:spcPts val="2000"/>
                        </a:lnSpc>
                      </a:pPr>
                      <a:r>
                        <a:rPr lang="en-US" sz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App 4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US" sz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Appendix 4 – Considerations for Understanding an Entity’s Internal Audit Function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2540021"/>
                  </a:ext>
                </a:extLst>
              </a:tr>
              <a:tr h="356796">
                <a:tc>
                  <a:txBody>
                    <a:bodyPr/>
                    <a:lstStyle/>
                    <a:p>
                      <a:pPr algn="ctr">
                        <a:lnSpc>
                          <a:spcPts val="2000"/>
                        </a:lnSpc>
                      </a:pPr>
                      <a:r>
                        <a:rPr lang="en-US" sz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App 5</a:t>
                      </a:r>
                    </a:p>
                    <a:p>
                      <a:pPr algn="ctr">
                        <a:lnSpc>
                          <a:spcPts val="2000"/>
                        </a:lnSpc>
                      </a:pPr>
                      <a:r>
                        <a:rPr lang="en-US" sz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App 6</a:t>
                      </a:r>
                    </a:p>
                  </a:txBody>
                  <a:tcPr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US" sz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Appendix 5 – Considerations for Understanding IT</a:t>
                      </a:r>
                    </a:p>
                    <a:p>
                      <a:pPr marL="0" indent="0">
                        <a:lnSpc>
                          <a:spcPts val="2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US" sz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Appendix 6 – Considerations for Understanding General IT Controls</a:t>
                      </a:r>
                    </a:p>
                  </a:txBody>
                  <a:tcPr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6332671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110195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8625" y="396103"/>
            <a:ext cx="8325602" cy="403875"/>
          </a:xfrm>
        </p:spPr>
        <p:txBody>
          <a:bodyPr/>
          <a:lstStyle/>
          <a:p>
            <a:r>
              <a:rPr lang="en-GB" b="1" dirty="0"/>
              <a:t>ISA 315 (Revised) ‒ Conforming Amendments</a:t>
            </a:r>
            <a:endParaRPr lang="en-US" dirty="0"/>
          </a:p>
        </p:txBody>
      </p:sp>
      <p:sp>
        <p:nvSpPr>
          <p:cNvPr id="6" name="Slide Number Placeholder 5"/>
          <p:cNvSpPr txBox="1">
            <a:spLocks/>
          </p:cNvSpPr>
          <p:nvPr/>
        </p:nvSpPr>
        <p:spPr>
          <a:xfrm>
            <a:off x="7126209" y="4883295"/>
            <a:ext cx="1560591" cy="228309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n-US"/>
            </a:defPPr>
            <a:lvl1pPr marL="0" algn="ctr" defTabSz="457200" rtl="0" eaLnBrk="1" latinLnBrk="0" hangingPunct="1">
              <a:defRPr sz="900" kern="1200">
                <a:solidFill>
                  <a:srgbClr val="808080"/>
                </a:solidFill>
                <a:latin typeface="Arial Narrow"/>
                <a:ea typeface="+mn-ea"/>
                <a:cs typeface="Arial Narrow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675" dirty="0">
                <a:latin typeface="Arial" panose="020B0604020202020204" pitchFamily="34" charset="0"/>
                <a:cs typeface="MS PGothic" charset="0"/>
              </a:rPr>
              <a:t>Page </a:t>
            </a:r>
            <a:fld id="{53CD5F42-02DE-44B4-A2E5-4D62A1A07C24}" type="slidenum">
              <a:rPr lang="en-US" sz="675">
                <a:latin typeface="Arial" panose="020B0604020202020204" pitchFamily="34" charset="0"/>
                <a:cs typeface="Arial" panose="020B0604020202020204" pitchFamily="34" charset="0"/>
              </a:rPr>
              <a:t>6</a:t>
            </a:fld>
            <a:endParaRPr lang="en-US" sz="675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Content Placeholder 1"/>
          <p:cNvSpPr>
            <a:spLocks noGrp="1"/>
          </p:cNvSpPr>
          <p:nvPr>
            <p:ph idx="1"/>
          </p:nvPr>
        </p:nvSpPr>
        <p:spPr>
          <a:xfrm>
            <a:off x="321277" y="914133"/>
            <a:ext cx="6862306" cy="4083316"/>
          </a:xfrm>
        </p:spPr>
        <p:txBody>
          <a:bodyPr/>
          <a:lstStyle/>
          <a:p>
            <a:pPr marL="344488" indent="-344488">
              <a:lnSpc>
                <a:spcPts val="2600"/>
              </a:lnSpc>
              <a:spcBef>
                <a:spcPts val="0"/>
              </a:spcBef>
              <a:buNone/>
            </a:pPr>
            <a:endParaRPr lang="en-US" sz="2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344488" indent="-344488">
              <a:lnSpc>
                <a:spcPts val="2600"/>
              </a:lnSpc>
              <a:spcBef>
                <a:spcPts val="0"/>
              </a:spcBef>
              <a:buNone/>
            </a:pPr>
            <a:endParaRPr lang="en-US" sz="2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344488" indent="-344488">
              <a:lnSpc>
                <a:spcPts val="2600"/>
              </a:lnSpc>
              <a:spcBef>
                <a:spcPts val="0"/>
              </a:spcBef>
              <a:buNone/>
            </a:pPr>
            <a:endParaRPr lang="en-US" sz="2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344488" indent="-344488">
              <a:lnSpc>
                <a:spcPts val="2600"/>
              </a:lnSpc>
              <a:spcBef>
                <a:spcPts val="0"/>
              </a:spcBef>
              <a:buNone/>
            </a:pPr>
            <a:endParaRPr lang="en-US" sz="2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344488" indent="-344488">
              <a:lnSpc>
                <a:spcPts val="2600"/>
              </a:lnSpc>
              <a:spcBef>
                <a:spcPts val="0"/>
              </a:spcBef>
              <a:buNone/>
            </a:pPr>
            <a:endParaRPr lang="en-US" sz="2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344488" indent="-344488">
              <a:lnSpc>
                <a:spcPts val="2600"/>
              </a:lnSpc>
              <a:spcBef>
                <a:spcPts val="0"/>
              </a:spcBef>
              <a:buNone/>
            </a:pPr>
            <a:endParaRPr lang="en-US" sz="2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344488" indent="-344488">
              <a:lnSpc>
                <a:spcPts val="2600"/>
              </a:lnSpc>
              <a:spcBef>
                <a:spcPts val="0"/>
              </a:spcBef>
              <a:buNone/>
            </a:pPr>
            <a:endParaRPr lang="en-US" sz="2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344488" indent="0">
              <a:lnSpc>
                <a:spcPts val="2600"/>
              </a:lnSpc>
              <a:spcBef>
                <a:spcPts val="0"/>
              </a:spcBef>
              <a:buNone/>
            </a:pPr>
            <a:endParaRPr lang="en-US" sz="2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344488" indent="0">
              <a:lnSpc>
                <a:spcPts val="2600"/>
              </a:lnSpc>
              <a:spcBef>
                <a:spcPts val="0"/>
              </a:spcBef>
              <a:buNone/>
            </a:pPr>
            <a:endParaRPr lang="en-US" sz="2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344488" indent="-344488">
              <a:lnSpc>
                <a:spcPts val="2600"/>
              </a:lnSpc>
              <a:spcBef>
                <a:spcPts val="0"/>
              </a:spcBef>
              <a:buNone/>
            </a:pPr>
            <a:endParaRPr lang="en-US" sz="2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216105" lvl="1" indent="0">
              <a:spcBef>
                <a:spcPts val="500"/>
              </a:spcBef>
              <a:buNone/>
              <a:tabLst>
                <a:tab pos="1082675" algn="l"/>
              </a:tabLst>
            </a:pPr>
            <a:endParaRPr lang="en-US" dirty="0"/>
          </a:p>
          <a:p>
            <a:pPr marL="688975" lvl="0" indent="-342900">
              <a:spcBef>
                <a:spcPts val="600"/>
              </a:spcBef>
              <a:buFont typeface="+mj-lt"/>
              <a:buAutoNum type="alphaLcPeriod"/>
            </a:pPr>
            <a:endParaRPr lang="en-US" sz="1600" dirty="0"/>
          </a:p>
          <a:p>
            <a:pPr marL="0" indent="0">
              <a:buNone/>
            </a:pPr>
            <a:endParaRPr lang="en-US" sz="1800" dirty="0"/>
          </a:p>
          <a:p>
            <a:pPr marL="457200" indent="-457200">
              <a:spcBef>
                <a:spcPts val="600"/>
              </a:spcBef>
              <a:buAutoNum type="arabicPeriod"/>
            </a:pPr>
            <a:endParaRPr lang="en-US" sz="1600" dirty="0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4DD42F74-35E8-40FE-9596-89CA2498680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81693063"/>
              </p:ext>
            </p:extLst>
          </p:nvPr>
        </p:nvGraphicFramePr>
        <p:xfrm>
          <a:off x="321276" y="1283747"/>
          <a:ext cx="7597174" cy="259166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87498">
                  <a:extLst>
                    <a:ext uri="{9D8B030D-6E8A-4147-A177-3AD203B41FA5}">
                      <a16:colId xmlns:a16="http://schemas.microsoft.com/office/drawing/2014/main" val="3298383932"/>
                    </a:ext>
                  </a:extLst>
                </a:gridCol>
                <a:gridCol w="6609676">
                  <a:extLst>
                    <a:ext uri="{9D8B030D-6E8A-4147-A177-3AD203B41FA5}">
                      <a16:colId xmlns:a16="http://schemas.microsoft.com/office/drawing/2014/main" val="2024397594"/>
                    </a:ext>
                  </a:extLst>
                </a:gridCol>
              </a:tblGrid>
              <a:tr h="356124">
                <a:tc>
                  <a:txBody>
                    <a:bodyPr/>
                    <a:lstStyle/>
                    <a:p>
                      <a:pPr algn="ctr">
                        <a:lnSpc>
                          <a:spcPts val="1800"/>
                        </a:lnSpc>
                      </a:pPr>
                      <a:r>
                        <a:rPr lang="en-US" sz="16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ISA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00"/>
                        </a:lnSpc>
                      </a:pPr>
                      <a:r>
                        <a:rPr lang="en-US" sz="16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Conforming Amendments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45673746"/>
                  </a:ext>
                </a:extLst>
              </a:tr>
              <a:tr h="324884">
                <a:tc>
                  <a:txBody>
                    <a:bodyPr/>
                    <a:lstStyle/>
                    <a:p>
                      <a:pPr algn="ctr">
                        <a:lnSpc>
                          <a:spcPts val="1800"/>
                        </a:lnSpc>
                        <a:spcBef>
                          <a:spcPts val="2400"/>
                        </a:spcBef>
                        <a:spcAft>
                          <a:spcPts val="2400"/>
                        </a:spcAft>
                      </a:pPr>
                      <a:r>
                        <a:rPr lang="en-US" sz="14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200</a:t>
                      </a:r>
                    </a:p>
                  </a:txBody>
                  <a:tcPr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00"/>
                        </a:lnSpc>
                        <a:spcBef>
                          <a:spcPts val="2400"/>
                        </a:spcBef>
                        <a:spcAft>
                          <a:spcPts val="2400"/>
                        </a:spcAft>
                      </a:pPr>
                      <a:r>
                        <a:rPr lang="en-US" sz="14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Overall Objectives of the Independent Auditor and the Conduct of an Audit in Accordance with International Standards on Auditing</a:t>
                      </a:r>
                    </a:p>
                  </a:txBody>
                  <a:tcPr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05484561"/>
                  </a:ext>
                </a:extLst>
              </a:tr>
              <a:tr h="299870">
                <a:tc>
                  <a:txBody>
                    <a:bodyPr/>
                    <a:lstStyle/>
                    <a:p>
                      <a:pPr algn="ctr">
                        <a:lnSpc>
                          <a:spcPts val="1800"/>
                        </a:lnSpc>
                        <a:spcBef>
                          <a:spcPts val="2400"/>
                        </a:spcBef>
                        <a:spcAft>
                          <a:spcPts val="2400"/>
                        </a:spcAft>
                      </a:pPr>
                      <a:r>
                        <a:rPr lang="en-US" sz="14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240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342900" rtl="0" eaLnBrk="1" fontAlgn="auto" latinLnBrk="0" hangingPunct="1">
                        <a:lnSpc>
                          <a:spcPts val="1800"/>
                        </a:lnSpc>
                        <a:spcBef>
                          <a:spcPts val="2400"/>
                        </a:spcBef>
                        <a:spcAft>
                          <a:spcPts val="24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The Auditor’s Responsibilities Relating to Fraud in an Audit of Financial Statements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94755728"/>
                  </a:ext>
                </a:extLst>
              </a:tr>
              <a:tr h="313198">
                <a:tc>
                  <a:txBody>
                    <a:bodyPr/>
                    <a:lstStyle/>
                    <a:p>
                      <a:pPr algn="ctr">
                        <a:lnSpc>
                          <a:spcPts val="1800"/>
                        </a:lnSpc>
                        <a:spcBef>
                          <a:spcPts val="2400"/>
                        </a:spcBef>
                        <a:spcAft>
                          <a:spcPts val="2400"/>
                        </a:spcAft>
                      </a:pPr>
                      <a:r>
                        <a:rPr lang="en-US" sz="14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330</a:t>
                      </a:r>
                    </a:p>
                  </a:txBody>
                  <a:tcPr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342900" rtl="0" eaLnBrk="1" fontAlgn="auto" latinLnBrk="0" hangingPunct="1">
                        <a:lnSpc>
                          <a:spcPts val="1800"/>
                        </a:lnSpc>
                        <a:spcBef>
                          <a:spcPts val="2400"/>
                        </a:spcBef>
                        <a:spcAft>
                          <a:spcPts val="24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The Auditor’s Responses to Assessed Risks</a:t>
                      </a:r>
                    </a:p>
                  </a:txBody>
                  <a:tcPr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6214865"/>
                  </a:ext>
                </a:extLst>
              </a:tr>
              <a:tr h="313198">
                <a:tc>
                  <a:txBody>
                    <a:bodyPr/>
                    <a:lstStyle/>
                    <a:p>
                      <a:pPr algn="ctr">
                        <a:lnSpc>
                          <a:spcPts val="1800"/>
                        </a:lnSpc>
                        <a:spcBef>
                          <a:spcPts val="2400"/>
                        </a:spcBef>
                        <a:spcAft>
                          <a:spcPts val="2400"/>
                        </a:spcAft>
                      </a:pPr>
                      <a:r>
                        <a:rPr lang="en-US" sz="14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540 (Revised)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342900" rtl="0" eaLnBrk="1" fontAlgn="auto" latinLnBrk="0" hangingPunct="1">
                        <a:lnSpc>
                          <a:spcPts val="1800"/>
                        </a:lnSpc>
                        <a:spcBef>
                          <a:spcPts val="2400"/>
                        </a:spcBef>
                        <a:spcAft>
                          <a:spcPts val="24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Auditing Accounting Estimates and Related Disclosures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00586769"/>
                  </a:ext>
                </a:extLst>
              </a:tr>
              <a:tr h="326525">
                <a:tc>
                  <a:txBody>
                    <a:bodyPr/>
                    <a:lstStyle/>
                    <a:p>
                      <a:pPr algn="ctr">
                        <a:lnSpc>
                          <a:spcPts val="1800"/>
                        </a:lnSpc>
                        <a:spcBef>
                          <a:spcPts val="2400"/>
                        </a:spcBef>
                        <a:spcAft>
                          <a:spcPts val="2400"/>
                        </a:spcAft>
                      </a:pPr>
                      <a:r>
                        <a:rPr lang="en-US" sz="14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Other</a:t>
                      </a:r>
                    </a:p>
                  </a:txBody>
                  <a:tcPr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342900" rtl="0" eaLnBrk="1" fontAlgn="auto" latinLnBrk="0" hangingPunct="1">
                        <a:lnSpc>
                          <a:spcPts val="1800"/>
                        </a:lnSpc>
                        <a:spcBef>
                          <a:spcPts val="2400"/>
                        </a:spcBef>
                        <a:spcAft>
                          <a:spcPts val="24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Various – Supplement to Agenda Item 2-I – NO CHANGES</a:t>
                      </a:r>
                    </a:p>
                  </a:txBody>
                  <a:tcPr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534922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4211344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0673714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34">
      <a:dk1>
        <a:sysClr val="windowText" lastClr="000000"/>
      </a:dk1>
      <a:lt1>
        <a:sysClr val="window" lastClr="FFFFFF"/>
      </a:lt1>
      <a:dk2>
        <a:srgbClr val="005BAA"/>
      </a:dk2>
      <a:lt2>
        <a:srgbClr val="00C0F3"/>
      </a:lt2>
      <a:accent1>
        <a:srgbClr val="F15A22"/>
      </a:accent1>
      <a:accent2>
        <a:srgbClr val="FAA61A"/>
      </a:accent2>
      <a:accent3>
        <a:srgbClr val="005BAA"/>
      </a:accent3>
      <a:accent4>
        <a:srgbClr val="00C0F3"/>
      </a:accent4>
      <a:accent5>
        <a:srgbClr val="0D9C4A"/>
      </a:accent5>
      <a:accent6>
        <a:srgbClr val="8DC63F"/>
      </a:accent6>
      <a:hlink>
        <a:srgbClr val="005BAA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IAASB_Powerpoint_template_2016_Widescreen" id="{551C3455-CE53-451D-A561-326C993C81B9}" vid="{313783E5-FB8C-4610-BC8F-F48741466E03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IAASB_Powerpoint_template_2016_Widescreen</Template>
  <TotalTime>3411</TotalTime>
  <Words>413</Words>
  <Application>Microsoft Office PowerPoint</Application>
  <PresentationFormat>On-screen Show (16:9)</PresentationFormat>
  <Paragraphs>150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Arial Narrow</vt:lpstr>
      <vt:lpstr>Calibri</vt:lpstr>
      <vt:lpstr>Office Theme</vt:lpstr>
      <vt:lpstr>ISA 315 (Revised)  Identifying and Assessing the Risks of Material Misstatement</vt:lpstr>
      <vt:lpstr>ISA 315 (Revised) – Walkthrough of the Standard</vt:lpstr>
      <vt:lpstr>ISA 315 (Revised) – Walkthrough of the Standard</vt:lpstr>
      <vt:lpstr>ISA 315 (Revised) – Walkthrough of the Standard</vt:lpstr>
      <vt:lpstr>ISA 315 (Revised) – Walkthrough of the Standard</vt:lpstr>
      <vt:lpstr>ISA 315 (Revised) ‒ Conforming Amendments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Bradley Williams</dc:creator>
  <cp:lastModifiedBy>Michelle Harrison</cp:lastModifiedBy>
  <cp:revision>291</cp:revision>
  <cp:lastPrinted>2019-06-15T13:32:24Z</cp:lastPrinted>
  <dcterms:created xsi:type="dcterms:W3CDTF">2016-11-09T14:56:20Z</dcterms:created>
  <dcterms:modified xsi:type="dcterms:W3CDTF">2019-09-20T12:00:59Z</dcterms:modified>
</cp:coreProperties>
</file>