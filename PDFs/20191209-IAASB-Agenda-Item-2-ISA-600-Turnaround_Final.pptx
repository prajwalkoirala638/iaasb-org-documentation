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5.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6.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 id="2147483672" r:id="rId2"/>
    <p:sldMasterId id="2147483696" r:id="rId3"/>
    <p:sldMasterId id="2147483708" r:id="rId4"/>
    <p:sldMasterId id="2147483816" r:id="rId5"/>
    <p:sldMasterId id="2147483844" r:id="rId6"/>
    <p:sldMasterId id="2147483856" r:id="rId7"/>
  </p:sldMasterIdLst>
  <p:notesMasterIdLst>
    <p:notesMasterId r:id="rId17"/>
  </p:notesMasterIdLst>
  <p:sldIdLst>
    <p:sldId id="271" r:id="rId8"/>
    <p:sldId id="567" r:id="rId9"/>
    <p:sldId id="568" r:id="rId10"/>
    <p:sldId id="569" r:id="rId11"/>
    <p:sldId id="570" r:id="rId12"/>
    <p:sldId id="571" r:id="rId13"/>
    <p:sldId id="555" r:id="rId14"/>
    <p:sldId id="549" r:id="rId15"/>
    <p:sldId id="394" r:id="rId16"/>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gan Zietsman" initials="MZ" lastIdx="62" clrIdx="0">
    <p:extLst>
      <p:ext uri="{19B8F6BF-5375-455C-9EA6-DF929625EA0E}">
        <p15:presenceInfo xmlns:p15="http://schemas.microsoft.com/office/powerpoint/2012/main" userId="Megan Zietsman" providerId="None"/>
      </p:ext>
    </p:extLst>
  </p:cmAuthor>
  <p:cmAuthor id="2" name="Dan Montgomery" initials="DM" lastIdx="98" clrIdx="1">
    <p:extLst>
      <p:ext uri="{19B8F6BF-5375-455C-9EA6-DF929625EA0E}">
        <p15:presenceInfo xmlns:p15="http://schemas.microsoft.com/office/powerpoint/2012/main" userId="8ba5e3d143c5e0b2" providerId="Windows Live"/>
      </p:ext>
    </p:extLst>
  </p:cmAuthor>
  <p:cmAuthor id="3" name="Natalie Klonaridis" initials="NK" lastIdx="14" clrIdx="2">
    <p:extLst>
      <p:ext uri="{19B8F6BF-5375-455C-9EA6-DF929625EA0E}">
        <p15:presenceInfo xmlns:p15="http://schemas.microsoft.com/office/powerpoint/2012/main" userId="S-1-5-21-1801674531-1972579041-839522115-13323" providerId="AD"/>
      </p:ext>
    </p:extLst>
  </p:cmAuthor>
  <p:cmAuthor id="4" name="James Grosvenor" initials="JG" lastIdx="2" clrIdx="3">
    <p:extLst>
      <p:ext uri="{19B8F6BF-5375-455C-9EA6-DF929625EA0E}">
        <p15:presenceInfo xmlns:p15="http://schemas.microsoft.com/office/powerpoint/2012/main" userId="S-1-5-21-1801674531-1972579041-839522115-17641" providerId="AD"/>
      </p:ext>
    </p:extLst>
  </p:cmAuthor>
  <p:cmAuthor id="5" name="BJ" initials="BJ" lastIdx="4" clrIdx="4">
    <p:extLst>
      <p:ext uri="{19B8F6BF-5375-455C-9EA6-DF929625EA0E}">
        <p15:presenceInfo xmlns:p15="http://schemas.microsoft.com/office/powerpoint/2012/main" userId="BJ" providerId="None"/>
      </p:ext>
    </p:extLst>
  </p:cmAuthor>
  <p:cmAuthor id="6" name="Jasper van den Hout" initials="JvdH" lastIdx="4" clrIdx="5">
    <p:extLst>
      <p:ext uri="{19B8F6BF-5375-455C-9EA6-DF929625EA0E}">
        <p15:presenceInfo xmlns:p15="http://schemas.microsoft.com/office/powerpoint/2012/main" userId="S::JaspervandenHout@iaasb.org::055bbbd2-5046-47f6-8263-b7d8da73be0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9CF"/>
    <a:srgbClr val="005BAA"/>
    <a:srgbClr val="00C0F3"/>
    <a:srgbClr val="006CB9"/>
    <a:srgbClr val="00A9E4"/>
    <a:srgbClr val="0093D6"/>
    <a:srgbClr val="007FC7"/>
    <a:srgbClr val="0079C2"/>
    <a:srgbClr val="009ADB"/>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6" autoAdjust="0"/>
    <p:restoredTop sz="94214" autoAdjust="0"/>
  </p:normalViewPr>
  <p:slideViewPr>
    <p:cSldViewPr snapToGrid="0">
      <p:cViewPr varScale="1">
        <p:scale>
          <a:sx n="86" d="100"/>
          <a:sy n="86" d="100"/>
        </p:scale>
        <p:origin x="47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5" Type="http://schemas.openxmlformats.org/officeDocument/2006/relationships/slideMaster" Target="slideMasters/slideMaster5.xml"/><Relationship Id="rId15" Type="http://schemas.openxmlformats.org/officeDocument/2006/relationships/slide" Target="slides/slide8.xml"/><Relationship Id="rId23"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 Montgomery" userId="8ba5e3d143c5e0b2" providerId="LiveId" clId="{5AC804ED-4061-4764-8D0B-AC5826D48AA3}"/>
    <pc:docChg chg="modSld">
      <pc:chgData name="Dan Montgomery" userId="8ba5e3d143c5e0b2" providerId="LiveId" clId="{5AC804ED-4061-4764-8D0B-AC5826D48AA3}" dt="2019-12-11T23:03:18.497" v="304" actId="6549"/>
      <pc:docMkLst>
        <pc:docMk/>
      </pc:docMkLst>
      <pc:sldChg chg="modSp">
        <pc:chgData name="Dan Montgomery" userId="8ba5e3d143c5e0b2" providerId="LiveId" clId="{5AC804ED-4061-4764-8D0B-AC5826D48AA3}" dt="2019-12-11T23:03:18.497" v="304" actId="6549"/>
        <pc:sldMkLst>
          <pc:docMk/>
          <pc:sldMk cId="1034830636" sldId="549"/>
        </pc:sldMkLst>
        <pc:spChg chg="mod">
          <ac:chgData name="Dan Montgomery" userId="8ba5e3d143c5e0b2" providerId="LiveId" clId="{5AC804ED-4061-4764-8D0B-AC5826D48AA3}" dt="2019-12-11T23:03:18.497" v="304" actId="6549"/>
          <ac:spMkLst>
            <pc:docMk/>
            <pc:sldMk cId="1034830636" sldId="549"/>
            <ac:spMk id="3" creationId="{01AF44E5-1EE6-47D0-801D-4678479CABDE}"/>
          </ac:spMkLst>
        </pc:spChg>
      </pc:sldChg>
      <pc:sldChg chg="modSp">
        <pc:chgData name="Dan Montgomery" userId="8ba5e3d143c5e0b2" providerId="LiveId" clId="{5AC804ED-4061-4764-8D0B-AC5826D48AA3}" dt="2019-12-11T23:01:07.008" v="6" actId="20577"/>
        <pc:sldMkLst>
          <pc:docMk/>
          <pc:sldMk cId="2085088341" sldId="570"/>
        </pc:sldMkLst>
        <pc:spChg chg="mod">
          <ac:chgData name="Dan Montgomery" userId="8ba5e3d143c5e0b2" providerId="LiveId" clId="{5AC804ED-4061-4764-8D0B-AC5826D48AA3}" dt="2019-12-11T23:01:07.008" v="6" actId="20577"/>
          <ac:spMkLst>
            <pc:docMk/>
            <pc:sldMk cId="2085088341" sldId="570"/>
            <ac:spMk id="3" creationId="{A378EE43-3F1B-46A3-B704-6ECCC9AFA4B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E99C36-7D1C-4387-AF44-E7FCB3F4E37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874618AA-21E5-4F09-BF54-725CAD3C33E7}">
      <dgm:prSet phldrT="[Text]" custT="1"/>
      <dgm:spPr>
        <a:solidFill>
          <a:srgbClr val="0089CF"/>
        </a:solidFill>
      </dgm:spPr>
      <dgm:t>
        <a:bodyPr/>
        <a:lstStyle/>
        <a:p>
          <a:r>
            <a:rPr lang="en-US" sz="4000" b="1" dirty="0">
              <a:solidFill>
                <a:prstClr val="white"/>
              </a:solidFill>
              <a:latin typeface="Arial" panose="020B0604020202020204" pitchFamily="34" charset="0"/>
              <a:ea typeface="+mn-ea"/>
              <a:cs typeface="Arial" panose="020B0604020202020204" pitchFamily="34" charset="0"/>
            </a:rPr>
            <a:t>Way Forward</a:t>
          </a:r>
          <a:endParaRPr lang="en-US" sz="4000" b="1" dirty="0">
            <a:latin typeface="Arial" panose="020B0604020202020204" pitchFamily="34" charset="0"/>
            <a:cs typeface="Arial" panose="020B0604020202020204" pitchFamily="34" charset="0"/>
          </a:endParaRPr>
        </a:p>
      </dgm:t>
    </dgm:pt>
    <dgm:pt modelId="{65EE6D9E-4C3D-44FD-85A5-F145A789F888}" type="parTrans" cxnId="{0ADE6BBE-E781-4357-9B40-CD3A6E9697D5}">
      <dgm:prSet/>
      <dgm:spPr/>
      <dgm:t>
        <a:bodyPr/>
        <a:lstStyle/>
        <a:p>
          <a:endParaRPr lang="en-US"/>
        </a:p>
      </dgm:t>
    </dgm:pt>
    <dgm:pt modelId="{08ECE219-19ED-4756-BF73-0E3709BAE153}" type="sibTrans" cxnId="{0ADE6BBE-E781-4357-9B40-CD3A6E9697D5}">
      <dgm:prSet/>
      <dgm:spPr/>
      <dgm:t>
        <a:bodyPr/>
        <a:lstStyle/>
        <a:p>
          <a:endParaRPr lang="en-US"/>
        </a:p>
      </dgm:t>
    </dgm:pt>
    <dgm:pt modelId="{83E5B1CA-B483-457E-A8F0-C5E51F759FA7}" type="pres">
      <dgm:prSet presAssocID="{62E99C36-7D1C-4387-AF44-E7FCB3F4E37E}" presName="diagram" presStyleCnt="0">
        <dgm:presLayoutVars>
          <dgm:dir/>
          <dgm:resizeHandles val="exact"/>
        </dgm:presLayoutVars>
      </dgm:prSet>
      <dgm:spPr/>
    </dgm:pt>
    <dgm:pt modelId="{6A493A84-DB72-47A1-AF63-4D5E4CDE9BBA}" type="pres">
      <dgm:prSet presAssocID="{874618AA-21E5-4F09-BF54-725CAD3C33E7}" presName="node" presStyleLbl="node1" presStyleIdx="0" presStyleCnt="1" custScaleX="57955" custScaleY="48296">
        <dgm:presLayoutVars>
          <dgm:bulletEnabled val="1"/>
        </dgm:presLayoutVars>
      </dgm:prSet>
      <dgm:spPr/>
    </dgm:pt>
  </dgm:ptLst>
  <dgm:cxnLst>
    <dgm:cxn modelId="{1BD7F253-246C-44DE-B0DF-D3D86882A1AD}" type="presOf" srcId="{62E99C36-7D1C-4387-AF44-E7FCB3F4E37E}" destId="{83E5B1CA-B483-457E-A8F0-C5E51F759FA7}" srcOrd="0" destOrd="0" presId="urn:microsoft.com/office/officeart/2005/8/layout/default"/>
    <dgm:cxn modelId="{1E4CD7AE-6115-46C3-B4AA-94E4CE09548F}" type="presOf" srcId="{874618AA-21E5-4F09-BF54-725CAD3C33E7}" destId="{6A493A84-DB72-47A1-AF63-4D5E4CDE9BBA}" srcOrd="0" destOrd="0" presId="urn:microsoft.com/office/officeart/2005/8/layout/default"/>
    <dgm:cxn modelId="{0ADE6BBE-E781-4357-9B40-CD3A6E9697D5}" srcId="{62E99C36-7D1C-4387-AF44-E7FCB3F4E37E}" destId="{874618AA-21E5-4F09-BF54-725CAD3C33E7}" srcOrd="0" destOrd="0" parTransId="{65EE6D9E-4C3D-44FD-85A5-F145A789F888}" sibTransId="{08ECE219-19ED-4756-BF73-0E3709BAE153}"/>
    <dgm:cxn modelId="{14B148F7-EA79-40F3-911B-14BE053E0216}" type="presParOf" srcId="{83E5B1CA-B483-457E-A8F0-C5E51F759FA7}" destId="{6A493A84-DB72-47A1-AF63-4D5E4CDE9BBA}"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493A84-DB72-47A1-AF63-4D5E4CDE9BBA}">
      <dsp:nvSpPr>
        <dsp:cNvPr id="0" name=""/>
        <dsp:cNvSpPr/>
      </dsp:nvSpPr>
      <dsp:spPr>
        <a:xfrm>
          <a:off x="2321810" y="832960"/>
          <a:ext cx="6400785" cy="3200403"/>
        </a:xfrm>
        <a:prstGeom prst="rect">
          <a:avLst/>
        </a:prstGeom>
        <a:solidFill>
          <a:srgbClr val="0089C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prstClr val="white"/>
              </a:solidFill>
              <a:latin typeface="Arial" panose="020B0604020202020204" pitchFamily="34" charset="0"/>
              <a:ea typeface="+mn-ea"/>
              <a:cs typeface="Arial" panose="020B0604020202020204" pitchFamily="34" charset="0"/>
            </a:rPr>
            <a:t>Way Forward</a:t>
          </a:r>
          <a:endParaRPr lang="en-US" sz="4000" b="1" kern="1200" dirty="0">
            <a:latin typeface="Arial" panose="020B0604020202020204" pitchFamily="34" charset="0"/>
            <a:cs typeface="Arial" panose="020B0604020202020204" pitchFamily="34" charset="0"/>
          </a:endParaRPr>
        </a:p>
      </dsp:txBody>
      <dsp:txXfrm>
        <a:off x="2321810" y="832960"/>
        <a:ext cx="6400785" cy="320040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77738" cy="471055"/>
          </a:xfrm>
          <a:prstGeom prst="rect">
            <a:avLst/>
          </a:prstGeom>
        </p:spPr>
        <p:txBody>
          <a:bodyPr vert="horz" lIns="93528" tIns="46764" rIns="93528" bIns="46764" rtlCol="0"/>
          <a:lstStyle>
            <a:lvl1pPr algn="l">
              <a:defRPr sz="1200"/>
            </a:lvl1pPr>
          </a:lstStyle>
          <a:p>
            <a:endParaRPr lang="en-US" dirty="0"/>
          </a:p>
        </p:txBody>
      </p:sp>
      <p:sp>
        <p:nvSpPr>
          <p:cNvPr id="3" name="Date Placeholder 2"/>
          <p:cNvSpPr>
            <a:spLocks noGrp="1"/>
          </p:cNvSpPr>
          <p:nvPr>
            <p:ph type="dt" idx="1"/>
          </p:nvPr>
        </p:nvSpPr>
        <p:spPr>
          <a:xfrm>
            <a:off x="4023095" y="0"/>
            <a:ext cx="3077738" cy="471055"/>
          </a:xfrm>
          <a:prstGeom prst="rect">
            <a:avLst/>
          </a:prstGeom>
        </p:spPr>
        <p:txBody>
          <a:bodyPr vert="horz" lIns="93528" tIns="46764" rIns="93528" bIns="46764" rtlCol="0"/>
          <a:lstStyle>
            <a:lvl1pPr algn="r">
              <a:defRPr sz="1200"/>
            </a:lvl1pPr>
          </a:lstStyle>
          <a:p>
            <a:fld id="{8217F18B-FBA3-4F6B-97D9-EA188CD16FE5}" type="datetimeFigureOut">
              <a:rPr lang="en-US" smtClean="0"/>
              <a:t>12/12/2019</a:t>
            </a:fld>
            <a:endParaRPr lang="en-US" dirty="0"/>
          </a:p>
        </p:txBody>
      </p:sp>
      <p:sp>
        <p:nvSpPr>
          <p:cNvPr id="4" name="Slide Image Placeholder 3"/>
          <p:cNvSpPr>
            <a:spLocks noGrp="1" noRot="1" noChangeAspect="1"/>
          </p:cNvSpPr>
          <p:nvPr>
            <p:ph type="sldImg" idx="2"/>
          </p:nvPr>
        </p:nvSpPr>
        <p:spPr>
          <a:xfrm>
            <a:off x="733425" y="1173163"/>
            <a:ext cx="5635625" cy="3170237"/>
          </a:xfrm>
          <a:prstGeom prst="rect">
            <a:avLst/>
          </a:prstGeom>
          <a:noFill/>
          <a:ln w="12700">
            <a:solidFill>
              <a:prstClr val="black"/>
            </a:solidFill>
          </a:ln>
        </p:spPr>
        <p:txBody>
          <a:bodyPr vert="horz" lIns="93528" tIns="46764" rIns="93528" bIns="46764" rtlCol="0" anchor="ctr"/>
          <a:lstStyle/>
          <a:p>
            <a:endParaRPr lang="en-US" dirty="0"/>
          </a:p>
        </p:txBody>
      </p:sp>
      <p:sp>
        <p:nvSpPr>
          <p:cNvPr id="5" name="Notes Placeholder 4"/>
          <p:cNvSpPr>
            <a:spLocks noGrp="1"/>
          </p:cNvSpPr>
          <p:nvPr>
            <p:ph type="body" sz="quarter" idx="3"/>
          </p:nvPr>
        </p:nvSpPr>
        <p:spPr>
          <a:xfrm>
            <a:off x="710249" y="4518204"/>
            <a:ext cx="5681980" cy="3696713"/>
          </a:xfrm>
          <a:prstGeom prst="rect">
            <a:avLst/>
          </a:prstGeom>
        </p:spPr>
        <p:txBody>
          <a:bodyPr vert="horz" lIns="93528" tIns="46764" rIns="93528" bIns="4676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8917423"/>
            <a:ext cx="3077738" cy="471054"/>
          </a:xfrm>
          <a:prstGeom prst="rect">
            <a:avLst/>
          </a:prstGeom>
        </p:spPr>
        <p:txBody>
          <a:bodyPr vert="horz" lIns="93528" tIns="46764" rIns="93528" bIns="46764"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3095" y="8917423"/>
            <a:ext cx="3077738" cy="471054"/>
          </a:xfrm>
          <a:prstGeom prst="rect">
            <a:avLst/>
          </a:prstGeom>
        </p:spPr>
        <p:txBody>
          <a:bodyPr vert="horz" lIns="93528" tIns="46764" rIns="93528" bIns="46764" rtlCol="0" anchor="b"/>
          <a:lstStyle>
            <a:lvl1pPr algn="r">
              <a:defRPr sz="1200"/>
            </a:lvl1pPr>
          </a:lstStyle>
          <a:p>
            <a:fld id="{BAD342E5-AFF1-4E5D-BEDB-B5261E7DADB0}" type="slidenum">
              <a:rPr lang="en-US" smtClean="0"/>
              <a:t>‹#›</a:t>
            </a:fld>
            <a:endParaRPr lang="en-US" dirty="0"/>
          </a:p>
        </p:txBody>
      </p:sp>
    </p:spTree>
    <p:extLst>
      <p:ext uri="{BB962C8B-B14F-4D97-AF65-F5344CB8AC3E}">
        <p14:creationId xmlns:p14="http://schemas.microsoft.com/office/powerpoint/2010/main" val="3754479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05579" y="4332847"/>
            <a:ext cx="6291320" cy="4584577"/>
          </a:xfrm>
        </p:spPr>
        <p:txBody>
          <a:bodyPr>
            <a:noAutofit/>
          </a:bodyPr>
          <a:lstStyle/>
          <a:p>
            <a:endParaRPr lang="en-US" dirty="0"/>
          </a:p>
        </p:txBody>
      </p:sp>
      <p:sp>
        <p:nvSpPr>
          <p:cNvPr id="4" name="Slide Number Placeholder 3"/>
          <p:cNvSpPr>
            <a:spLocks noGrp="1"/>
          </p:cNvSpPr>
          <p:nvPr>
            <p:ph type="sldNum" sz="quarter" idx="10"/>
          </p:nvPr>
        </p:nvSpPr>
        <p:spPr/>
        <p:txBody>
          <a:bodyPr/>
          <a:lstStyle/>
          <a:p>
            <a:fld id="{FE31F99D-8DB6-499A-A5BE-D707899593CB}" type="slidenum">
              <a:rPr lang="en-US" smtClean="0"/>
              <a:t>7</a:t>
            </a:fld>
            <a:endParaRPr lang="en-US" dirty="0"/>
          </a:p>
        </p:txBody>
      </p:sp>
    </p:spTree>
    <p:extLst>
      <p:ext uri="{BB962C8B-B14F-4D97-AF65-F5344CB8AC3E}">
        <p14:creationId xmlns:p14="http://schemas.microsoft.com/office/powerpoint/2010/main" val="3653702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www.iaasb.org/" TargetMode="External"/><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9.png"/><Relationship Id="rId11" Type="http://schemas.openxmlformats.org/officeDocument/2006/relationships/hyperlink" Target="mailto:permissions@ifac.org" TargetMode="External"/><Relationship Id="rId5" Type="http://schemas.openxmlformats.org/officeDocument/2006/relationships/image" Target="../media/image18.png"/><Relationship Id="rId10" Type="http://schemas.openxmlformats.org/officeDocument/2006/relationships/hyperlink" Target="http://www.ifac.org/about-ifac/translations-permissions" TargetMode="External"/><Relationship Id="rId4" Type="http://schemas.openxmlformats.org/officeDocument/2006/relationships/image" Target="../media/image17.png"/><Relationship Id="rId9" Type="http://schemas.openxmlformats.org/officeDocument/2006/relationships/image" Target="../media/image22.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www.iaasb.org/" TargetMode="External"/><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19.png"/><Relationship Id="rId11" Type="http://schemas.openxmlformats.org/officeDocument/2006/relationships/hyperlink" Target="mailto:permissions@ifac.org" TargetMode="External"/><Relationship Id="rId5" Type="http://schemas.openxmlformats.org/officeDocument/2006/relationships/image" Target="../media/image18.png"/><Relationship Id="rId10" Type="http://schemas.openxmlformats.org/officeDocument/2006/relationships/hyperlink" Target="http://www.ifac.org/about-ifac/translations-permissions" TargetMode="External"/><Relationship Id="rId4" Type="http://schemas.openxmlformats.org/officeDocument/2006/relationships/image" Target="../media/image17.png"/><Relationship Id="rId9" Type="http://schemas.openxmlformats.org/officeDocument/2006/relationships/image" Target="../media/image2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6829BED-9370-4C69-8B19-DF5364062FE8}"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945244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880B73-8C76-4707-80F8-3963866B81ED}"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261726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9C273B-D08E-4382-AC60-9B5464EA60A9}"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647387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BE95696-183B-49B5-AC88-D34FC4452DEE}"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00450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E62864-BFD7-472A-B17C-B9A242BBF5D0}" type="datetime1">
              <a:rPr lang="en-US" smtClean="0"/>
              <a:t>12/12/2019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510159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160A0F75-C365-4794-9298-176CBB056E2F}" type="datetime1">
              <a:rPr lang="en-US" smtClean="0"/>
              <a:t>12/12/2019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897768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B7030E-23EE-4B6F-A577-FFA754F6F221}" type="datetime1">
              <a:rPr lang="en-US" smtClean="0"/>
              <a:t>12/12/2019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154709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6B20F4-4371-48A2-A1C5-564A141E18FA}"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1697943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1EE5E0-6B3C-4B70-BA81-DF7E8E12A50B}"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3492175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2743C-A172-4B79-957C-A37D69B35244}"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2928709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8D5299-30FF-4207-93B4-7A9215AAF387}"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031BF3E-DF8B-49A5-8A7B-7F8F24820CAC}" type="slidenum">
              <a:rPr lang="en-US" smtClean="0"/>
              <a:t>‹#›</a:t>
            </a:fld>
            <a:endParaRPr lang="en-US" dirty="0"/>
          </a:p>
        </p:txBody>
      </p:sp>
    </p:spTree>
    <p:extLst>
      <p:ext uri="{BB962C8B-B14F-4D97-AF65-F5344CB8AC3E}">
        <p14:creationId xmlns:p14="http://schemas.microsoft.com/office/powerpoint/2010/main" val="40548801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98BEC16-5153-4444-ADE5-376764F9317A}"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685067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905138"/>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6A7036-7F39-45B7-B8E7-90186E26FD34}"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840634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F6F55C-F0A0-40C2-92AA-13448C1B6DE2}"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242855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B41662-97DA-482D-BB44-A5E7E1463580}"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710906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ED3B72-01DD-4123-ABCF-B71DC3DF9A35}" type="datetime1">
              <a:rPr lang="en-US" smtClean="0"/>
              <a:t>12/12/2019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105614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5F0D7D7D-1F9A-439A-9B1F-FAD176DAAE95}" type="datetime1">
              <a:rPr lang="en-US" smtClean="0"/>
              <a:t>12/12/2019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790547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3D415-7CDF-4724-8022-A789958CE2B4}" type="datetime1">
              <a:rPr lang="en-US" smtClean="0"/>
              <a:t>12/12/2019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4902619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2148A9-3F54-4B3A-97B0-C24F2AA0F49B}"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32745600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325935-DE68-40A0-AD95-3EF9318A5653}"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159180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905138"/>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EBD7C1-6C21-4A0C-AB04-28957353C253}"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156050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CAAA40-D496-4BA5-94BC-EC2395AF4BA1}"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E05DAD2-EBD2-4248-A1BE-DE5C530C13EE}" type="slidenum">
              <a:rPr lang="en-US" smtClean="0"/>
              <a:t>‹#›</a:t>
            </a:fld>
            <a:endParaRPr lang="en-US" dirty="0"/>
          </a:p>
        </p:txBody>
      </p:sp>
    </p:spTree>
    <p:extLst>
      <p:ext uri="{BB962C8B-B14F-4D97-AF65-F5344CB8AC3E}">
        <p14:creationId xmlns:p14="http://schemas.microsoft.com/office/powerpoint/2010/main" val="5228141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A74FA47-1DBD-4C30-88B4-1AA2876CD950}"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1561723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ECB669-7C2F-4EE4-B944-62950FE6507F}"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40361116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DAF38-C557-41C9-8FF5-BEDE134E17EE}"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2370580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C56C26-B280-45A4-847B-175DFD0A3F0F}"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165965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0D1335-23B7-4ACE-8A39-51D3C834FF8A}" type="datetime1">
              <a:rPr lang="en-US" smtClean="0"/>
              <a:t>12/12/2019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0215636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1ECC56E5-0DA9-479C-BCFC-7EE8D0DE2A8E}" type="datetime1">
              <a:rPr lang="en-US" smtClean="0"/>
              <a:t>12/12/2019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7932712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4F7FDF-1E42-4280-A018-ACBA192297BC}" type="datetime1">
              <a:rPr lang="en-US" smtClean="0"/>
              <a:t>12/12/2019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17696132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5003-1A61-4041-91CF-BE3D4D09EBF1}"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3240726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0D7D3B-67DA-40FC-B2AC-DA938EAA2F72}"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0804130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817F13-E155-42CD-A20C-B277FF788E23}"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614248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0F6321-C77C-49CA-83B2-29284D793B25}"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005E96D-C2D6-4C1C-BEE1-8F30C6DF7FED}" type="slidenum">
              <a:rPr lang="en-US" smtClean="0"/>
              <a:t>‹#›</a:t>
            </a:fld>
            <a:endParaRPr lang="en-US" dirty="0"/>
          </a:p>
        </p:txBody>
      </p:sp>
    </p:spTree>
    <p:extLst>
      <p:ext uri="{BB962C8B-B14F-4D97-AF65-F5344CB8AC3E}">
        <p14:creationId xmlns:p14="http://schemas.microsoft.com/office/powerpoint/2010/main" val="347860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394849E-A96C-479D-999D-26024B301EF2}"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048297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EB7697-44BE-464F-8981-C5EF3A124C23}"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3610688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C57D8D-BF23-4BCF-8EBC-861A1B1DE27C}"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2391578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A52379-2070-4859-82B4-0B6BF96F6750}"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773237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1E5070-400A-40B5-8F3B-79E375432C4D}" type="datetime1">
              <a:rPr lang="en-US" smtClean="0"/>
              <a:t>12/12/2019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4139450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A3935FA3-A859-46EE-9DBA-3396054253CC}" type="datetime1">
              <a:rPr lang="en-US" smtClean="0"/>
              <a:t>12/12/2019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7602396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604EDA-4DB0-43F1-8DF2-E50A41E978FD}" type="datetime1">
              <a:rPr lang="en-US" smtClean="0"/>
              <a:t>12/12/2019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26788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F60095-03E6-49D1-8FE2-66640AD7D839}"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16189847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2D9738-EE9C-4FC1-8835-2C036BE91A2B}" type="datetime1">
              <a:rPr lang="en-US" smtClean="0"/>
              <a:t>12/12/2019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67808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961346-6166-4BF4-867B-66F542385138}"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3512700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45F4C4-52B4-4181-878C-D87ACB1BAF46}" type="datetime1">
              <a:rPr lang="en-US" smtClean="0"/>
              <a:t>12/12/2019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1F7A7E9-A6B9-48E9-BF8E-B5EFD8DCE520}" type="slidenum">
              <a:rPr lang="en-US" smtClean="0"/>
              <a:t>‹#›</a:t>
            </a:fld>
            <a:endParaRPr lang="en-US" dirty="0"/>
          </a:p>
        </p:txBody>
      </p:sp>
    </p:spTree>
    <p:extLst>
      <p:ext uri="{BB962C8B-B14F-4D97-AF65-F5344CB8AC3E}">
        <p14:creationId xmlns:p14="http://schemas.microsoft.com/office/powerpoint/2010/main" val="23568767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3"/>
            <a:ext cx="12192000" cy="3126879"/>
          </a:xfrm>
          <a:prstGeom prst="rect">
            <a:avLst/>
          </a:prstGeom>
        </p:spPr>
      </p:pic>
    </p:spTree>
    <p:extLst>
      <p:ext uri="{BB962C8B-B14F-4D97-AF65-F5344CB8AC3E}">
        <p14:creationId xmlns:p14="http://schemas.microsoft.com/office/powerpoint/2010/main" val="18469548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2" y="2"/>
            <a:ext cx="12208933" cy="3169919"/>
          </a:xfrm>
          <a:prstGeom prst="rect">
            <a:avLst/>
          </a:prstGeom>
        </p:spPr>
      </p:pic>
    </p:spTree>
    <p:extLst>
      <p:ext uri="{BB962C8B-B14F-4D97-AF65-F5344CB8AC3E}">
        <p14:creationId xmlns:p14="http://schemas.microsoft.com/office/powerpoint/2010/main" val="2726091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7200"/>
            <a:ext cx="3702259" cy="650232"/>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0" y="1601537"/>
            <a:ext cx="12192000" cy="164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8847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29" indent="-228594">
              <a:defRPr>
                <a:solidFill>
                  <a:srgbClr val="808080"/>
                </a:solidFill>
                <a:latin typeface="Arial" panose="020B0604020202020204" pitchFamily="34" charset="0"/>
                <a:cs typeface="Arial" panose="020B0604020202020204" pitchFamily="34" charset="0"/>
              </a:defRPr>
            </a:lvl4pPr>
            <a:lvl5pPr marL="1084236" indent="-228594">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1"/>
            <a:ext cx="3677264" cy="304412"/>
          </a:xfrm>
        </p:spPr>
        <p:txBody>
          <a:bodyPr/>
          <a:lstStyle>
            <a:lvl1pPr marL="0" marR="0" indent="0" algn="r" defTabSz="457189"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8724839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5"/>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Tree>
    <p:extLst>
      <p:ext uri="{BB962C8B-B14F-4D97-AF65-F5344CB8AC3E}">
        <p14:creationId xmlns:p14="http://schemas.microsoft.com/office/powerpoint/2010/main" val="7167016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5"/>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38865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90"/>
            <a:ext cx="5386917"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9" y="1350690"/>
            <a:ext cx="5389033"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9457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26382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46723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3024003" y="2082499"/>
            <a:ext cx="5857477" cy="97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5" y="5009183"/>
            <a:ext cx="1685141" cy="369332"/>
          </a:xfrm>
          <a:prstGeom prst="rect">
            <a:avLst/>
          </a:prstGeom>
        </p:spPr>
        <p:txBody>
          <a:bodyPr wrap="none">
            <a:spAutoFit/>
          </a:bodyPr>
          <a:lstStyle/>
          <a:p>
            <a:pPr defTabSz="457189"/>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9"/>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72746" y="5557768"/>
            <a:ext cx="770407" cy="257536"/>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24003" y="5567520"/>
            <a:ext cx="583308" cy="257536"/>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573723" y="5554229"/>
            <a:ext cx="770407" cy="257536"/>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501197" y="5557768"/>
            <a:ext cx="770407" cy="312565"/>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38015" y="5557768"/>
            <a:ext cx="770407" cy="257536"/>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780285" y="5553603"/>
            <a:ext cx="770407" cy="257536"/>
          </a:xfrm>
          <a:prstGeom prst="rect">
            <a:avLst/>
          </a:prstGeom>
        </p:spPr>
      </p:pic>
      <p:sp>
        <p:nvSpPr>
          <p:cNvPr id="11" name="Rectangle 10"/>
          <p:cNvSpPr/>
          <p:nvPr userDrawn="1"/>
        </p:nvSpPr>
        <p:spPr>
          <a:xfrm>
            <a:off x="931335" y="6144039"/>
            <a:ext cx="10837333" cy="276999"/>
          </a:xfrm>
          <a:prstGeom prst="rect">
            <a:avLst/>
          </a:prstGeom>
        </p:spPr>
        <p:txBody>
          <a:bodyPr wrap="square">
            <a:spAutoFit/>
          </a:bodyPr>
          <a:lstStyle/>
          <a:p>
            <a:pPr defTabSz="457189"/>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12377278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3"/>
            <a:ext cx="12192000" cy="3126879"/>
          </a:xfrm>
          <a:prstGeom prst="rect">
            <a:avLst/>
          </a:prstGeom>
        </p:spPr>
      </p:pic>
    </p:spTree>
    <p:extLst>
      <p:ext uri="{BB962C8B-B14F-4D97-AF65-F5344CB8AC3E}">
        <p14:creationId xmlns:p14="http://schemas.microsoft.com/office/powerpoint/2010/main" val="25424211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2" y="2"/>
            <a:ext cx="12208933" cy="3169919"/>
          </a:xfrm>
          <a:prstGeom prst="rect">
            <a:avLst/>
          </a:prstGeom>
        </p:spPr>
      </p:pic>
    </p:spTree>
    <p:extLst>
      <p:ext uri="{BB962C8B-B14F-4D97-AF65-F5344CB8AC3E}">
        <p14:creationId xmlns:p14="http://schemas.microsoft.com/office/powerpoint/2010/main" val="26598489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7200"/>
            <a:ext cx="3702259" cy="650232"/>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0" y="1601537"/>
            <a:ext cx="12192000" cy="164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13392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29" indent="-228594">
              <a:defRPr>
                <a:solidFill>
                  <a:srgbClr val="808080"/>
                </a:solidFill>
                <a:latin typeface="Arial" panose="020B0604020202020204" pitchFamily="34" charset="0"/>
                <a:cs typeface="Arial" panose="020B0604020202020204" pitchFamily="34" charset="0"/>
              </a:defRPr>
            </a:lvl4pPr>
            <a:lvl5pPr marL="1084236" indent="-228594">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1"/>
            <a:ext cx="3677264" cy="304412"/>
          </a:xfrm>
        </p:spPr>
        <p:txBody>
          <a:bodyPr/>
          <a:lstStyle>
            <a:lvl1pPr marL="0" marR="0" indent="0" algn="r" defTabSz="457189"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8724502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5"/>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Tree>
    <p:extLst>
      <p:ext uri="{BB962C8B-B14F-4D97-AF65-F5344CB8AC3E}">
        <p14:creationId xmlns:p14="http://schemas.microsoft.com/office/powerpoint/2010/main" val="23050198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5"/>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26522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90"/>
            <a:ext cx="5386917"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9" y="1350690"/>
            <a:ext cx="5389033"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86930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00182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85007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3024003" y="2082499"/>
            <a:ext cx="5857477" cy="97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5" y="5009183"/>
            <a:ext cx="1685141" cy="369332"/>
          </a:xfrm>
          <a:prstGeom prst="rect">
            <a:avLst/>
          </a:prstGeom>
        </p:spPr>
        <p:txBody>
          <a:bodyPr wrap="none">
            <a:spAutoFit/>
          </a:bodyPr>
          <a:lstStyle/>
          <a:p>
            <a:pPr defTabSz="457189"/>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9"/>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72746" y="5557768"/>
            <a:ext cx="770407" cy="257536"/>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24003" y="5567520"/>
            <a:ext cx="583308" cy="257536"/>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573723" y="5554229"/>
            <a:ext cx="770407" cy="257536"/>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501197" y="5557768"/>
            <a:ext cx="770407" cy="312565"/>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38015" y="5557768"/>
            <a:ext cx="770407" cy="257536"/>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780285" y="5553603"/>
            <a:ext cx="770407" cy="257536"/>
          </a:xfrm>
          <a:prstGeom prst="rect">
            <a:avLst/>
          </a:prstGeom>
        </p:spPr>
      </p:pic>
      <p:sp>
        <p:nvSpPr>
          <p:cNvPr id="11" name="Rectangle 10"/>
          <p:cNvSpPr/>
          <p:nvPr userDrawn="1"/>
        </p:nvSpPr>
        <p:spPr>
          <a:xfrm>
            <a:off x="931335" y="6144039"/>
            <a:ext cx="10837333" cy="276999"/>
          </a:xfrm>
          <a:prstGeom prst="rect">
            <a:avLst/>
          </a:prstGeom>
        </p:spPr>
        <p:txBody>
          <a:bodyPr wrap="square">
            <a:spAutoFit/>
          </a:bodyPr>
          <a:lstStyle/>
          <a:p>
            <a:pPr defTabSz="457189"/>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181147994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457200"/>
            <a:ext cx="10058400" cy="533400"/>
          </a:xfrm>
        </p:spPr>
        <p:txBody>
          <a:bodyPr anchor="ct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vl6pPr marL="2285943" indent="0" algn="ctr">
              <a:buNone/>
              <a:defRPr/>
            </a:lvl6pPr>
            <a:lvl7pPr marL="2743131" indent="0" algn="ctr">
              <a:buNone/>
              <a:defRPr/>
            </a:lvl7pPr>
            <a:lvl8pPr marL="3200320" indent="0" algn="ctr">
              <a:buNone/>
              <a:defRPr/>
            </a:lvl8pPr>
            <a:lvl9pPr marL="3657509" indent="0" algn="ctr">
              <a:buNone/>
              <a:defRPr/>
            </a:lvl9pPr>
          </a:lstStyle>
          <a:p>
            <a:r>
              <a:rPr lang="en-US"/>
              <a:t>Click to edit Master subtitle style</a:t>
            </a:r>
            <a:endParaRPr lang="en-US" dirty="0"/>
          </a:p>
        </p:txBody>
      </p:sp>
      <p:sp>
        <p:nvSpPr>
          <p:cNvPr id="5" name="Slide Number Placeholder 3"/>
          <p:cNvSpPr>
            <a:spLocks noGrp="1"/>
          </p:cNvSpPr>
          <p:nvPr>
            <p:ph type="sldNum" sz="quarter" idx="12"/>
          </p:nvPr>
        </p:nvSpPr>
        <p:spPr>
          <a:xfrm>
            <a:off x="11044499" y="6326390"/>
            <a:ext cx="852032" cy="335775"/>
          </a:xfrm>
        </p:spPr>
        <p:txBody>
          <a:bodyPr/>
          <a:lstStyle/>
          <a:p>
            <a:fld id="{605F50E8-FD69-1B47-8B62-FEC05D161593}" type="slidenum">
              <a:rPr lang="en-US" smtClean="0"/>
              <a:pPr/>
              <a:t>‹#›</a:t>
            </a:fld>
            <a:endParaRPr lang="en-US" dirty="0"/>
          </a:p>
        </p:txBody>
      </p:sp>
    </p:spTree>
    <p:extLst>
      <p:ext uri="{BB962C8B-B14F-4D97-AF65-F5344CB8AC3E}">
        <p14:creationId xmlns:p14="http://schemas.microsoft.com/office/powerpoint/2010/main" val="16111330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168D7C-8822-4144-868B-B6EFA480259D}" type="datetime1">
              <a:rPr lang="en-US" smtClean="0">
                <a:solidFill>
                  <a:prstClr val="black">
                    <a:tint val="75000"/>
                  </a:prstClr>
                </a:solidFill>
              </a:rPr>
              <a:pPr/>
              <a:t>12/12/2019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3854553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EBFDA1-892D-475D-A681-5E1B87AA4CC5}" type="datetime1">
              <a:rPr lang="en-US" smtClean="0">
                <a:solidFill>
                  <a:prstClr val="black">
                    <a:tint val="75000"/>
                  </a:prstClr>
                </a:solidFill>
              </a:rPr>
              <a:pPr/>
              <a:t>12/12/2019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449520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9B08FF-86A9-489B-9293-6DAA81CF5589}" type="datetime1">
              <a:rPr lang="en-US" smtClean="0">
                <a:solidFill>
                  <a:prstClr val="black">
                    <a:tint val="75000"/>
                  </a:prstClr>
                </a:solidFill>
              </a:rPr>
              <a:pPr/>
              <a:t>12/12/2019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136665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E77F70-787D-4334-ABBD-4BEE84081B9F}" type="datetime1">
              <a:rPr lang="en-US" smtClean="0">
                <a:solidFill>
                  <a:prstClr val="black">
                    <a:tint val="75000"/>
                  </a:prstClr>
                </a:solidFill>
              </a:rPr>
              <a:pPr/>
              <a:t>12/12/2019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35972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C84004-8839-470E-98FD-2398CB003887}" type="datetime1">
              <a:rPr lang="en-US" smtClean="0">
                <a:solidFill>
                  <a:prstClr val="black">
                    <a:tint val="75000"/>
                  </a:prstClr>
                </a:solidFill>
              </a:rPr>
              <a:pPr/>
              <a:t>12/12/2019</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708305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0DBE43-71DC-4CB5-9DC9-86D083825D16}" type="datetime1">
              <a:rPr lang="en-US" smtClean="0">
                <a:solidFill>
                  <a:prstClr val="black">
                    <a:tint val="75000"/>
                  </a:prstClr>
                </a:solidFill>
              </a:rPr>
              <a:pPr/>
              <a:t>12/12/2019</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177282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946410-D2D8-4C53-8D73-7FAB926DC67E}" type="datetime1">
              <a:rPr lang="en-US" smtClean="0">
                <a:solidFill>
                  <a:prstClr val="black">
                    <a:tint val="75000"/>
                  </a:prstClr>
                </a:solidFill>
              </a:rPr>
              <a:pPr/>
              <a:t>12/12/2019</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2725341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867214-0AB1-49E6-A7A9-395C2525D2CB}" type="datetime1">
              <a:rPr lang="en-US" smtClean="0">
                <a:solidFill>
                  <a:prstClr val="black">
                    <a:tint val="75000"/>
                  </a:prstClr>
                </a:solidFill>
              </a:rPr>
              <a:pPr/>
              <a:t>12/12/2019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704958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615EC8-B9E7-4675-8613-1CB4C2CB4986}" type="datetime1">
              <a:rPr lang="en-US" smtClean="0">
                <a:solidFill>
                  <a:prstClr val="black">
                    <a:tint val="75000"/>
                  </a:prstClr>
                </a:solidFill>
              </a:rPr>
              <a:pPr/>
              <a:t>12/12/2019</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24605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7143D-A714-4C9D-9075-7EC3BC78008B}" type="datetime1">
              <a:rPr lang="en-US" smtClean="0">
                <a:solidFill>
                  <a:prstClr val="black">
                    <a:tint val="75000"/>
                  </a:prstClr>
                </a:solidFill>
              </a:rPr>
              <a:pPr/>
              <a:t>12/12/2019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4434385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2B81AF-C2C2-42FA-ACA9-4469AE76468E}" type="datetime1">
              <a:rPr lang="en-US" smtClean="0">
                <a:solidFill>
                  <a:prstClr val="black">
                    <a:tint val="75000"/>
                  </a:prstClr>
                </a:solidFill>
              </a:rPr>
              <a:pPr/>
              <a:t>12/12/2019</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3507761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2" name="Picture 1"/>
          <p:cNvPicPr>
            <a:picLocks noChangeAspect="1"/>
          </p:cNvPicPr>
          <p:nvPr userDrawn="1"/>
        </p:nvPicPr>
        <p:blipFill rotWithShape="1">
          <a:blip r:embed="rId3" cstate="print">
            <a:extLst>
              <a:ext uri="{28A0092B-C50C-407E-A947-70E740481C1C}">
                <a14:useLocalDpi xmlns:a14="http://schemas.microsoft.com/office/drawing/2010/main" val="0"/>
              </a:ext>
            </a:extLst>
          </a:blip>
          <a:srcRect l="-76"/>
          <a:stretch/>
        </p:blipFill>
        <p:spPr>
          <a:xfrm>
            <a:off x="-16934" y="-35429"/>
            <a:ext cx="12208935" cy="3207007"/>
          </a:xfrm>
          <a:prstGeom prst="rect">
            <a:avLst/>
          </a:prstGeom>
        </p:spPr>
      </p:pic>
    </p:spTree>
    <p:extLst>
      <p:ext uri="{BB962C8B-B14F-4D97-AF65-F5344CB8AC3E}">
        <p14:creationId xmlns:p14="http://schemas.microsoft.com/office/powerpoint/2010/main" val="1773064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png"/><Relationship Id="rId18" Type="http://schemas.openxmlformats.org/officeDocument/2006/relationships/image" Target="../media/image8.png"/><Relationship Id="rId3" Type="http://schemas.openxmlformats.org/officeDocument/2006/relationships/slideLayout" Target="../slideLayouts/slideLayout36.xml"/><Relationship Id="rId21" Type="http://schemas.openxmlformats.org/officeDocument/2006/relationships/hyperlink" Target="http://www.iaasb.org/" TargetMode="Externa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7.png"/><Relationship Id="rId2" Type="http://schemas.openxmlformats.org/officeDocument/2006/relationships/slideLayout" Target="../slideLayouts/slideLayout35.xml"/><Relationship Id="rId16" Type="http://schemas.openxmlformats.org/officeDocument/2006/relationships/image" Target="../media/image6.png"/><Relationship Id="rId20" Type="http://schemas.openxmlformats.org/officeDocument/2006/relationships/hyperlink" Target="mailto:permissions@ifac.org" TargetMode="Externa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5.png"/><Relationship Id="rId10" Type="http://schemas.openxmlformats.org/officeDocument/2006/relationships/slideLayout" Target="../slideLayouts/slideLayout43.xml"/><Relationship Id="rId19" Type="http://schemas.openxmlformats.org/officeDocument/2006/relationships/hyperlink" Target="http://www.ifac.org/about-ifac/translations-permissions" TargetMode="Externa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4.png"/><Relationship Id="rId22" Type="http://schemas.openxmlformats.org/officeDocument/2006/relationships/image" Target="../media/image9.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image" Target="../media/image10.jpeg"/><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theme" Target="../theme/theme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image" Target="../media/image10.jpeg"/><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theme" Target="../theme/theme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theme" Target="../theme/theme7.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856EE5-B36E-4704-9EC0-BD21A5BAD421}" type="datetime1">
              <a:rPr lang="en-US" smtClean="0"/>
              <a:t>12/12/2019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1BF3E-DF8B-49A5-8A7B-7F8F24820CAC}" type="slidenum">
              <a:rPr lang="en-US" smtClean="0"/>
              <a:t>‹#›</a:t>
            </a:fld>
            <a:endParaRPr lang="en-US" dirty="0"/>
          </a:p>
        </p:txBody>
      </p:sp>
      <p:graphicFrame>
        <p:nvGraphicFramePr>
          <p:cNvPr id="7" name="Table 6"/>
          <p:cNvGraphicFramePr>
            <a:graphicFrameLocks noGrp="1"/>
          </p:cNvGraphicFramePr>
          <p:nvPr userDrawn="1">
            <p:extLst>
              <p:ext uri="{D42A27DB-BD31-4B8C-83A1-F6EECF244321}">
                <p14:modId xmlns:p14="http://schemas.microsoft.com/office/powerpoint/2010/main" val="168878278"/>
              </p:ext>
            </p:extLst>
          </p:nvPr>
        </p:nvGraphicFramePr>
        <p:xfrm>
          <a:off x="838200" y="291549"/>
          <a:ext cx="10515600" cy="5910468"/>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5910468">
                <a:tc>
                  <a:txBody>
                    <a:bodyPr/>
                    <a:lstStyle/>
                    <a:p>
                      <a:endParaRPr lang="en-US" dirty="0"/>
                    </a:p>
                  </a:txBody>
                  <a:tcPr marL="121920" marR="121920">
                    <a:lnL w="28575" cap="flat" cmpd="sng" algn="ctr">
                      <a:solidFill>
                        <a:srgbClr val="F08714"/>
                      </a:solidFill>
                      <a:prstDash val="solid"/>
                      <a:round/>
                      <a:headEnd type="none" w="med" len="med"/>
                      <a:tailEnd type="none" w="med" len="med"/>
                    </a:lnL>
                    <a:lnR w="28575" cap="flat" cmpd="sng" algn="ctr">
                      <a:solidFill>
                        <a:srgbClr val="F08714"/>
                      </a:solidFill>
                      <a:prstDash val="solid"/>
                      <a:round/>
                      <a:headEnd type="none" w="med" len="med"/>
                      <a:tailEnd type="none" w="med" len="med"/>
                    </a:lnR>
                    <a:lnT w="28575" cap="flat" cmpd="sng" algn="ctr">
                      <a:solidFill>
                        <a:srgbClr val="F08714"/>
                      </a:solidFill>
                      <a:prstDash val="solid"/>
                      <a:round/>
                      <a:headEnd type="none" w="med" len="med"/>
                      <a:tailEnd type="none" w="med" len="med"/>
                    </a:lnT>
                    <a:lnB w="28575" cap="flat" cmpd="sng" algn="ctr">
                      <a:solidFill>
                        <a:srgbClr val="F08714"/>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pic>
        <p:nvPicPr>
          <p:cNvPr id="9" name="Picture 8"/>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18755993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B8EE7-8247-42AD-8E12-DC9551FCB683}" type="datetime1">
              <a:rPr lang="en-US" smtClean="0"/>
              <a:t>12/12/2019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05DAD2-EBD2-4248-A1BE-DE5C530C13EE}" type="slidenum">
              <a:rPr lang="en-US" smtClean="0"/>
              <a:t>‹#›</a:t>
            </a:fld>
            <a:endParaRPr lang="en-US" dirty="0"/>
          </a:p>
        </p:txBody>
      </p:sp>
      <p:sp>
        <p:nvSpPr>
          <p:cNvPr id="8" name="Rectangle 7"/>
          <p:cNvSpPr/>
          <p:nvPr userDrawn="1"/>
        </p:nvSpPr>
        <p:spPr>
          <a:xfrm>
            <a:off x="0" y="633845"/>
            <a:ext cx="12192000" cy="447208"/>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pic>
        <p:nvPicPr>
          <p:cNvPr id="10" name="Picture 9"/>
          <p:cNvPicPr>
            <a:picLocks noChangeAspect="1"/>
          </p:cNvPicPr>
          <p:nvPr userDrawn="1"/>
        </p:nvPicPr>
        <p:blipFill>
          <a:blip r:embed="rId13">
            <a:extLst>
              <a:ext uri="{28A0092B-C50C-407E-A947-70E740481C1C}">
                <a14:useLocalDpi xmlns:a14="http://schemas.microsoft.com/office/drawing/2010/main"/>
              </a:ext>
            </a:extLst>
          </a:blip>
          <a:stretch>
            <a:fillRect/>
          </a:stretch>
        </p:blipFill>
        <p:spPr>
          <a:xfrm>
            <a:off x="0" y="1"/>
            <a:ext cx="12192000" cy="633844"/>
          </a:xfrm>
          <a:prstGeom prst="rect">
            <a:avLst/>
          </a:prstGeom>
        </p:spPr>
      </p:pic>
      <p:sp>
        <p:nvSpPr>
          <p:cNvPr id="11" name="Rectangle 10"/>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
        <p:nvSpPr>
          <p:cNvPr id="12" name="Rectangle 11"/>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pic>
        <p:nvPicPr>
          <p:cNvPr id="13" name="Picture 12"/>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6520143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C6B8DE-675F-4831-9241-FE2F5CAD1845}" type="datetime1">
              <a:rPr lang="en-US" smtClean="0"/>
              <a:t>12/12/2019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05E96D-C2D6-4C1C-BEE1-8F30C6DF7FED}" type="slidenum">
              <a:rPr lang="en-US" smtClean="0"/>
              <a:t>‹#›</a:t>
            </a:fld>
            <a:endParaRPr lang="en-US" dirty="0"/>
          </a:p>
        </p:txBody>
      </p:sp>
      <p:pic>
        <p:nvPicPr>
          <p:cNvPr id="8" name="Picture 7"/>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Tree>
    <p:extLst>
      <p:ext uri="{BB962C8B-B14F-4D97-AF65-F5344CB8AC3E}">
        <p14:creationId xmlns:p14="http://schemas.microsoft.com/office/powerpoint/2010/main" val="393532540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9C7CB0-694A-4CF9-A877-F97EB51B4CF3}" type="datetime1">
              <a:rPr lang="en-US" smtClean="0"/>
              <a:t>12/12/2019</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F7A7E9-A6B9-48E9-BF8E-B5EFD8DCE520}" type="slidenum">
              <a:rPr lang="en-US" smtClean="0"/>
              <a:t>‹#›</a:t>
            </a:fld>
            <a:endParaRPr lang="en-US" dirty="0"/>
          </a:p>
        </p:txBody>
      </p:sp>
      <p:pic>
        <p:nvPicPr>
          <p:cNvPr id="10" name="Picture 9"/>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172746" y="5520048"/>
            <a:ext cx="770407" cy="193152"/>
          </a:xfrm>
          <a:prstGeom prst="rect">
            <a:avLst/>
          </a:prstGeom>
        </p:spPr>
      </p:pic>
      <p:pic>
        <p:nvPicPr>
          <p:cNvPr id="11" name="Picture 10"/>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3024003" y="5527362"/>
            <a:ext cx="583308" cy="193152"/>
          </a:xfrm>
          <a:prstGeom prst="rect">
            <a:avLst/>
          </a:prstGeom>
        </p:spPr>
      </p:pic>
      <p:pic>
        <p:nvPicPr>
          <p:cNvPr id="12" name="Picture 11"/>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573723" y="5517394"/>
            <a:ext cx="770407" cy="193152"/>
          </a:xfrm>
          <a:prstGeom prst="rect">
            <a:avLst/>
          </a:prstGeom>
        </p:spPr>
      </p:pic>
      <p:pic>
        <p:nvPicPr>
          <p:cNvPr id="13" name="Picture 12"/>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501197" y="5520048"/>
            <a:ext cx="770407" cy="234424"/>
          </a:xfrm>
          <a:prstGeom prst="rect">
            <a:avLst/>
          </a:prstGeom>
        </p:spPr>
      </p:pic>
      <p:pic>
        <p:nvPicPr>
          <p:cNvPr id="14" name="Picture 13"/>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8238015" y="5520048"/>
            <a:ext cx="770407" cy="193152"/>
          </a:xfrm>
          <a:prstGeom prst="rect">
            <a:avLst/>
          </a:prstGeom>
        </p:spPr>
      </p:pic>
      <p:pic>
        <p:nvPicPr>
          <p:cNvPr id="15" name="Picture 14"/>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9780285" y="5516924"/>
            <a:ext cx="770407" cy="193152"/>
          </a:xfrm>
          <a:prstGeom prst="rect">
            <a:avLst/>
          </a:prstGeom>
        </p:spPr>
      </p:pic>
      <p:sp>
        <p:nvSpPr>
          <p:cNvPr id="16" name="Rectangle 15"/>
          <p:cNvSpPr/>
          <p:nvPr userDrawn="1"/>
        </p:nvSpPr>
        <p:spPr>
          <a:xfrm>
            <a:off x="931335" y="5827229"/>
            <a:ext cx="10837333"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9"/>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20"/>
              </a:rPr>
              <a:t>permissions@ifac.org</a:t>
            </a:r>
            <a:r>
              <a:rPr lang="en-US" sz="900" dirty="0">
                <a:effectLst/>
                <a:latin typeface="Arial" panose="020B0604020202020204" pitchFamily="34" charset="0"/>
                <a:ea typeface="Calibri" panose="020F0502020204030204" pitchFamily="34" charset="0"/>
              </a:rPr>
              <a:t>.</a:t>
            </a:r>
            <a:endParaRPr lang="en-US" sz="900" dirty="0"/>
          </a:p>
        </p:txBody>
      </p:sp>
      <p:sp>
        <p:nvSpPr>
          <p:cNvPr id="17" name="Rectangle 16"/>
          <p:cNvSpPr/>
          <p:nvPr userDrawn="1"/>
        </p:nvSpPr>
        <p:spPr>
          <a:xfrm>
            <a:off x="5139681" y="4870068"/>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21"/>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pic>
        <p:nvPicPr>
          <p:cNvPr id="18" name="Picture 17"/>
          <p:cNvPicPr>
            <a:picLocks noChangeAspect="1"/>
          </p:cNvPicPr>
          <p:nvPr userDrawn="1"/>
        </p:nvPicPr>
        <p:blipFill>
          <a:blip r:embed="rId22" cstate="print">
            <a:extLst>
              <a:ext uri="{28A0092B-C50C-407E-A947-70E740481C1C}">
                <a14:useLocalDpi xmlns:a14="http://schemas.microsoft.com/office/drawing/2010/main"/>
              </a:ext>
            </a:extLst>
          </a:blip>
          <a:stretch>
            <a:fillRect/>
          </a:stretch>
        </p:blipFill>
        <p:spPr>
          <a:xfrm>
            <a:off x="3581399" y="2461794"/>
            <a:ext cx="4326783" cy="759918"/>
          </a:xfrm>
          <a:prstGeom prst="rect">
            <a:avLst/>
          </a:prstGeom>
        </p:spPr>
      </p:pic>
      <p:sp>
        <p:nvSpPr>
          <p:cNvPr id="19" name="Rectangle 18"/>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
        <p:nvSpPr>
          <p:cNvPr id="20" name="Rectangle 19"/>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78069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7"/>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2" name="Title Placeholder 1"/>
          <p:cNvSpPr>
            <a:spLocks noGrp="1"/>
          </p:cNvSpPr>
          <p:nvPr>
            <p:ph type="title"/>
          </p:nvPr>
        </p:nvSpPr>
        <p:spPr>
          <a:xfrm>
            <a:off x="609600" y="569917"/>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2"/>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1"/>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189"/>
            <a:fld id="{AF73A935-0AD8-4B38-AD39-55437B5CA1D2}" type="datetime1">
              <a:rPr lang="en-US" smtClean="0">
                <a:solidFill>
                  <a:prstClr val="black">
                    <a:tint val="75000"/>
                  </a:prstClr>
                </a:solidFill>
              </a:rPr>
              <a:pPr defTabSz="457189"/>
              <a:t>12/12/2019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1"/>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189"/>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1"/>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189"/>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189"/>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8"/>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11" name="Picture 10" descr="IAASB Logo with FullName.jpg"/>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9199157" y="73879"/>
            <a:ext cx="2383243" cy="418572"/>
          </a:xfrm>
          <a:prstGeom prst="rect">
            <a:avLst/>
          </a:prstGeom>
        </p:spPr>
      </p:pic>
    </p:spTree>
    <p:extLst>
      <p:ext uri="{BB962C8B-B14F-4D97-AF65-F5344CB8AC3E}">
        <p14:creationId xmlns:p14="http://schemas.microsoft.com/office/powerpoint/2010/main" val="3069083777"/>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Lst>
  <p:hf hdr="0" ftr="0" dt="0"/>
  <p:txStyles>
    <p:titleStyle>
      <a:lvl1pPr algn="l" defTabSz="457189"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7"/>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sz="1800" dirty="0">
              <a:solidFill>
                <a:prstClr val="white"/>
              </a:solidFill>
            </a:endParaRPr>
          </a:p>
        </p:txBody>
      </p:sp>
      <p:sp>
        <p:nvSpPr>
          <p:cNvPr id="2" name="Title Placeholder 1"/>
          <p:cNvSpPr>
            <a:spLocks noGrp="1"/>
          </p:cNvSpPr>
          <p:nvPr>
            <p:ph type="title"/>
          </p:nvPr>
        </p:nvSpPr>
        <p:spPr>
          <a:xfrm>
            <a:off x="609600" y="569917"/>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2"/>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1"/>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189"/>
            <a:fld id="{AF73A935-0AD8-4B38-AD39-55437B5CA1D2}" type="datetime1">
              <a:rPr lang="en-US" smtClean="0">
                <a:solidFill>
                  <a:prstClr val="black">
                    <a:tint val="75000"/>
                  </a:prstClr>
                </a:solidFill>
              </a:rPr>
              <a:pPr defTabSz="457189"/>
              <a:t>12/12/2019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1"/>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189"/>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1"/>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189"/>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189"/>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8"/>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sz="1800" dirty="0">
              <a:solidFill>
                <a:prstClr val="black"/>
              </a:solidFill>
            </a:endParaRPr>
          </a:p>
        </p:txBody>
      </p:sp>
      <p:pic>
        <p:nvPicPr>
          <p:cNvPr id="11" name="Picture 10" descr="IAASB Logo with FullName.jpg"/>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199157" y="73879"/>
            <a:ext cx="2383243" cy="418572"/>
          </a:xfrm>
          <a:prstGeom prst="rect">
            <a:avLst/>
          </a:prstGeom>
        </p:spPr>
      </p:pic>
    </p:spTree>
    <p:extLst>
      <p:ext uri="{BB962C8B-B14F-4D97-AF65-F5344CB8AC3E}">
        <p14:creationId xmlns:p14="http://schemas.microsoft.com/office/powerpoint/2010/main" val="2741929745"/>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Lst>
  <p:hf hdr="0" ftr="0" dt="0"/>
  <p:txStyles>
    <p:titleStyle>
      <a:lvl1pPr algn="l" defTabSz="457189"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3E7E7A-EFDA-4F96-BA3A-43C7E3A490FB}" type="datetime1">
              <a:rPr lang="en-US" smtClean="0">
                <a:solidFill>
                  <a:prstClr val="black">
                    <a:tint val="75000"/>
                  </a:prstClr>
                </a:solidFill>
              </a:rPr>
              <a:pPr/>
              <a:t>12/12/2019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4F10E-3CFE-4C50-9C04-3D38C47A1378}" type="slidenum">
              <a:rPr lang="en-US" smtClean="0">
                <a:solidFill>
                  <a:prstClr val="black">
                    <a:tint val="75000"/>
                  </a:prstClr>
                </a:solidFill>
              </a:rPr>
              <a:pPr/>
              <a:t>‹#›</a:t>
            </a:fld>
            <a:endParaRPr lang="en-US" dirty="0">
              <a:solidFill>
                <a:prstClr val="black">
                  <a:tint val="75000"/>
                </a:prstClr>
              </a:solidFill>
            </a:endParaRPr>
          </a:p>
        </p:txBody>
      </p:sp>
      <p:graphicFrame>
        <p:nvGraphicFramePr>
          <p:cNvPr id="8" name="Table 7"/>
          <p:cNvGraphicFramePr>
            <a:graphicFrameLocks noGrp="1"/>
          </p:cNvGraphicFramePr>
          <p:nvPr userDrawn="1"/>
        </p:nvGraphicFramePr>
        <p:xfrm>
          <a:off x="838200" y="1225605"/>
          <a:ext cx="2006600" cy="1291473"/>
        </p:xfrm>
        <a:graphic>
          <a:graphicData uri="http://schemas.openxmlformats.org/drawingml/2006/table">
            <a:tbl>
              <a:tblPr firstRow="1" bandRow="1">
                <a:tableStyleId>{7E9639D4-E3E2-4D34-9284-5A2195B3D0D7}</a:tableStyleId>
              </a:tblPr>
              <a:tblGrid>
                <a:gridCol w="2006600">
                  <a:extLst>
                    <a:ext uri="{9D8B030D-6E8A-4147-A177-3AD203B41FA5}">
                      <a16:colId xmlns:a16="http://schemas.microsoft.com/office/drawing/2014/main" val="20000"/>
                    </a:ext>
                  </a:extLst>
                </a:gridCol>
              </a:tblGrid>
              <a:tr h="233017">
                <a:tc>
                  <a:txBody>
                    <a:bodyPr/>
                    <a:lstStyle/>
                    <a:p>
                      <a:endParaRPr lang="en-US" sz="800" dirty="0">
                        <a:latin typeface="Arial" panose="020B0604020202020204" pitchFamily="34" charset="0"/>
                        <a:cs typeface="Arial" panose="020B0604020202020204" pitchFamily="34" charset="0"/>
                      </a:endParaRPr>
                    </a:p>
                  </a:txBody>
                  <a:tcPr marL="121920" marR="121920">
                    <a:lnL w="38100" cap="flat" cmpd="sng" algn="ctr">
                      <a:solidFill>
                        <a:srgbClr val="F08714"/>
                      </a:solidFill>
                      <a:prstDash val="solid"/>
                      <a:round/>
                      <a:headEnd type="none" w="med" len="med"/>
                      <a:tailEnd type="none" w="med" len="med"/>
                    </a:lnL>
                    <a:lnR w="38100" cap="flat" cmpd="sng" algn="ctr">
                      <a:solidFill>
                        <a:srgbClr val="F08714"/>
                      </a:solidFill>
                      <a:prstDash val="solid"/>
                      <a:round/>
                      <a:headEnd type="none" w="med" len="med"/>
                      <a:tailEnd type="none" w="med" len="med"/>
                    </a:lnR>
                    <a:lnT w="38100" cap="flat" cmpd="sng" algn="ctr">
                      <a:solidFill>
                        <a:srgbClr val="F08714"/>
                      </a:solid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15397">
                <a:tc>
                  <a:txBody>
                    <a:bodyPr/>
                    <a:lstStyle/>
                    <a:p>
                      <a:endParaRPr lang="en-US" dirty="0"/>
                    </a:p>
                  </a:txBody>
                  <a:tcPr marL="121920" marR="121920">
                    <a:lnL w="38100" cap="flat" cmpd="sng" algn="ctr">
                      <a:solidFill>
                        <a:srgbClr val="F08714"/>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43059">
                <a:tc>
                  <a:txBody>
                    <a:bodyPr/>
                    <a:lstStyle/>
                    <a:p>
                      <a:endParaRPr lang="en-US" sz="800" dirty="0">
                        <a:latin typeface="Arial" panose="020B0604020202020204" pitchFamily="34" charset="0"/>
                        <a:cs typeface="Arial" panose="020B0604020202020204" pitchFamily="34" charset="0"/>
                      </a:endParaRPr>
                    </a:p>
                  </a:txBody>
                  <a:tcPr marL="121920" marR="121920">
                    <a:lnL w="38100" cap="flat" cmpd="sng" algn="ctr">
                      <a:solidFill>
                        <a:srgbClr val="F08714"/>
                      </a:solidFill>
                      <a:prstDash val="solid"/>
                      <a:round/>
                      <a:headEnd type="none" w="med" len="med"/>
                      <a:tailEnd type="none" w="med" len="med"/>
                    </a:lnL>
                    <a:lnR w="38100" cap="flat" cmpd="sng" algn="ctr">
                      <a:solidFill>
                        <a:srgbClr val="F08714"/>
                      </a:solidFill>
                      <a:prstDash val="solid"/>
                      <a:round/>
                      <a:headEnd type="none" w="med" len="med"/>
                      <a:tailEnd type="none" w="med" len="med"/>
                    </a:lnR>
                    <a:lnT w="6350" cap="flat" cmpd="sng" algn="ctr">
                      <a:noFill/>
                      <a:prstDash val="solid"/>
                      <a:miter lim="800000"/>
                    </a:lnT>
                    <a:lnB w="38100" cap="flat" cmpd="sng" algn="ctr">
                      <a:solidFill>
                        <a:srgbClr val="F08714"/>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pic>
        <p:nvPicPr>
          <p:cNvPr id="11" name="Picture 10"/>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
        <p:nvSpPr>
          <p:cNvPr id="12" name="Rectangle 11"/>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dirty="0">
              <a:solidFill>
                <a:prstClr val="white"/>
              </a:solidFill>
            </a:endParaRPr>
          </a:p>
        </p:txBody>
      </p:sp>
      <p:sp>
        <p:nvSpPr>
          <p:cNvPr id="13" name="Rectangle 12"/>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dirty="0">
              <a:solidFill>
                <a:prstClr val="white"/>
              </a:solidFill>
            </a:endParaRPr>
          </a:p>
        </p:txBody>
      </p:sp>
    </p:spTree>
    <p:extLst>
      <p:ext uri="{BB962C8B-B14F-4D97-AF65-F5344CB8AC3E}">
        <p14:creationId xmlns:p14="http://schemas.microsoft.com/office/powerpoint/2010/main" val="387049740"/>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7.xml"/></Relationships>
</file>

<file path=ppt/slides/_rels/slide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914401" y="3424965"/>
            <a:ext cx="10524511" cy="1156000"/>
          </a:xfrm>
        </p:spPr>
        <p:txBody>
          <a:bodyPr>
            <a:normAutofit/>
          </a:bodyPr>
          <a:lstStyle/>
          <a:p>
            <a:r>
              <a:rPr lang="en-US" sz="4000" b="1" dirty="0">
                <a:solidFill>
                  <a:schemeClr val="tx1">
                    <a:lumMod val="65000"/>
                    <a:lumOff val="35000"/>
                  </a:schemeClr>
                </a:solidFill>
              </a:rPr>
              <a:t>ISA 600 – Group Audits</a:t>
            </a:r>
          </a:p>
        </p:txBody>
      </p:sp>
      <p:sp>
        <p:nvSpPr>
          <p:cNvPr id="3" name="Subtitle 2"/>
          <p:cNvSpPr>
            <a:spLocks noGrp="1"/>
          </p:cNvSpPr>
          <p:nvPr>
            <p:ph type="subTitle" idx="1"/>
          </p:nvPr>
        </p:nvSpPr>
        <p:spPr>
          <a:xfrm>
            <a:off x="914401" y="4287915"/>
            <a:ext cx="6831104" cy="1889365"/>
          </a:xfrm>
        </p:spPr>
        <p:txBody>
          <a:bodyPr>
            <a:normAutofit/>
          </a:bodyPr>
          <a:lstStyle/>
          <a:p>
            <a:pPr>
              <a:spcBef>
                <a:spcPts val="800"/>
              </a:spcBef>
            </a:pPr>
            <a:r>
              <a:rPr lang="en-US" sz="2600" b="1" dirty="0"/>
              <a:t>Len </a:t>
            </a:r>
            <a:r>
              <a:rPr lang="en-US" sz="2600" b="1" dirty="0" err="1"/>
              <a:t>Jui</a:t>
            </a:r>
            <a:r>
              <a:rPr lang="en-US" sz="2600" b="1" dirty="0"/>
              <a:t>, Task Force Chair</a:t>
            </a:r>
          </a:p>
          <a:p>
            <a:pPr>
              <a:spcBef>
                <a:spcPts val="800"/>
              </a:spcBef>
            </a:pPr>
            <a:r>
              <a:rPr lang="en-US" sz="2600" b="1" dirty="0"/>
              <a:t>IAASB Meeting December 2019</a:t>
            </a:r>
          </a:p>
          <a:p>
            <a:pPr>
              <a:spcBef>
                <a:spcPts val="800"/>
              </a:spcBef>
            </a:pPr>
            <a:r>
              <a:rPr lang="en-US" sz="2600" b="1" dirty="0"/>
              <a:t>Agenda Item 2</a:t>
            </a: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568411"/>
            <a:ext cx="12192000" cy="531048"/>
          </a:xfrm>
        </p:spPr>
        <p:txBody>
          <a:bodyPr/>
          <a:lstStyle/>
          <a:p>
            <a:pPr marL="347472"/>
            <a:r>
              <a:rPr lang="en-US" sz="2400" b="1" dirty="0">
                <a:ln w="0"/>
              </a:rPr>
              <a:t>An Update from the Group Audit Pond</a:t>
            </a:r>
            <a:endParaRPr lang="en-US" sz="2400" b="1" dirty="0"/>
          </a:p>
        </p:txBody>
      </p:sp>
      <p:sp>
        <p:nvSpPr>
          <p:cNvPr id="6" name="Slide Number Placeholder 5"/>
          <p:cNvSpPr txBox="1">
            <a:spLocks/>
          </p:cNvSpPr>
          <p:nvPr/>
        </p:nvSpPr>
        <p:spPr>
          <a:xfrm>
            <a:off x="9501613" y="6511061"/>
            <a:ext cx="2080788" cy="304412"/>
          </a:xfrm>
          <a:prstGeom prst="rect">
            <a:avLst/>
          </a:prstGeom>
        </p:spPr>
        <p:txBody>
          <a:bodyPr vert="horz" lIns="0" tIns="0" rIns="0" bIns="0" rtlCol="0" anchor="ctr"/>
          <a:lstStyle>
            <a:defPPr>
              <a:defRPr lang="en-US"/>
            </a:defPPr>
            <a:lvl1pPr marL="0" algn="ctr" defTabSz="457200" rtl="0" eaLnBrk="1" latinLnBrk="0" hangingPunct="1">
              <a:defRPr sz="900" kern="1200">
                <a:solidFill>
                  <a:srgbClr val="808080"/>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dirty="0">
                <a:latin typeface="Arial" panose="020B0604020202020204" pitchFamily="34" charset="0"/>
                <a:cs typeface="MS PGothic" charset="0"/>
              </a:rPr>
              <a:t>Page </a:t>
            </a:r>
            <a:fld id="{A5D50FB3-691B-4551-985A-DEFE3F9B00A3}" type="slidenum">
              <a:rPr lang="en-US" smtClean="0">
                <a:latin typeface="Arial" panose="020B0604020202020204" pitchFamily="34" charset="0"/>
                <a:cs typeface="Arial" panose="020B0604020202020204" pitchFamily="34" charset="0"/>
              </a:rPr>
              <a:t>2</a:t>
            </a:fld>
            <a:endParaRPr lang="en-US" dirty="0">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6484B08-BFC1-4FD0-ACDB-93C0FE31F09C}"/>
              </a:ext>
            </a:extLst>
          </p:cNvPr>
          <p:cNvSpPr txBox="1">
            <a:spLocks/>
          </p:cNvSpPr>
          <p:nvPr/>
        </p:nvSpPr>
        <p:spPr>
          <a:xfrm>
            <a:off x="404222" y="1328058"/>
            <a:ext cx="9273177" cy="4961532"/>
          </a:xfrm>
          <a:prstGeom prst="rect">
            <a:avLst/>
          </a:prstGeom>
        </p:spPr>
        <p:txBody>
          <a:bodyPr vert="horz" lIns="121920" tIns="0" rIns="121920" bIns="0" rtlCol="0">
            <a:noAutofit/>
          </a:bodyPr>
          <a:lst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47472" lvl="1" indent="0">
              <a:lnSpc>
                <a:spcPts val="2400"/>
              </a:lnSpc>
              <a:spcBef>
                <a:spcPts val="300"/>
              </a:spcBef>
              <a:spcAft>
                <a:spcPts val="300"/>
              </a:spcAft>
              <a:buFont typeface="Arial"/>
              <a:buNone/>
            </a:pPr>
            <a:endParaRPr lang="en-US" dirty="0"/>
          </a:p>
        </p:txBody>
      </p:sp>
      <p:pic>
        <p:nvPicPr>
          <p:cNvPr id="3" name="Picture 2" descr="A picture containing indoor, table, toy, sitting&#10;&#10;Description automatically generated">
            <a:extLst>
              <a:ext uri="{FF2B5EF4-FFF2-40B4-BE49-F238E27FC236}">
                <a16:creationId xmlns:a16="http://schemas.microsoft.com/office/drawing/2014/main" id="{81EE51FF-C55D-4A84-8D9C-1F27989837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668" y="1159303"/>
            <a:ext cx="9813303" cy="5241498"/>
          </a:xfrm>
          <a:prstGeom prst="rect">
            <a:avLst/>
          </a:prstGeom>
        </p:spPr>
      </p:pic>
    </p:spTree>
    <p:extLst>
      <p:ext uri="{BB962C8B-B14F-4D97-AF65-F5344CB8AC3E}">
        <p14:creationId xmlns:p14="http://schemas.microsoft.com/office/powerpoint/2010/main" val="2503843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07AD2-96C9-46F3-8E45-187FE53DD562}"/>
              </a:ext>
            </a:extLst>
          </p:cNvPr>
          <p:cNvSpPr>
            <a:spLocks noGrp="1"/>
          </p:cNvSpPr>
          <p:nvPr>
            <p:ph type="title"/>
          </p:nvPr>
        </p:nvSpPr>
        <p:spPr/>
        <p:txBody>
          <a:bodyPr/>
          <a:lstStyle/>
          <a:p>
            <a:r>
              <a:rPr lang="en-US" dirty="0"/>
              <a:t>Overall Comments</a:t>
            </a:r>
          </a:p>
        </p:txBody>
      </p:sp>
      <p:sp>
        <p:nvSpPr>
          <p:cNvPr id="3" name="Content Placeholder 2">
            <a:extLst>
              <a:ext uri="{FF2B5EF4-FFF2-40B4-BE49-F238E27FC236}">
                <a16:creationId xmlns:a16="http://schemas.microsoft.com/office/drawing/2014/main" id="{A378EE43-3F1B-46A3-B704-6ECCC9AFA4BB}"/>
              </a:ext>
            </a:extLst>
          </p:cNvPr>
          <p:cNvSpPr>
            <a:spLocks noGrp="1"/>
          </p:cNvSpPr>
          <p:nvPr>
            <p:ph idx="1"/>
          </p:nvPr>
        </p:nvSpPr>
        <p:spPr>
          <a:xfrm>
            <a:off x="609600" y="1212351"/>
            <a:ext cx="11381295" cy="5188449"/>
          </a:xfrm>
        </p:spPr>
        <p:txBody>
          <a:bodyPr/>
          <a:lstStyle/>
          <a:p>
            <a:pPr marL="347472" lvl="1" indent="-347472">
              <a:spcBef>
                <a:spcPts val="300"/>
              </a:spcBef>
              <a:spcAft>
                <a:spcPts val="300"/>
              </a:spcAft>
              <a:buFont typeface="Arial"/>
              <a:buChar char="•"/>
            </a:pPr>
            <a:r>
              <a:rPr lang="en-US" sz="2400" dirty="0">
                <a:solidFill>
                  <a:schemeClr val="tx1">
                    <a:lumMod val="65000"/>
                    <a:lumOff val="35000"/>
                  </a:schemeClr>
                </a:solidFill>
              </a:rPr>
              <a:t>General support for direction and principles of risk-based approach</a:t>
            </a:r>
          </a:p>
          <a:p>
            <a:pPr marL="694944" lvl="1" indent="-347472">
              <a:spcBef>
                <a:spcPts val="300"/>
              </a:spcBef>
              <a:spcAft>
                <a:spcPts val="300"/>
              </a:spcAft>
            </a:pPr>
            <a:r>
              <a:rPr lang="en-ZA" sz="2000" dirty="0">
                <a:solidFill>
                  <a:schemeClr val="tx1">
                    <a:lumMod val="65000"/>
                    <a:lumOff val="35000"/>
                  </a:schemeClr>
                </a:solidFill>
              </a:rPr>
              <a:t>But wording doesn’t always describe what is intended</a:t>
            </a:r>
          </a:p>
          <a:p>
            <a:pPr marL="694944" lvl="1" indent="-347472">
              <a:spcBef>
                <a:spcPts val="300"/>
              </a:spcBef>
              <a:spcAft>
                <a:spcPts val="300"/>
              </a:spcAft>
            </a:pPr>
            <a:r>
              <a:rPr lang="en-ZA" sz="2000" dirty="0">
                <a:solidFill>
                  <a:schemeClr val="tx1">
                    <a:lumMod val="65000"/>
                    <a:lumOff val="35000"/>
                  </a:schemeClr>
                </a:solidFill>
              </a:rPr>
              <a:t>Need to better explain and highlight that the group engagement team has overall responsibility for identifying, assessing and responding to RoMM of the group financial statements, but component auditors may be involved (and, in many cases, may need to be involved)</a:t>
            </a:r>
          </a:p>
          <a:p>
            <a:pPr marL="347472" lvl="1" indent="-347472">
              <a:spcBef>
                <a:spcPts val="300"/>
              </a:spcBef>
              <a:spcAft>
                <a:spcPts val="300"/>
              </a:spcAft>
              <a:buFont typeface="Arial"/>
              <a:buChar char="•"/>
            </a:pPr>
            <a:r>
              <a:rPr lang="en-US" sz="2400" dirty="0">
                <a:solidFill>
                  <a:schemeClr val="tx1">
                    <a:lumMod val="65000"/>
                    <a:lumOff val="35000"/>
                  </a:schemeClr>
                </a:solidFill>
              </a:rPr>
              <a:t>Questions and concerns about</a:t>
            </a:r>
          </a:p>
          <a:p>
            <a:pPr marL="694944" lvl="1" indent="-347472">
              <a:spcBef>
                <a:spcPts val="300"/>
              </a:spcBef>
              <a:spcAft>
                <a:spcPts val="300"/>
              </a:spcAft>
            </a:pPr>
            <a:r>
              <a:rPr lang="en-US" sz="2000" dirty="0">
                <a:solidFill>
                  <a:schemeClr val="tx1">
                    <a:lumMod val="65000"/>
                    <a:lumOff val="35000"/>
                  </a:schemeClr>
                </a:solidFill>
              </a:rPr>
              <a:t>Consistency between requirements and application material </a:t>
            </a:r>
          </a:p>
          <a:p>
            <a:pPr marL="694944" lvl="1" indent="-347472">
              <a:spcBef>
                <a:spcPts val="300"/>
              </a:spcBef>
              <a:spcAft>
                <a:spcPts val="300"/>
              </a:spcAft>
            </a:pPr>
            <a:r>
              <a:rPr lang="en-US" sz="2000" dirty="0">
                <a:solidFill>
                  <a:schemeClr val="tx1">
                    <a:lumMod val="65000"/>
                    <a:lumOff val="35000"/>
                  </a:schemeClr>
                </a:solidFill>
              </a:rPr>
              <a:t>Consistency of terminology (e.g., engagement team, group engagement team, component auditor)</a:t>
            </a:r>
          </a:p>
          <a:p>
            <a:pPr marL="694944" lvl="1" indent="-347472">
              <a:spcBef>
                <a:spcPts val="300"/>
              </a:spcBef>
              <a:spcAft>
                <a:spcPts val="300"/>
              </a:spcAft>
            </a:pPr>
            <a:r>
              <a:rPr lang="en-US" sz="2000" dirty="0">
                <a:solidFill>
                  <a:schemeClr val="tx1">
                    <a:lumMod val="65000"/>
                    <a:lumOff val="35000"/>
                  </a:schemeClr>
                </a:solidFill>
              </a:rPr>
              <a:t>Expectations of the group engagement team or group engagement partner</a:t>
            </a:r>
          </a:p>
          <a:p>
            <a:pPr marL="347472" lvl="1" indent="-347472">
              <a:spcBef>
                <a:spcPts val="300"/>
              </a:spcBef>
              <a:spcAft>
                <a:spcPts val="300"/>
              </a:spcAft>
              <a:buFont typeface="Arial"/>
              <a:buChar char="•"/>
            </a:pPr>
            <a:r>
              <a:rPr lang="en-US" sz="2400" dirty="0">
                <a:solidFill>
                  <a:schemeClr val="tx1">
                    <a:lumMod val="65000"/>
                    <a:lumOff val="35000"/>
                  </a:schemeClr>
                </a:solidFill>
              </a:rPr>
              <a:t>More clarity or guidance would be helpful in certain areas (e.g., common controls, use of shared service centers)</a:t>
            </a:r>
          </a:p>
        </p:txBody>
      </p:sp>
      <p:sp>
        <p:nvSpPr>
          <p:cNvPr id="4" name="Slide Number Placeholder 3">
            <a:extLst>
              <a:ext uri="{FF2B5EF4-FFF2-40B4-BE49-F238E27FC236}">
                <a16:creationId xmlns:a16="http://schemas.microsoft.com/office/drawing/2014/main" id="{1CC65D3F-F242-4780-A174-366F03610F10}"/>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095242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07AD2-96C9-46F3-8E45-187FE53DD562}"/>
              </a:ext>
            </a:extLst>
          </p:cNvPr>
          <p:cNvSpPr>
            <a:spLocks noGrp="1"/>
          </p:cNvSpPr>
          <p:nvPr>
            <p:ph type="title"/>
          </p:nvPr>
        </p:nvSpPr>
        <p:spPr/>
        <p:txBody>
          <a:bodyPr/>
          <a:lstStyle/>
          <a:p>
            <a:r>
              <a:rPr lang="en-US" dirty="0"/>
              <a:t>Task Force Approach to Comments</a:t>
            </a:r>
          </a:p>
        </p:txBody>
      </p:sp>
      <p:sp>
        <p:nvSpPr>
          <p:cNvPr id="3" name="Content Placeholder 2">
            <a:extLst>
              <a:ext uri="{FF2B5EF4-FFF2-40B4-BE49-F238E27FC236}">
                <a16:creationId xmlns:a16="http://schemas.microsoft.com/office/drawing/2014/main" id="{A378EE43-3F1B-46A3-B704-6ECCC9AFA4BB}"/>
              </a:ext>
            </a:extLst>
          </p:cNvPr>
          <p:cNvSpPr>
            <a:spLocks noGrp="1"/>
          </p:cNvSpPr>
          <p:nvPr>
            <p:ph idx="1"/>
          </p:nvPr>
        </p:nvSpPr>
        <p:spPr>
          <a:xfrm>
            <a:off x="609600" y="1319753"/>
            <a:ext cx="11155052" cy="5081047"/>
          </a:xfrm>
        </p:spPr>
        <p:txBody>
          <a:bodyPr/>
          <a:lstStyle/>
          <a:p>
            <a:pPr marL="347472" lvl="1" indent="-347472">
              <a:spcBef>
                <a:spcPts val="300"/>
              </a:spcBef>
              <a:spcAft>
                <a:spcPts val="300"/>
              </a:spcAft>
              <a:buFont typeface="Arial"/>
              <a:buChar char="•"/>
            </a:pPr>
            <a:r>
              <a:rPr lang="en-US" sz="2400" dirty="0">
                <a:solidFill>
                  <a:schemeClr val="tx1">
                    <a:lumMod val="65000"/>
                    <a:lumOff val="35000"/>
                  </a:schemeClr>
                </a:solidFill>
              </a:rPr>
              <a:t>Considered all comments raised by Board members during the Monday plenary session, as well as the written comments received </a:t>
            </a:r>
          </a:p>
          <a:p>
            <a:pPr marL="347472" lvl="1" indent="-347472">
              <a:spcBef>
                <a:spcPts val="300"/>
              </a:spcBef>
              <a:spcAft>
                <a:spcPts val="300"/>
              </a:spcAft>
              <a:buFont typeface="Arial"/>
              <a:buChar char="•"/>
            </a:pPr>
            <a:r>
              <a:rPr lang="en-US" sz="2400" dirty="0">
                <a:solidFill>
                  <a:schemeClr val="tx1">
                    <a:lumMod val="65000"/>
                    <a:lumOff val="35000"/>
                  </a:schemeClr>
                </a:solidFill>
              </a:rPr>
              <a:t>Staff developed a ‘heat map’ of comments to determine the paragraphs or sections of the standard to update this week</a:t>
            </a:r>
            <a:endParaRPr lang="en-US" sz="2200" dirty="0">
              <a:solidFill>
                <a:schemeClr val="tx1">
                  <a:lumMod val="65000"/>
                  <a:lumOff val="35000"/>
                </a:schemeClr>
              </a:solidFill>
            </a:endParaRPr>
          </a:p>
          <a:p>
            <a:pPr marL="347472" lvl="1" indent="-347472">
              <a:spcBef>
                <a:spcPts val="300"/>
              </a:spcBef>
              <a:spcAft>
                <a:spcPts val="300"/>
              </a:spcAft>
              <a:buFont typeface="Arial"/>
              <a:buChar char="•"/>
            </a:pPr>
            <a:r>
              <a:rPr lang="en-US" sz="2400" dirty="0">
                <a:solidFill>
                  <a:schemeClr val="tx1">
                    <a:lumMod val="65000"/>
                    <a:lumOff val="35000"/>
                  </a:schemeClr>
                </a:solidFill>
              </a:rPr>
              <a:t>Generally have not at this point considered revisions to paragraphs that came directly from extant ISA 600</a:t>
            </a:r>
          </a:p>
          <a:p>
            <a:pPr marL="694944" lvl="1" indent="-347472">
              <a:spcBef>
                <a:spcPts val="300"/>
              </a:spcBef>
              <a:spcAft>
                <a:spcPts val="300"/>
              </a:spcAft>
            </a:pPr>
            <a:r>
              <a:rPr lang="en-US" sz="2000" dirty="0">
                <a:solidFill>
                  <a:schemeClr val="tx1">
                    <a:lumMod val="65000"/>
                    <a:lumOff val="35000"/>
                  </a:schemeClr>
                </a:solidFill>
              </a:rPr>
              <a:t>Task Force will further consider whether revisions to these paragraphs are needed based on other changes to the standard</a:t>
            </a:r>
          </a:p>
          <a:p>
            <a:pPr marL="173034" lvl="2" indent="0">
              <a:spcBef>
                <a:spcPts val="300"/>
              </a:spcBef>
              <a:spcAft>
                <a:spcPts val="300"/>
              </a:spcAft>
              <a:buNone/>
            </a:pPr>
            <a:endParaRPr lang="en-US" sz="2200" dirty="0">
              <a:solidFill>
                <a:schemeClr val="tx1">
                  <a:lumMod val="65000"/>
                  <a:lumOff val="35000"/>
                </a:schemeClr>
              </a:solidFill>
            </a:endParaRPr>
          </a:p>
        </p:txBody>
      </p:sp>
      <p:sp>
        <p:nvSpPr>
          <p:cNvPr id="4" name="Slide Number Placeholder 3">
            <a:extLst>
              <a:ext uri="{FF2B5EF4-FFF2-40B4-BE49-F238E27FC236}">
                <a16:creationId xmlns:a16="http://schemas.microsoft.com/office/drawing/2014/main" id="{1CC65D3F-F242-4780-A174-366F03610F10}"/>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22706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07AD2-96C9-46F3-8E45-187FE53DD562}"/>
              </a:ext>
            </a:extLst>
          </p:cNvPr>
          <p:cNvSpPr>
            <a:spLocks noGrp="1"/>
          </p:cNvSpPr>
          <p:nvPr>
            <p:ph type="title"/>
          </p:nvPr>
        </p:nvSpPr>
        <p:spPr/>
        <p:txBody>
          <a:bodyPr/>
          <a:lstStyle/>
          <a:p>
            <a:r>
              <a:rPr lang="en-US" dirty="0"/>
              <a:t>Revised Sections</a:t>
            </a:r>
          </a:p>
        </p:txBody>
      </p:sp>
      <p:sp>
        <p:nvSpPr>
          <p:cNvPr id="3" name="Content Placeholder 2">
            <a:extLst>
              <a:ext uri="{FF2B5EF4-FFF2-40B4-BE49-F238E27FC236}">
                <a16:creationId xmlns:a16="http://schemas.microsoft.com/office/drawing/2014/main" id="{A378EE43-3F1B-46A3-B704-6ECCC9AFA4BB}"/>
              </a:ext>
            </a:extLst>
          </p:cNvPr>
          <p:cNvSpPr>
            <a:spLocks noGrp="1"/>
          </p:cNvSpPr>
          <p:nvPr>
            <p:ph idx="1"/>
          </p:nvPr>
        </p:nvSpPr>
        <p:spPr>
          <a:xfrm>
            <a:off x="609600" y="1212351"/>
            <a:ext cx="11051357" cy="5188449"/>
          </a:xfrm>
        </p:spPr>
        <p:txBody>
          <a:bodyPr/>
          <a:lstStyle/>
          <a:p>
            <a:pPr marL="347472" lvl="1" indent="-347472">
              <a:spcBef>
                <a:spcPts val="300"/>
              </a:spcBef>
              <a:spcAft>
                <a:spcPts val="300"/>
              </a:spcAft>
              <a:buFont typeface="Arial"/>
              <a:buChar char="•"/>
            </a:pPr>
            <a:r>
              <a:rPr lang="en-US" sz="2400" dirty="0">
                <a:solidFill>
                  <a:schemeClr val="tx1">
                    <a:lumMod val="65000"/>
                    <a:lumOff val="35000"/>
                  </a:schemeClr>
                </a:solidFill>
              </a:rPr>
              <a:t>Introduction – responsibilities of group engagement team and involvement of component auditors (new paras. 6A and A1C-A1D)</a:t>
            </a:r>
          </a:p>
          <a:p>
            <a:pPr marL="347472" lvl="1" indent="-347472">
              <a:spcBef>
                <a:spcPts val="300"/>
              </a:spcBef>
              <a:spcAft>
                <a:spcPts val="300"/>
              </a:spcAft>
              <a:buFont typeface="Arial"/>
              <a:buChar char="•"/>
            </a:pPr>
            <a:r>
              <a:rPr lang="en-US" sz="2400" dirty="0">
                <a:solidFill>
                  <a:schemeClr val="tx1">
                    <a:lumMod val="65000"/>
                    <a:lumOff val="35000"/>
                  </a:schemeClr>
                </a:solidFill>
              </a:rPr>
              <a:t>Definitions – component, component performance materiality, and group engagement team (9(a), 9(d), 9(</a:t>
            </a:r>
            <a:r>
              <a:rPr lang="en-US" sz="2400" dirty="0" err="1">
                <a:solidFill>
                  <a:schemeClr val="tx1">
                    <a:lumMod val="65000"/>
                    <a:lumOff val="35000"/>
                  </a:schemeClr>
                </a:solidFill>
              </a:rPr>
              <a:t>i</a:t>
            </a:r>
            <a:r>
              <a:rPr lang="en-US" sz="2400" dirty="0">
                <a:solidFill>
                  <a:schemeClr val="tx1">
                    <a:lumMod val="65000"/>
                    <a:lumOff val="35000"/>
                  </a:schemeClr>
                </a:solidFill>
              </a:rPr>
              <a:t>) and new AM paragraph A4A)</a:t>
            </a:r>
          </a:p>
          <a:p>
            <a:pPr marL="347472" lvl="1" indent="-347472">
              <a:spcBef>
                <a:spcPts val="300"/>
              </a:spcBef>
              <a:spcAft>
                <a:spcPts val="300"/>
              </a:spcAft>
              <a:buFont typeface="Arial"/>
              <a:buChar char="•"/>
            </a:pPr>
            <a:r>
              <a:rPr lang="en-US" sz="2400" dirty="0">
                <a:solidFill>
                  <a:schemeClr val="tx1">
                    <a:lumMod val="65000"/>
                    <a:lumOff val="35000"/>
                  </a:schemeClr>
                </a:solidFill>
              </a:rPr>
              <a:t>Understanding the entity and its environment</a:t>
            </a:r>
          </a:p>
          <a:p>
            <a:pPr marL="694944" lvl="1" indent="-347472">
              <a:spcBef>
                <a:spcPts val="300"/>
              </a:spcBef>
              <a:spcAft>
                <a:spcPts val="300"/>
              </a:spcAft>
            </a:pPr>
            <a:r>
              <a:rPr lang="en-US" sz="2000" dirty="0">
                <a:solidFill>
                  <a:schemeClr val="tx1">
                    <a:lumMod val="65000"/>
                    <a:lumOff val="35000"/>
                  </a:schemeClr>
                </a:solidFill>
              </a:rPr>
              <a:t>17 and A23-A23C, 17A and A29A-A29B</a:t>
            </a:r>
          </a:p>
          <a:p>
            <a:pPr marL="347472" lvl="1" indent="-347472">
              <a:spcBef>
                <a:spcPts val="300"/>
              </a:spcBef>
              <a:spcAft>
                <a:spcPts val="300"/>
              </a:spcAft>
              <a:buFont typeface="Arial"/>
              <a:buChar char="•"/>
            </a:pPr>
            <a:r>
              <a:rPr lang="en-US" sz="2400" dirty="0">
                <a:solidFill>
                  <a:schemeClr val="tx1">
                    <a:lumMod val="65000"/>
                    <a:lumOff val="35000"/>
                  </a:schemeClr>
                </a:solidFill>
              </a:rPr>
              <a:t>Materiality (17B and A29C-A29F)</a:t>
            </a:r>
          </a:p>
          <a:p>
            <a:pPr marL="347472" lvl="1" indent="-347472">
              <a:spcBef>
                <a:spcPts val="300"/>
              </a:spcBef>
              <a:spcAft>
                <a:spcPts val="300"/>
              </a:spcAft>
              <a:buFont typeface="Arial"/>
              <a:buChar char="•"/>
            </a:pPr>
            <a:r>
              <a:rPr lang="en-US" sz="2400" dirty="0">
                <a:solidFill>
                  <a:schemeClr val="tx1">
                    <a:lumMod val="65000"/>
                    <a:lumOff val="35000"/>
                  </a:schemeClr>
                </a:solidFill>
              </a:rPr>
              <a:t>Assessing the risks of material misstatement (20A and A29Fa-A30)</a:t>
            </a:r>
          </a:p>
          <a:p>
            <a:pPr marL="347472" lvl="1" indent="-347472">
              <a:spcBef>
                <a:spcPts val="300"/>
              </a:spcBef>
              <a:spcAft>
                <a:spcPts val="300"/>
              </a:spcAft>
              <a:buFont typeface="Arial"/>
              <a:buChar char="•"/>
            </a:pPr>
            <a:r>
              <a:rPr lang="en-US" sz="2400" dirty="0">
                <a:solidFill>
                  <a:schemeClr val="tx1">
                    <a:lumMod val="65000"/>
                    <a:lumOff val="35000"/>
                  </a:schemeClr>
                </a:solidFill>
              </a:rPr>
              <a:t>Responding to the assessed RoMM (24 and A30A-A30M)</a:t>
            </a:r>
          </a:p>
          <a:p>
            <a:pPr marL="347472" lvl="1" indent="-347472">
              <a:spcBef>
                <a:spcPts val="300"/>
              </a:spcBef>
              <a:spcAft>
                <a:spcPts val="300"/>
              </a:spcAft>
              <a:buFont typeface="Arial"/>
              <a:buChar char="•"/>
            </a:pPr>
            <a:r>
              <a:rPr lang="en-US" sz="2400" dirty="0">
                <a:solidFill>
                  <a:schemeClr val="tx1">
                    <a:lumMod val="65000"/>
                    <a:lumOff val="35000"/>
                  </a:schemeClr>
                </a:solidFill>
              </a:rPr>
              <a:t>Involvement of component auditors (37B and A57L)</a:t>
            </a:r>
          </a:p>
          <a:p>
            <a:pPr marL="347472" lvl="1" indent="-347472">
              <a:spcBef>
                <a:spcPts val="300"/>
              </a:spcBef>
              <a:spcAft>
                <a:spcPts val="300"/>
              </a:spcAft>
              <a:buFont typeface="Arial"/>
              <a:buChar char="•"/>
            </a:pPr>
            <a:r>
              <a:rPr lang="en-US" sz="2400" dirty="0">
                <a:solidFill>
                  <a:schemeClr val="tx1">
                    <a:lumMod val="65000"/>
                    <a:lumOff val="35000"/>
                  </a:schemeClr>
                </a:solidFill>
              </a:rPr>
              <a:t>Related parties, going concern, subsequent events (41B-41D)</a:t>
            </a:r>
          </a:p>
          <a:p>
            <a:pPr marL="694944" lvl="1" indent="-347472">
              <a:spcBef>
                <a:spcPts val="300"/>
              </a:spcBef>
              <a:spcAft>
                <a:spcPts val="300"/>
              </a:spcAft>
            </a:pPr>
            <a:r>
              <a:rPr lang="en-US" sz="2000" dirty="0">
                <a:solidFill>
                  <a:schemeClr val="tx1">
                    <a:lumMod val="65000"/>
                    <a:lumOff val="35000"/>
                  </a:schemeClr>
                </a:solidFill>
              </a:rPr>
              <a:t>Some application material still to be developed</a:t>
            </a:r>
          </a:p>
        </p:txBody>
      </p:sp>
      <p:sp>
        <p:nvSpPr>
          <p:cNvPr id="4" name="Slide Number Placeholder 3">
            <a:extLst>
              <a:ext uri="{FF2B5EF4-FFF2-40B4-BE49-F238E27FC236}">
                <a16:creationId xmlns:a16="http://schemas.microsoft.com/office/drawing/2014/main" id="{1CC65D3F-F242-4780-A174-366F03610F10}"/>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085088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07AD2-96C9-46F3-8E45-187FE53DD562}"/>
              </a:ext>
            </a:extLst>
          </p:cNvPr>
          <p:cNvSpPr>
            <a:spLocks noGrp="1"/>
          </p:cNvSpPr>
          <p:nvPr>
            <p:ph type="title"/>
          </p:nvPr>
        </p:nvSpPr>
        <p:spPr/>
        <p:txBody>
          <a:bodyPr/>
          <a:lstStyle/>
          <a:p>
            <a:r>
              <a:rPr lang="en-US" dirty="0"/>
              <a:t>Other Board Comments to be Addressed in Next Complete Draft</a:t>
            </a:r>
          </a:p>
        </p:txBody>
      </p:sp>
      <p:sp>
        <p:nvSpPr>
          <p:cNvPr id="3" name="Content Placeholder 2">
            <a:extLst>
              <a:ext uri="{FF2B5EF4-FFF2-40B4-BE49-F238E27FC236}">
                <a16:creationId xmlns:a16="http://schemas.microsoft.com/office/drawing/2014/main" id="{A378EE43-3F1B-46A3-B704-6ECCC9AFA4BB}"/>
              </a:ext>
            </a:extLst>
          </p:cNvPr>
          <p:cNvSpPr>
            <a:spLocks noGrp="1"/>
          </p:cNvSpPr>
          <p:nvPr>
            <p:ph idx="1"/>
          </p:nvPr>
        </p:nvSpPr>
        <p:spPr>
          <a:xfrm>
            <a:off x="609600" y="1338606"/>
            <a:ext cx="11051357" cy="5062194"/>
          </a:xfrm>
        </p:spPr>
        <p:txBody>
          <a:bodyPr/>
          <a:lstStyle/>
          <a:p>
            <a:pPr marL="347472" lvl="1" indent="-347472">
              <a:spcBef>
                <a:spcPts val="300"/>
              </a:spcBef>
              <a:spcAft>
                <a:spcPts val="300"/>
              </a:spcAft>
              <a:buFont typeface="Arial"/>
              <a:buChar char="•"/>
            </a:pPr>
            <a:r>
              <a:rPr lang="en-US" sz="2400" dirty="0">
                <a:solidFill>
                  <a:schemeClr val="tx1">
                    <a:lumMod val="65000"/>
                    <a:lumOff val="35000"/>
                  </a:schemeClr>
                </a:solidFill>
              </a:rPr>
              <a:t>Task Force will discuss all comments with a focus on the following areas based on the heat map of comments received:</a:t>
            </a:r>
          </a:p>
          <a:p>
            <a:pPr marL="694944" lvl="1" indent="-347472">
              <a:spcBef>
                <a:spcPts val="300"/>
              </a:spcBef>
              <a:spcAft>
                <a:spcPts val="300"/>
              </a:spcAft>
            </a:pPr>
            <a:r>
              <a:rPr lang="en-US" sz="2000" dirty="0">
                <a:solidFill>
                  <a:schemeClr val="tx1">
                    <a:lumMod val="65000"/>
                    <a:lumOff val="35000"/>
                  </a:schemeClr>
                </a:solidFill>
              </a:rPr>
              <a:t>Consolidation process – branches and divisions (A5B)</a:t>
            </a:r>
          </a:p>
          <a:p>
            <a:pPr marL="694944" lvl="1" indent="-347472">
              <a:spcBef>
                <a:spcPts val="300"/>
              </a:spcBef>
              <a:spcAft>
                <a:spcPts val="300"/>
              </a:spcAft>
            </a:pPr>
            <a:r>
              <a:rPr lang="en-US" sz="2000" dirty="0">
                <a:solidFill>
                  <a:schemeClr val="tx1">
                    <a:lumMod val="65000"/>
                    <a:lumOff val="35000"/>
                  </a:schemeClr>
                </a:solidFill>
              </a:rPr>
              <a:t>Access to people and information (11B-13)</a:t>
            </a:r>
          </a:p>
          <a:p>
            <a:pPr marL="694944" lvl="1" indent="-347472">
              <a:spcBef>
                <a:spcPts val="300"/>
              </a:spcBef>
              <a:spcAft>
                <a:spcPts val="300"/>
              </a:spcAft>
            </a:pPr>
            <a:r>
              <a:rPr lang="en-US" sz="2000" dirty="0">
                <a:solidFill>
                  <a:schemeClr val="tx1">
                    <a:lumMod val="65000"/>
                    <a:lumOff val="35000"/>
                  </a:schemeClr>
                </a:solidFill>
              </a:rPr>
              <a:t>Evidence from an audit of a component performed for another reason (24A)</a:t>
            </a:r>
          </a:p>
          <a:p>
            <a:pPr marL="694944" lvl="1" indent="-347472">
              <a:spcBef>
                <a:spcPts val="300"/>
              </a:spcBef>
              <a:spcAft>
                <a:spcPts val="300"/>
              </a:spcAft>
            </a:pPr>
            <a:r>
              <a:rPr lang="en-US" sz="2000" dirty="0">
                <a:solidFill>
                  <a:schemeClr val="tx1">
                    <a:lumMod val="65000"/>
                    <a:lumOff val="35000"/>
                  </a:schemeClr>
                </a:solidFill>
              </a:rPr>
              <a:t>Two-way communication (40-41)</a:t>
            </a:r>
          </a:p>
          <a:p>
            <a:pPr marL="694944" lvl="1" indent="-347472">
              <a:spcBef>
                <a:spcPts val="300"/>
              </a:spcBef>
              <a:spcAft>
                <a:spcPts val="300"/>
              </a:spcAft>
            </a:pPr>
            <a:r>
              <a:rPr lang="en-US" sz="2000" dirty="0">
                <a:solidFill>
                  <a:schemeClr val="tx1">
                    <a:lumMod val="65000"/>
                    <a:lumOff val="35000"/>
                  </a:schemeClr>
                </a:solidFill>
              </a:rPr>
              <a:t>Documentation (50)</a:t>
            </a:r>
          </a:p>
          <a:p>
            <a:pPr marL="410789" indent="-347472">
              <a:spcBef>
                <a:spcPts val="300"/>
              </a:spcBef>
              <a:spcAft>
                <a:spcPts val="300"/>
              </a:spcAft>
            </a:pPr>
            <a:r>
              <a:rPr lang="en-US" sz="2200" dirty="0">
                <a:solidFill>
                  <a:schemeClr val="tx1">
                    <a:lumMod val="65000"/>
                    <a:lumOff val="35000"/>
                  </a:schemeClr>
                </a:solidFill>
              </a:rPr>
              <a:t>Includes related application material for the requirements paragraphs above</a:t>
            </a:r>
          </a:p>
          <a:p>
            <a:pPr marL="410789" indent="-347472">
              <a:spcBef>
                <a:spcPts val="300"/>
              </a:spcBef>
              <a:spcAft>
                <a:spcPts val="300"/>
              </a:spcAft>
            </a:pPr>
            <a:r>
              <a:rPr lang="en-US" sz="2200" dirty="0">
                <a:solidFill>
                  <a:schemeClr val="tx1">
                    <a:lumMod val="65000"/>
                    <a:lumOff val="35000"/>
                  </a:schemeClr>
                </a:solidFill>
              </a:rPr>
              <a:t>Editorial comments and suggestions</a:t>
            </a:r>
            <a:endParaRPr lang="en-US" sz="2400" dirty="0">
              <a:solidFill>
                <a:schemeClr val="tx1">
                  <a:lumMod val="65000"/>
                  <a:lumOff val="35000"/>
                </a:schemeClr>
              </a:solidFill>
            </a:endParaRPr>
          </a:p>
        </p:txBody>
      </p:sp>
      <p:sp>
        <p:nvSpPr>
          <p:cNvPr id="4" name="Slide Number Placeholder 3">
            <a:extLst>
              <a:ext uri="{FF2B5EF4-FFF2-40B4-BE49-F238E27FC236}">
                <a16:creationId xmlns:a16="http://schemas.microsoft.com/office/drawing/2014/main" id="{1CC65D3F-F242-4780-A174-366F03610F10}"/>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4020868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1C3EC23-7873-48A9-AE2D-15A6D112BB22}"/>
              </a:ext>
            </a:extLst>
          </p:cNvPr>
          <p:cNvGraphicFramePr>
            <a:graphicFrameLocks noGrp="1"/>
          </p:cNvGraphicFramePr>
          <p:nvPr>
            <p:ph idx="1"/>
            <p:extLst>
              <p:ext uri="{D42A27DB-BD31-4B8C-83A1-F6EECF244321}">
                <p14:modId xmlns:p14="http://schemas.microsoft.com/office/powerpoint/2010/main" val="659638519"/>
              </p:ext>
            </p:extLst>
          </p:nvPr>
        </p:nvGraphicFramePr>
        <p:xfrm>
          <a:off x="731520" y="1259840"/>
          <a:ext cx="11044406" cy="4866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5">
            <a:extLst>
              <a:ext uri="{FF2B5EF4-FFF2-40B4-BE49-F238E27FC236}">
                <a16:creationId xmlns:a16="http://schemas.microsoft.com/office/drawing/2014/main" id="{5C22CE8F-9B8C-4BF7-B7EA-FDF950632F42}"/>
              </a:ext>
            </a:extLst>
          </p:cNvPr>
          <p:cNvSpPr txBox="1">
            <a:spLocks/>
          </p:cNvSpPr>
          <p:nvPr/>
        </p:nvSpPr>
        <p:spPr>
          <a:xfrm>
            <a:off x="7905136" y="6511061"/>
            <a:ext cx="3677264" cy="304412"/>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900" dirty="0">
                <a:solidFill>
                  <a:srgbClr val="808080"/>
                </a:solidFill>
                <a:latin typeface="Arial" panose="020B0604020202020204" pitchFamily="34" charset="0"/>
              </a:rPr>
              <a:t>Page </a:t>
            </a:r>
            <a:fld id="{95158037-59F0-9C4B-B231-1C776117AADA}" type="slidenum">
              <a:rPr lang="en-US" sz="900">
                <a:solidFill>
                  <a:srgbClr val="808080"/>
                </a:solidFill>
                <a:latin typeface="Arial" panose="020B0604020202020204" pitchFamily="34" charset="0"/>
              </a:rPr>
              <a:pPr algn="r"/>
              <a:t>7</a:t>
            </a:fld>
            <a:r>
              <a:rPr lang="en-US" sz="900" dirty="0">
                <a:solidFill>
                  <a:srgbClr val="808080"/>
                </a:solidFill>
                <a:latin typeface="Arial" panose="020B0604020202020204" pitchFamily="34" charset="0"/>
              </a:rPr>
              <a:t>  |</a:t>
            </a:r>
          </a:p>
        </p:txBody>
      </p:sp>
    </p:spTree>
    <p:extLst>
      <p:ext uri="{BB962C8B-B14F-4D97-AF65-F5344CB8AC3E}">
        <p14:creationId xmlns:p14="http://schemas.microsoft.com/office/powerpoint/2010/main" val="3567121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C7909-7189-4363-9374-F9BA8EF72673}"/>
              </a:ext>
            </a:extLst>
          </p:cNvPr>
          <p:cNvSpPr>
            <a:spLocks noGrp="1"/>
          </p:cNvSpPr>
          <p:nvPr>
            <p:ph type="title"/>
          </p:nvPr>
        </p:nvSpPr>
        <p:spPr/>
        <p:txBody>
          <a:bodyPr/>
          <a:lstStyle/>
          <a:p>
            <a:r>
              <a:rPr lang="en-US" dirty="0"/>
              <a:t>Way Forward</a:t>
            </a:r>
          </a:p>
        </p:txBody>
      </p:sp>
      <p:sp>
        <p:nvSpPr>
          <p:cNvPr id="3" name="Content Placeholder 2">
            <a:extLst>
              <a:ext uri="{FF2B5EF4-FFF2-40B4-BE49-F238E27FC236}">
                <a16:creationId xmlns:a16="http://schemas.microsoft.com/office/drawing/2014/main" id="{01AF44E5-1EE6-47D0-801D-4678479CABDE}"/>
              </a:ext>
            </a:extLst>
          </p:cNvPr>
          <p:cNvSpPr>
            <a:spLocks noGrp="1"/>
          </p:cNvSpPr>
          <p:nvPr>
            <p:ph idx="1"/>
          </p:nvPr>
        </p:nvSpPr>
        <p:spPr>
          <a:xfrm>
            <a:off x="609600" y="1260629"/>
            <a:ext cx="11455153" cy="5250432"/>
          </a:xfrm>
        </p:spPr>
        <p:txBody>
          <a:bodyPr/>
          <a:lstStyle/>
          <a:p>
            <a:pPr marL="347472" lvl="1" indent="-347472">
              <a:spcBef>
                <a:spcPts val="300"/>
              </a:spcBef>
              <a:spcAft>
                <a:spcPts val="300"/>
              </a:spcAft>
              <a:buFont typeface="Arial"/>
              <a:buChar char="•"/>
            </a:pPr>
            <a:r>
              <a:rPr lang="en-US" sz="2400" dirty="0">
                <a:solidFill>
                  <a:schemeClr val="tx1">
                    <a:lumMod val="65000"/>
                    <a:lumOff val="35000"/>
                  </a:schemeClr>
                </a:solidFill>
              </a:rPr>
              <a:t>Still working towards the approval of ED at the March 2020 IAASB meeting</a:t>
            </a:r>
          </a:p>
          <a:p>
            <a:pPr marL="347472" lvl="1" indent="-347472">
              <a:spcBef>
                <a:spcPts val="300"/>
              </a:spcBef>
              <a:spcAft>
                <a:spcPts val="300"/>
              </a:spcAft>
              <a:buFont typeface="Arial"/>
              <a:buChar char="•"/>
            </a:pPr>
            <a:r>
              <a:rPr lang="en-US" sz="2400" dirty="0">
                <a:solidFill>
                  <a:schemeClr val="tx1">
                    <a:lumMod val="65000"/>
                    <a:lumOff val="35000"/>
                  </a:schemeClr>
                </a:solidFill>
              </a:rPr>
              <a:t>Staff will continue working on the complete draft of the standard to address Board  comments and submit for Task Force review </a:t>
            </a:r>
          </a:p>
          <a:p>
            <a:pPr marL="694944" lvl="1" indent="-347472">
              <a:spcBef>
                <a:spcPts val="300"/>
              </a:spcBef>
              <a:spcAft>
                <a:spcPts val="300"/>
              </a:spcAft>
            </a:pPr>
            <a:r>
              <a:rPr lang="en-US" sz="2000" dirty="0">
                <a:solidFill>
                  <a:schemeClr val="tx1">
                    <a:lumMod val="65000"/>
                    <a:lumOff val="35000"/>
                  </a:schemeClr>
                </a:solidFill>
              </a:rPr>
              <a:t>Plan to submit an updated draft for Board review by December 20</a:t>
            </a:r>
          </a:p>
          <a:p>
            <a:pPr marL="694944" lvl="1" indent="-347472">
              <a:spcBef>
                <a:spcPts val="300"/>
              </a:spcBef>
              <a:spcAft>
                <a:spcPts val="300"/>
              </a:spcAft>
            </a:pPr>
            <a:r>
              <a:rPr lang="en-US" sz="2000" dirty="0">
                <a:solidFill>
                  <a:schemeClr val="tx1">
                    <a:lumMod val="65000"/>
                    <a:lumOff val="35000"/>
                  </a:schemeClr>
                </a:solidFill>
              </a:rPr>
              <a:t>Comments back to the Task Force no later than January 15, 2020</a:t>
            </a:r>
          </a:p>
          <a:p>
            <a:pPr marL="1042416" lvl="2" indent="-347472">
              <a:spcBef>
                <a:spcPts val="300"/>
              </a:spcBef>
              <a:spcAft>
                <a:spcPts val="300"/>
              </a:spcAft>
            </a:pPr>
            <a:r>
              <a:rPr lang="en-US" sz="1800" dirty="0">
                <a:solidFill>
                  <a:schemeClr val="tx1">
                    <a:lumMod val="65000"/>
                    <a:lumOff val="35000"/>
                  </a:schemeClr>
                </a:solidFill>
              </a:rPr>
              <a:t>Task Force will consider those comments in its meeting in late January</a:t>
            </a:r>
          </a:p>
          <a:p>
            <a:pPr marL="410789" indent="-347472">
              <a:spcBef>
                <a:spcPts val="300"/>
              </a:spcBef>
              <a:spcAft>
                <a:spcPts val="300"/>
              </a:spcAft>
            </a:pPr>
            <a:r>
              <a:rPr lang="en-US" sz="2400" dirty="0">
                <a:solidFill>
                  <a:schemeClr val="tx1">
                    <a:lumMod val="65000"/>
                    <a:lumOff val="35000"/>
                  </a:schemeClr>
                </a:solidFill>
              </a:rPr>
              <a:t>Conforming amendments and appendixes will be presented in January Board call</a:t>
            </a:r>
          </a:p>
          <a:p>
            <a:pPr marL="410789" indent="-347472">
              <a:spcBef>
                <a:spcPts val="300"/>
              </a:spcBef>
              <a:spcAft>
                <a:spcPts val="300"/>
              </a:spcAft>
            </a:pPr>
            <a:r>
              <a:rPr lang="en-US" sz="2400" dirty="0">
                <a:solidFill>
                  <a:schemeClr val="tx1">
                    <a:lumMod val="65000"/>
                    <a:lumOff val="35000"/>
                  </a:schemeClr>
                </a:solidFill>
              </a:rPr>
              <a:t>Task Force will then further update the draft standard, with a goal to provide the updated draft to the Board by February 21, 2020 for the March 2020 meeting</a:t>
            </a:r>
          </a:p>
          <a:p>
            <a:pPr marL="694944" lvl="1" indent="-347472">
              <a:spcBef>
                <a:spcPts val="300"/>
              </a:spcBef>
              <a:spcAft>
                <a:spcPts val="300"/>
              </a:spcAft>
            </a:pPr>
            <a:r>
              <a:rPr lang="en-US" sz="2000" dirty="0">
                <a:solidFill>
                  <a:schemeClr val="tx1">
                    <a:lumMod val="65000"/>
                    <a:lumOff val="35000"/>
                  </a:schemeClr>
                </a:solidFill>
              </a:rPr>
              <a:t>Board would be asked to submit comments in advance of the March meeting</a:t>
            </a:r>
          </a:p>
          <a:p>
            <a:pPr marL="410789" indent="-347472">
              <a:spcBef>
                <a:spcPts val="300"/>
              </a:spcBef>
              <a:spcAft>
                <a:spcPts val="300"/>
              </a:spcAft>
            </a:pPr>
            <a:r>
              <a:rPr lang="en-US" sz="2400" dirty="0">
                <a:solidFill>
                  <a:schemeClr val="tx1">
                    <a:lumMod val="65000"/>
                    <a:lumOff val="35000"/>
                  </a:schemeClr>
                </a:solidFill>
              </a:rPr>
              <a:t>Continued liaison and coordination with the ISA 220 Task Force</a:t>
            </a:r>
          </a:p>
          <a:p>
            <a:pPr marL="410789" indent="-347472">
              <a:spcBef>
                <a:spcPts val="300"/>
              </a:spcBef>
              <a:spcAft>
                <a:spcPts val="300"/>
              </a:spcAft>
            </a:pPr>
            <a:r>
              <a:rPr lang="en-US" sz="2400" dirty="0">
                <a:solidFill>
                  <a:schemeClr val="tx1">
                    <a:lumMod val="65000"/>
                    <a:lumOff val="35000"/>
                  </a:schemeClr>
                </a:solidFill>
              </a:rPr>
              <a:t>Planned outreach in Q1 2020, including to obtain feedback on the application of the proposed standard in practice</a:t>
            </a:r>
          </a:p>
        </p:txBody>
      </p:sp>
      <p:sp>
        <p:nvSpPr>
          <p:cNvPr id="4" name="Slide Number Placeholder 3">
            <a:extLst>
              <a:ext uri="{FF2B5EF4-FFF2-40B4-BE49-F238E27FC236}">
                <a16:creationId xmlns:a16="http://schemas.microsoft.com/office/drawing/2014/main" id="{DADC8BE7-4A03-4C6C-9F98-D8B31E550E88}"/>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034830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2167535"/>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6.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7.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12788</TotalTime>
  <Words>617</Words>
  <Application>Microsoft Office PowerPoint</Application>
  <PresentationFormat>Widescreen</PresentationFormat>
  <Paragraphs>60</Paragraphs>
  <Slides>9</Slides>
  <Notes>2</Notes>
  <HiddenSlides>0</HiddenSlides>
  <MMClips>0</MMClips>
  <ScaleCrop>false</ScaleCrop>
  <HeadingPairs>
    <vt:vector size="6" baseType="variant">
      <vt:variant>
        <vt:lpstr>Fonts Used</vt:lpstr>
      </vt:variant>
      <vt:variant>
        <vt:i4>4</vt:i4>
      </vt:variant>
      <vt:variant>
        <vt:lpstr>Theme</vt:lpstr>
      </vt:variant>
      <vt:variant>
        <vt:i4>7</vt:i4>
      </vt:variant>
      <vt:variant>
        <vt:lpstr>Slide Titles</vt:lpstr>
      </vt:variant>
      <vt:variant>
        <vt:i4>9</vt:i4>
      </vt:variant>
    </vt:vector>
  </HeadingPairs>
  <TitlesOfParts>
    <vt:vector size="20" baseType="lpstr">
      <vt:lpstr>Arial</vt:lpstr>
      <vt:lpstr>Arial Narrow</vt:lpstr>
      <vt:lpstr>Calibri</vt:lpstr>
      <vt:lpstr>Calibri Light</vt:lpstr>
      <vt:lpstr>1_Custom Design</vt:lpstr>
      <vt:lpstr>Custom Design</vt:lpstr>
      <vt:lpstr>2_Custom Design</vt:lpstr>
      <vt:lpstr>3_Custom Design</vt:lpstr>
      <vt:lpstr>4_Office Theme</vt:lpstr>
      <vt:lpstr>Office Theme</vt:lpstr>
      <vt:lpstr>1_Office Theme</vt:lpstr>
      <vt:lpstr>ISA 600 – Group Audits</vt:lpstr>
      <vt:lpstr>An Update from the Group Audit Pond</vt:lpstr>
      <vt:lpstr>Overall Comments</vt:lpstr>
      <vt:lpstr>Task Force Approach to Comments</vt:lpstr>
      <vt:lpstr>Revised Sections</vt:lpstr>
      <vt:lpstr>Other Board Comments to be Addressed in Next Complete Draft</vt:lpstr>
      <vt:lpstr>PowerPoint Presentation</vt:lpstr>
      <vt:lpstr>Way Forward</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Armand Kotze</dc:creator>
  <cp:lastModifiedBy>Jasper van den Hout</cp:lastModifiedBy>
  <cp:revision>829</cp:revision>
  <cp:lastPrinted>2019-12-07T13:44:22Z</cp:lastPrinted>
  <dcterms:created xsi:type="dcterms:W3CDTF">2018-10-18T19:25:41Z</dcterms:created>
  <dcterms:modified xsi:type="dcterms:W3CDTF">2019-12-12T19:45:16Z</dcterms:modified>
</cp:coreProperties>
</file>