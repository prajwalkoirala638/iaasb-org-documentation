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461" r:id="rId5"/>
    <p:sldId id="462" r:id="rId6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Megan Zietsman" initials="MZ" lastIdx="6" clrIdx="2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4" name="Beverley Bahlmann" initials="BB" lastIdx="1" clrIdx="3">
    <p:extLst>
      <p:ext uri="{19B8F6BF-5375-455C-9EA6-DF929625EA0E}">
        <p15:presenceInfo xmlns:p15="http://schemas.microsoft.com/office/powerpoint/2012/main" userId="S-1-5-21-1801674531-1972579041-839522115-4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00CC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6" autoAdjust="0"/>
    <p:restoredTop sz="75333" autoAdjust="0"/>
  </p:normalViewPr>
  <p:slideViewPr>
    <p:cSldViewPr snapToGrid="0" snapToObjects="1">
      <p:cViewPr varScale="1">
        <p:scale>
          <a:sx n="67" d="100"/>
          <a:sy n="67" d="100"/>
        </p:scale>
        <p:origin x="1300" y="40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4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r>
              <a:rPr lang="en-US" dirty="0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89E18CF-C690-4C5C-8392-CD967FC1C437}" type="datetime1">
              <a:rPr lang="en-US" smtClean="0"/>
              <a:t>9/20/2019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99" y="458831"/>
            <a:ext cx="8325602" cy="403875"/>
          </a:xfrm>
        </p:spPr>
        <p:txBody>
          <a:bodyPr/>
          <a:lstStyle/>
          <a:p>
            <a:r>
              <a:rPr lang="en-GB" b="1" dirty="0"/>
              <a:t>ISA 315 (Revised) ‒ Conforming Amendments ISA 200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58625" y="847603"/>
            <a:ext cx="8632975" cy="3502024"/>
          </a:xfrm>
        </p:spPr>
        <p:txBody>
          <a:bodyPr/>
          <a:lstStyle/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-347472">
              <a:buNone/>
            </a:pPr>
            <a:r>
              <a:rPr lang="en-US" sz="2000" b="1" dirty="0"/>
              <a:t>A15a. For the purposes of the ISAs, a risk of material misstatement exists when there is a reasonable possibility of:</a:t>
            </a:r>
          </a:p>
          <a:p>
            <a:pPr marL="342900" lvl="0" indent="-347472">
              <a:buFont typeface="+mj-lt"/>
              <a:buAutoNum type="alphaLcParenR"/>
            </a:pPr>
            <a:r>
              <a:rPr lang="en-US" sz="2000" b="1" dirty="0"/>
              <a:t>A misstatement occurring (I.e., its likelihood); and</a:t>
            </a:r>
          </a:p>
          <a:p>
            <a:pPr marL="342900" lvl="0" indent="-347472">
              <a:buFont typeface="+mj-lt"/>
              <a:buAutoNum type="alphaLcParenR"/>
            </a:pPr>
            <a:r>
              <a:rPr lang="en-US" sz="2000" b="1" dirty="0"/>
              <a:t>Being material if it were to occur (i.e., its magnitude)</a:t>
            </a:r>
          </a:p>
          <a:p>
            <a:pPr marL="457200" indent="-347472">
              <a:lnSpc>
                <a:spcPts val="2600"/>
              </a:lnSpc>
              <a:spcBef>
                <a:spcPts val="0"/>
              </a:spcBef>
              <a:buFont typeface="+mj-lt"/>
              <a:buAutoNum type="alphaLcParenR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0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0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16105" lvl="1" indent="0">
              <a:spcBef>
                <a:spcPts val="500"/>
              </a:spcBef>
              <a:buNone/>
              <a:tabLst>
                <a:tab pos="1082675" algn="l"/>
              </a:tabLst>
            </a:pPr>
            <a:endParaRPr lang="en-US" dirty="0"/>
          </a:p>
          <a:p>
            <a:pPr marL="688975" lvl="0" indent="-342900">
              <a:spcBef>
                <a:spcPts val="600"/>
              </a:spcBef>
              <a:buFont typeface="+mj-lt"/>
              <a:buAutoNum type="alphaLcPeriod"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211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1C145-D8CF-4B22-88DF-92A29F6D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21AA7-C28B-4CAB-921C-8C4EC9CC9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F2877-D165-4C56-B0E9-C8AA1A3F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6A198-7A43-4BB4-BFF6-331121A3D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045" y="1107034"/>
            <a:ext cx="5259910" cy="33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40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87B7067597F48AB0D94C91C6A4F46" ma:contentTypeVersion="11" ma:contentTypeDescription="Create a new document." ma:contentTypeScope="" ma:versionID="30f4a54a922e24532cc9627aafa49891">
  <xsd:schema xmlns:xsd="http://www.w3.org/2001/XMLSchema" xmlns:xs="http://www.w3.org/2001/XMLSchema" xmlns:p="http://schemas.microsoft.com/office/2006/metadata/properties" xmlns:ns3="bb7108e3-51cb-498b-9b93-833285b9d39d" xmlns:ns4="7a11207b-921c-436a-8b1a-84024362d10e" targetNamespace="http://schemas.microsoft.com/office/2006/metadata/properties" ma:root="true" ma:fieldsID="bb1769365edd3fef154f49699e448590" ns3:_="" ns4:_="">
    <xsd:import namespace="bb7108e3-51cb-498b-9b93-833285b9d39d"/>
    <xsd:import namespace="7a11207b-921c-436a-8b1a-84024362d10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7108e3-51cb-498b-9b93-833285b9d39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1207b-921c-436a-8b1a-84024362d1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9EE551-3A97-4599-8FC4-7CC7FE49D9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7108e3-51cb-498b-9b93-833285b9d39d"/>
    <ds:schemaRef ds:uri="7a11207b-921c-436a-8b1a-84024362d1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6C478-05E4-48BB-AF82-5053A193A08E}">
  <ds:schemaRefs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bb7108e3-51cb-498b-9b93-833285b9d39d"/>
    <ds:schemaRef ds:uri="http://purl.org/dc/elements/1.1/"/>
    <ds:schemaRef ds:uri="http://schemas.openxmlformats.org/package/2006/metadata/core-properties"/>
    <ds:schemaRef ds:uri="7a11207b-921c-436a-8b1a-84024362d10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35A579F-8644-411A-8B1C-EA17E68A30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3442</TotalTime>
  <Words>70</Words>
  <Application>Microsoft Office PowerPoint</Application>
  <PresentationFormat>On-screen Show (16:9)</PresentationFormat>
  <Paragraphs>19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Narrow</vt:lpstr>
      <vt:lpstr>Calibri</vt:lpstr>
      <vt:lpstr>Office Theme</vt:lpstr>
      <vt:lpstr>ISA 315 (Revised) ‒ Conforming Amendments ISA 200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Michelle Harrison</cp:lastModifiedBy>
  <cp:revision>294</cp:revision>
  <cp:lastPrinted>2019-06-15T13:32:24Z</cp:lastPrinted>
  <dcterms:created xsi:type="dcterms:W3CDTF">2016-11-09T14:56:20Z</dcterms:created>
  <dcterms:modified xsi:type="dcterms:W3CDTF">2019-09-20T13:12:10Z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0x010100E2887B7067597F48AB0D94C91C6A4F46</vt:lpwstr>
  </property>
</Properties>
</file>