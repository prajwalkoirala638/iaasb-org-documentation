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comments/comment1.xml" ContentType="application/vnd.openxmlformats-officedocument.presentationml.comments+xml"/>
  <Override PartName="/ppt/notesSlides/notesSlide1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2.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5"/>
  </p:notesMasterIdLst>
  <p:handoutMasterIdLst>
    <p:handoutMasterId r:id="rId16"/>
  </p:handoutMasterIdLst>
  <p:sldIdLst>
    <p:sldId id="256" r:id="rId2"/>
    <p:sldId id="400" r:id="rId3"/>
    <p:sldId id="412" r:id="rId4"/>
    <p:sldId id="402" r:id="rId5"/>
    <p:sldId id="408" r:id="rId6"/>
    <p:sldId id="410" r:id="rId7"/>
    <p:sldId id="411" r:id="rId8"/>
    <p:sldId id="386" r:id="rId9"/>
    <p:sldId id="405" r:id="rId10"/>
    <p:sldId id="403" r:id="rId11"/>
    <p:sldId id="406" r:id="rId12"/>
    <p:sldId id="407" r:id="rId13"/>
    <p:sldId id="259" r:id="rId14"/>
  </p:sldIdLst>
  <p:sldSz cx="9144000" cy="5143500" type="screen16x9"/>
  <p:notesSz cx="6950075" cy="9236075"/>
  <p:defaultTex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ric Turner" initials="ET [2]" lastIdx="2" clrIdx="6">
    <p:extLst>
      <p:ext uri="{19B8F6BF-5375-455C-9EA6-DF929625EA0E}">
        <p15:presenceInfo xmlns:p15="http://schemas.microsoft.com/office/powerpoint/2012/main" userId="Eric Turner" providerId="None"/>
      </p:ext>
    </p:extLst>
  </p:cmAuthor>
  <p:cmAuthor id="1" name="Zietsman, Megan" initials="MZ" lastIdx="8" clrIdx="0">
    <p:extLst>
      <p:ext uri="{19B8F6BF-5375-455C-9EA6-DF929625EA0E}">
        <p15:presenceInfo xmlns:p15="http://schemas.microsoft.com/office/powerpoint/2012/main" userId="Zietsman, Megan" providerId="None"/>
      </p:ext>
    </p:extLst>
  </p:cmAuthor>
  <p:cmAuthor id="8" name="Chi Ho Ng" initials="CHN [2]" lastIdx="6" clrIdx="7">
    <p:extLst>
      <p:ext uri="{19B8F6BF-5375-455C-9EA6-DF929625EA0E}">
        <p15:presenceInfo xmlns:p15="http://schemas.microsoft.com/office/powerpoint/2012/main" userId="S::cng@cpacanada.ca::1cb3d5c6-079f-4382-9de2-f58d58b22e19" providerId="AD"/>
      </p:ext>
    </p:extLst>
  </p:cmAuthor>
  <p:cmAuthor id="2" name="Kathleen Healy" initials="KH" lastIdx="13" clrIdx="1">
    <p:extLst>
      <p:ext uri="{19B8F6BF-5375-455C-9EA6-DF929625EA0E}">
        <p15:presenceInfo xmlns:p15="http://schemas.microsoft.com/office/powerpoint/2012/main" userId="S-1-5-21-1801674531-1972579041-839522115-4130" providerId="AD"/>
      </p:ext>
    </p:extLst>
  </p:cmAuthor>
  <p:cmAuthor id="3" name="Natalie Klonaridis" initials="NK" lastIdx="12" clrIdx="2">
    <p:extLst>
      <p:ext uri="{19B8F6BF-5375-455C-9EA6-DF929625EA0E}">
        <p15:presenceInfo xmlns:p15="http://schemas.microsoft.com/office/powerpoint/2012/main" userId="S-1-5-21-1801674531-1972579041-839522115-13323" providerId="AD"/>
      </p:ext>
    </p:extLst>
  </p:cmAuthor>
  <p:cmAuthor id="4" name="Jasper van den Hout" initials="JvdH" lastIdx="15" clrIdx="3">
    <p:extLst>
      <p:ext uri="{19B8F6BF-5375-455C-9EA6-DF929625EA0E}">
        <p15:presenceInfo xmlns:p15="http://schemas.microsoft.com/office/powerpoint/2012/main" userId="S-1-5-21-1801674531-1972579041-839522115-11621" providerId="AD"/>
      </p:ext>
    </p:extLst>
  </p:cmAuthor>
  <p:cmAuthor id="5" name="Chi Ho Ng" initials="CHN" lastIdx="14" clrIdx="4">
    <p:extLst>
      <p:ext uri="{19B8F6BF-5375-455C-9EA6-DF929625EA0E}">
        <p15:presenceInfo xmlns:p15="http://schemas.microsoft.com/office/powerpoint/2012/main" userId="S-1-5-21-2529925091-3028718714-1681115141-1206" providerId="AD"/>
      </p:ext>
    </p:extLst>
  </p:cmAuthor>
  <p:cmAuthor id="6" name="Eric Turner" initials="ET" lastIdx="4" clrIdx="5">
    <p:extLst>
      <p:ext uri="{19B8F6BF-5375-455C-9EA6-DF929625EA0E}">
        <p15:presenceInfo xmlns:p15="http://schemas.microsoft.com/office/powerpoint/2012/main" userId="S::eturner@cpacanada.ca::06e8fbf8-fddc-4acb-ad71-d7d3a3e32c8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1D9E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4CBAED-58F9-0751-D873-9FE6A2455FA9}" v="105" dt="2019-12-06T18:47:40.472"/>
    <p1510:client id="{00845B14-1C0B-41D2-9ED3-077B48016293}" v="127" dt="2019-12-07T00:11:41.731"/>
    <p1510:client id="{0EEF4A46-176D-4221-9B7F-23A1810FE728}" v="1947" dt="2019-12-06T16:48:35.997"/>
    <p1510:client id="{32E08054-92E6-4164-9911-62E21711E04F}" v="41" dt="2019-12-06T18:52:47.907"/>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43" autoAdjust="0"/>
    <p:restoredTop sz="56929" autoAdjust="0"/>
  </p:normalViewPr>
  <p:slideViewPr>
    <p:cSldViewPr snapToGrid="0" snapToObjects="1">
      <p:cViewPr varScale="1">
        <p:scale>
          <a:sx n="58" d="100"/>
          <a:sy n="58" d="100"/>
        </p:scale>
        <p:origin x="2298" y="72"/>
      </p:cViewPr>
      <p:guideLst>
        <p:guide orient="horz" pos="1620"/>
        <p:guide pos="2880"/>
      </p:guideLst>
    </p:cSldViewPr>
  </p:slideViewPr>
  <p:outlineViewPr>
    <p:cViewPr>
      <p:scale>
        <a:sx n="66" d="100"/>
        <a:sy n="66"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snapToObjects="1">
      <p:cViewPr varScale="1">
        <p:scale>
          <a:sx n="68" d="100"/>
          <a:sy n="68" d="100"/>
        </p:scale>
        <p:origin x="3270" y="5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 Turner" userId="S::eturner@cpacanada.ca::06e8fbf8-fddc-4acb-ad71-d7d3a3e32c8b" providerId="AD" clId="Web-{BD4CBAED-58F9-0751-D873-9FE6A2455FA9}"/>
    <pc:docChg chg="modSld">
      <pc:chgData name="Eric Turner" userId="S::eturner@cpacanada.ca::06e8fbf8-fddc-4acb-ad71-d7d3a3e32c8b" providerId="AD" clId="Web-{BD4CBAED-58F9-0751-D873-9FE6A2455FA9}" dt="2019-12-06T18:47:40.472" v="104" actId="20577"/>
      <pc:docMkLst>
        <pc:docMk/>
      </pc:docMkLst>
      <pc:sldChg chg="modNotes">
        <pc:chgData name="Eric Turner" userId="S::eturner@cpacanada.ca::06e8fbf8-fddc-4acb-ad71-d7d3a3e32c8b" providerId="AD" clId="Web-{BD4CBAED-58F9-0751-D873-9FE6A2455FA9}" dt="2019-12-06T18:45:45.034" v="94"/>
        <pc:sldMkLst>
          <pc:docMk/>
          <pc:sldMk cId="2875900349" sldId="400"/>
        </pc:sldMkLst>
      </pc:sldChg>
      <pc:sldChg chg="modSp">
        <pc:chgData name="Eric Turner" userId="S::eturner@cpacanada.ca::06e8fbf8-fddc-4acb-ad71-d7d3a3e32c8b" providerId="AD" clId="Web-{BD4CBAED-58F9-0751-D873-9FE6A2455FA9}" dt="2019-12-06T18:47:40.472" v="104" actId="20577"/>
        <pc:sldMkLst>
          <pc:docMk/>
          <pc:sldMk cId="1645035836" sldId="410"/>
        </pc:sldMkLst>
        <pc:graphicFrameChg chg="modGraphic">
          <ac:chgData name="Eric Turner" userId="S::eturner@cpacanada.ca::06e8fbf8-fddc-4acb-ad71-d7d3a3e32c8b" providerId="AD" clId="Web-{BD4CBAED-58F9-0751-D873-9FE6A2455FA9}" dt="2019-12-06T18:47:40.472" v="104" actId="20577"/>
          <ac:graphicFrameMkLst>
            <pc:docMk/>
            <pc:sldMk cId="1645035836" sldId="410"/>
            <ac:graphicFrameMk id="5" creationId="{226A3FF3-E52C-40E5-950D-4D9369CD9916}"/>
          </ac:graphicFrameMkLst>
        </pc:graphicFrameChg>
      </pc:sldChg>
    </pc:docChg>
  </pc:docChgLst>
  <pc:docChgLst>
    <pc:chgData name="Eric Turner" userId="S::eturner@cpacanada.ca::06e8fbf8-fddc-4acb-ad71-d7d3a3e32c8b" providerId="AD" clId="Web-{BB276EAA-41AB-B390-E31F-123CAF54E99B}"/>
    <pc:docChg chg="modSld">
      <pc:chgData name="Eric Turner" userId="S::eturner@cpacanada.ca::06e8fbf8-fddc-4acb-ad71-d7d3a3e32c8b" providerId="AD" clId="Web-{BB276EAA-41AB-B390-E31F-123CAF54E99B}" dt="2019-12-02T00:03:16.324" v="55"/>
      <pc:docMkLst>
        <pc:docMk/>
      </pc:docMkLst>
      <pc:sldChg chg="modSp addCm">
        <pc:chgData name="Eric Turner" userId="S::eturner@cpacanada.ca::06e8fbf8-fddc-4acb-ad71-d7d3a3e32c8b" providerId="AD" clId="Web-{BB276EAA-41AB-B390-E31F-123CAF54E99B}" dt="2019-12-02T00:02:09.961" v="53"/>
        <pc:sldMkLst>
          <pc:docMk/>
          <pc:sldMk cId="4240407454" sldId="256"/>
        </pc:sldMkLst>
        <pc:spChg chg="mod">
          <ac:chgData name="Eric Turner" userId="S::eturner@cpacanada.ca::06e8fbf8-fddc-4acb-ad71-d7d3a3e32c8b" providerId="AD" clId="Web-{BB276EAA-41AB-B390-E31F-123CAF54E99B}" dt="2019-12-01T23:59:51.799" v="24" actId="20577"/>
          <ac:spMkLst>
            <pc:docMk/>
            <pc:sldMk cId="4240407454" sldId="256"/>
            <ac:spMk id="2" creationId="{00000000-0000-0000-0000-000000000000}"/>
          </ac:spMkLst>
        </pc:spChg>
        <pc:spChg chg="mod">
          <ac:chgData name="Eric Turner" userId="S::eturner@cpacanada.ca::06e8fbf8-fddc-4acb-ad71-d7d3a3e32c8b" providerId="AD" clId="Web-{BB276EAA-41AB-B390-E31F-123CAF54E99B}" dt="2019-12-01T23:59:33.329" v="1" actId="20577"/>
          <ac:spMkLst>
            <pc:docMk/>
            <pc:sldMk cId="4240407454" sldId="256"/>
            <ac:spMk id="6" creationId="{00000000-0000-0000-0000-000000000000}"/>
          </ac:spMkLst>
        </pc:spChg>
      </pc:sldChg>
      <pc:sldChg chg="addCm">
        <pc:chgData name="Eric Turner" userId="S::eturner@cpacanada.ca::06e8fbf8-fddc-4acb-ad71-d7d3a3e32c8b" providerId="AD" clId="Web-{BB276EAA-41AB-B390-E31F-123CAF54E99B}" dt="2019-12-02T00:01:35.257" v="52"/>
        <pc:sldMkLst>
          <pc:docMk/>
          <pc:sldMk cId="2788982840" sldId="384"/>
        </pc:sldMkLst>
      </pc:sldChg>
      <pc:sldChg chg="addCm">
        <pc:chgData name="Eric Turner" userId="S::eturner@cpacanada.ca::06e8fbf8-fddc-4acb-ad71-d7d3a3e32c8b" providerId="AD" clId="Web-{BB276EAA-41AB-B390-E31F-123CAF54E99B}" dt="2019-12-02T00:02:49.432" v="54"/>
        <pc:sldMkLst>
          <pc:docMk/>
          <pc:sldMk cId="2875900349" sldId="400"/>
        </pc:sldMkLst>
      </pc:sldChg>
      <pc:sldChg chg="modSp addCm">
        <pc:chgData name="Eric Turner" userId="S::eturner@cpacanada.ca::06e8fbf8-fddc-4acb-ad71-d7d3a3e32c8b" providerId="AD" clId="Web-{BB276EAA-41AB-B390-E31F-123CAF54E99B}" dt="2019-12-02T00:03:16.324" v="55"/>
        <pc:sldMkLst>
          <pc:docMk/>
          <pc:sldMk cId="2429568746" sldId="402"/>
        </pc:sldMkLst>
        <pc:graphicFrameChg chg="modGraphic">
          <ac:chgData name="Eric Turner" userId="S::eturner@cpacanada.ca::06e8fbf8-fddc-4acb-ad71-d7d3a3e32c8b" providerId="AD" clId="Web-{BB276EAA-41AB-B390-E31F-123CAF54E99B}" dt="2019-12-02T00:00:43.770" v="51" actId="20577"/>
          <ac:graphicFrameMkLst>
            <pc:docMk/>
            <pc:sldMk cId="2429568746" sldId="402"/>
            <ac:graphicFrameMk id="5" creationId="{226A3FF3-E52C-40E5-950D-4D9369CD9916}"/>
          </ac:graphicFrameMkLst>
        </pc:graphicFrameChg>
      </pc:sldChg>
    </pc:docChg>
  </pc:docChgLst>
  <pc:docChgLst>
    <pc:chgData name="Eric Turner" userId="S::eturner@cpacanada.ca::06e8fbf8-fddc-4acb-ad71-d7d3a3e32c8b" providerId="AD" clId="Web-{32E08054-92E6-4164-9911-62E21711E04F}"/>
    <pc:docChg chg="modSld">
      <pc:chgData name="Eric Turner" userId="S::eturner@cpacanada.ca::06e8fbf8-fddc-4acb-ad71-d7d3a3e32c8b" providerId="AD" clId="Web-{32E08054-92E6-4164-9911-62E21711E04F}" dt="2019-12-06T18:52:44.533" v="39"/>
      <pc:docMkLst>
        <pc:docMk/>
      </pc:docMkLst>
      <pc:sldChg chg="modNotes">
        <pc:chgData name="Eric Turner" userId="S::eturner@cpacanada.ca::06e8fbf8-fddc-4acb-ad71-d7d3a3e32c8b" providerId="AD" clId="Web-{32E08054-92E6-4164-9911-62E21711E04F}" dt="2019-12-06T18:52:44.533" v="39"/>
        <pc:sldMkLst>
          <pc:docMk/>
          <pc:sldMk cId="2429568746" sldId="402"/>
        </pc:sldMkLst>
      </pc:sldChg>
    </pc:docChg>
  </pc:docChgLst>
  <pc:docChgLst>
    <pc:chgData name="Chi Ho Ng" userId="1cb3d5c6-079f-4382-9de2-f58d58b22e19" providerId="ADAL" clId="{0EEF4A46-176D-4221-9B7F-23A1810FE728}"/>
    <pc:docChg chg="custSel addSld delSld modSld">
      <pc:chgData name="Chi Ho Ng" userId="1cb3d5c6-079f-4382-9de2-f58d58b22e19" providerId="ADAL" clId="{0EEF4A46-176D-4221-9B7F-23A1810FE728}" dt="2019-12-06T16:51:41.421" v="3487" actId="1589"/>
      <pc:docMkLst>
        <pc:docMk/>
      </pc:docMkLst>
      <pc:sldChg chg="delCm modCm">
        <pc:chgData name="Chi Ho Ng" userId="1cb3d5c6-079f-4382-9de2-f58d58b22e19" providerId="ADAL" clId="{0EEF4A46-176D-4221-9B7F-23A1810FE728}" dt="2019-12-03T16:12:37.416" v="1215" actId="1592"/>
        <pc:sldMkLst>
          <pc:docMk/>
          <pc:sldMk cId="4240407454" sldId="256"/>
        </pc:sldMkLst>
      </pc:sldChg>
      <pc:sldChg chg="del">
        <pc:chgData name="Chi Ho Ng" userId="1cb3d5c6-079f-4382-9de2-f58d58b22e19" providerId="ADAL" clId="{0EEF4A46-176D-4221-9B7F-23A1810FE728}" dt="2019-12-03T15:34:14.054" v="110" actId="47"/>
        <pc:sldMkLst>
          <pc:docMk/>
          <pc:sldMk cId="584837277" sldId="380"/>
        </pc:sldMkLst>
      </pc:sldChg>
      <pc:sldChg chg="del">
        <pc:chgData name="Chi Ho Ng" userId="1cb3d5c6-079f-4382-9de2-f58d58b22e19" providerId="ADAL" clId="{0EEF4A46-176D-4221-9B7F-23A1810FE728}" dt="2019-12-03T15:34:14.054" v="110" actId="47"/>
        <pc:sldMkLst>
          <pc:docMk/>
          <pc:sldMk cId="2788982840" sldId="384"/>
        </pc:sldMkLst>
      </pc:sldChg>
      <pc:sldChg chg="del">
        <pc:chgData name="Chi Ho Ng" userId="1cb3d5c6-079f-4382-9de2-f58d58b22e19" providerId="ADAL" clId="{0EEF4A46-176D-4221-9B7F-23A1810FE728}" dt="2019-12-03T15:34:14.054" v="110" actId="47"/>
        <pc:sldMkLst>
          <pc:docMk/>
          <pc:sldMk cId="3168737011" sldId="385"/>
        </pc:sldMkLst>
      </pc:sldChg>
      <pc:sldChg chg="modSp modNotesTx">
        <pc:chgData name="Chi Ho Ng" userId="1cb3d5c6-079f-4382-9de2-f58d58b22e19" providerId="ADAL" clId="{0EEF4A46-176D-4221-9B7F-23A1810FE728}" dt="2019-12-04T19:32:11.939" v="2382" actId="20577"/>
        <pc:sldMkLst>
          <pc:docMk/>
          <pc:sldMk cId="1215573932" sldId="386"/>
        </pc:sldMkLst>
        <pc:graphicFrameChg chg="mod">
          <ac:chgData name="Chi Ho Ng" userId="1cb3d5c6-079f-4382-9de2-f58d58b22e19" providerId="ADAL" clId="{0EEF4A46-176D-4221-9B7F-23A1810FE728}" dt="2019-12-04T19:25:57.678" v="1606" actId="12"/>
          <ac:graphicFrameMkLst>
            <pc:docMk/>
            <pc:sldMk cId="1215573932" sldId="386"/>
            <ac:graphicFrameMk id="7" creationId="{BBB5F02E-4511-475E-B936-A6950154B536}"/>
          </ac:graphicFrameMkLst>
        </pc:graphicFrameChg>
      </pc:sldChg>
      <pc:sldChg chg="addCm">
        <pc:chgData name="Chi Ho Ng" userId="1cb3d5c6-079f-4382-9de2-f58d58b22e19" providerId="ADAL" clId="{0EEF4A46-176D-4221-9B7F-23A1810FE728}" dt="2019-12-06T16:51:41.421" v="3487" actId="1589"/>
        <pc:sldMkLst>
          <pc:docMk/>
          <pc:sldMk cId="886480219" sldId="392"/>
        </pc:sldMkLst>
      </pc:sldChg>
      <pc:sldChg chg="delCm modCm">
        <pc:chgData name="Chi Ho Ng" userId="1cb3d5c6-079f-4382-9de2-f58d58b22e19" providerId="ADAL" clId="{0EEF4A46-176D-4221-9B7F-23A1810FE728}" dt="2019-12-03T16:12:31.832" v="1214" actId="1592"/>
        <pc:sldMkLst>
          <pc:docMk/>
          <pc:sldMk cId="2875900349" sldId="400"/>
        </pc:sldMkLst>
      </pc:sldChg>
      <pc:sldChg chg="delCm">
        <pc:chgData name="Chi Ho Ng" userId="1cb3d5c6-079f-4382-9de2-f58d58b22e19" providerId="ADAL" clId="{0EEF4A46-176D-4221-9B7F-23A1810FE728}" dt="2019-12-03T16:12:27.975" v="1213" actId="1592"/>
        <pc:sldMkLst>
          <pc:docMk/>
          <pc:sldMk cId="2429568746" sldId="402"/>
        </pc:sldMkLst>
      </pc:sldChg>
      <pc:sldChg chg="del">
        <pc:chgData name="Chi Ho Ng" userId="1cb3d5c6-079f-4382-9de2-f58d58b22e19" providerId="ADAL" clId="{0EEF4A46-176D-4221-9B7F-23A1810FE728}" dt="2019-12-03T15:34:14.054" v="110" actId="47"/>
        <pc:sldMkLst>
          <pc:docMk/>
          <pc:sldMk cId="2802487244" sldId="404"/>
        </pc:sldMkLst>
      </pc:sldChg>
      <pc:sldChg chg="modNotesTx">
        <pc:chgData name="Chi Ho Ng" userId="1cb3d5c6-079f-4382-9de2-f58d58b22e19" providerId="ADAL" clId="{0EEF4A46-176D-4221-9B7F-23A1810FE728}" dt="2019-12-06T16:49:21.539" v="3486" actId="20577"/>
        <pc:sldMkLst>
          <pc:docMk/>
          <pc:sldMk cId="3659291227" sldId="405"/>
        </pc:sldMkLst>
      </pc:sldChg>
      <pc:sldChg chg="modNotesTx">
        <pc:chgData name="Chi Ho Ng" userId="1cb3d5c6-079f-4382-9de2-f58d58b22e19" providerId="ADAL" clId="{0EEF4A46-176D-4221-9B7F-23A1810FE728}" dt="2019-12-03T15:33:27.921" v="109" actId="20577"/>
        <pc:sldMkLst>
          <pc:docMk/>
          <pc:sldMk cId="1405578546" sldId="407"/>
        </pc:sldMkLst>
      </pc:sldChg>
      <pc:sldChg chg="modSp add addCm delCm modCm modNotesTx">
        <pc:chgData name="Chi Ho Ng" userId="1cb3d5c6-079f-4382-9de2-f58d58b22e19" providerId="ADAL" clId="{0EEF4A46-176D-4221-9B7F-23A1810FE728}" dt="2019-12-06T16:48:35.997" v="3485" actId="313"/>
        <pc:sldMkLst>
          <pc:docMk/>
          <pc:sldMk cId="2702743611" sldId="408"/>
        </pc:sldMkLst>
        <pc:spChg chg="mod">
          <ac:chgData name="Chi Ho Ng" userId="1cb3d5c6-079f-4382-9de2-f58d58b22e19" providerId="ADAL" clId="{0EEF4A46-176D-4221-9B7F-23A1810FE728}" dt="2019-12-04T18:43:16.109" v="1227" actId="20577"/>
          <ac:spMkLst>
            <pc:docMk/>
            <pc:sldMk cId="2702743611" sldId="408"/>
            <ac:spMk id="2" creationId="{00000000-0000-0000-0000-000000000000}"/>
          </ac:spMkLst>
        </pc:spChg>
        <pc:graphicFrameChg chg="mod">
          <ac:chgData name="Chi Ho Ng" userId="1cb3d5c6-079f-4382-9de2-f58d58b22e19" providerId="ADAL" clId="{0EEF4A46-176D-4221-9B7F-23A1810FE728}" dt="2019-12-06T16:48:35.997" v="3485" actId="313"/>
          <ac:graphicFrameMkLst>
            <pc:docMk/>
            <pc:sldMk cId="2702743611" sldId="408"/>
            <ac:graphicFrameMk id="5" creationId="{226A3FF3-E52C-40E5-950D-4D9369CD9916}"/>
          </ac:graphicFrameMkLst>
        </pc:graphicFrameChg>
      </pc:sldChg>
      <pc:sldChg chg="modSp add del">
        <pc:chgData name="Chi Ho Ng" userId="1cb3d5c6-079f-4382-9de2-f58d58b22e19" providerId="ADAL" clId="{0EEF4A46-176D-4221-9B7F-23A1810FE728}" dt="2019-12-06T00:55:59.113" v="3472" actId="47"/>
        <pc:sldMkLst>
          <pc:docMk/>
          <pc:sldMk cId="1595162327" sldId="409"/>
        </pc:sldMkLst>
        <pc:spChg chg="mod">
          <ac:chgData name="Chi Ho Ng" userId="1cb3d5c6-079f-4382-9de2-f58d58b22e19" providerId="ADAL" clId="{0EEF4A46-176D-4221-9B7F-23A1810FE728}" dt="2019-12-06T00:47:09.327" v="2465" actId="20577"/>
          <ac:spMkLst>
            <pc:docMk/>
            <pc:sldMk cId="1595162327" sldId="409"/>
            <ac:spMk id="2" creationId="{EC1B4FAB-0138-4951-A8C4-F1F0BF87857B}"/>
          </ac:spMkLst>
        </pc:spChg>
        <pc:spChg chg="mod">
          <ac:chgData name="Chi Ho Ng" userId="1cb3d5c6-079f-4382-9de2-f58d58b22e19" providerId="ADAL" clId="{0EEF4A46-176D-4221-9B7F-23A1810FE728}" dt="2019-12-06T00:48:40.534" v="2803" actId="20577"/>
          <ac:spMkLst>
            <pc:docMk/>
            <pc:sldMk cId="1595162327" sldId="409"/>
            <ac:spMk id="3" creationId="{722DE495-B41E-4CD4-92B3-EBAF967084F1}"/>
          </ac:spMkLst>
        </pc:spChg>
      </pc:sldChg>
      <pc:sldChg chg="modSp add modCm modNotesTx">
        <pc:chgData name="Chi Ho Ng" userId="1cb3d5c6-079f-4382-9de2-f58d58b22e19" providerId="ADAL" clId="{0EEF4A46-176D-4221-9B7F-23A1810FE728}" dt="2019-12-06T00:55:51.309" v="3471" actId="20577"/>
        <pc:sldMkLst>
          <pc:docMk/>
          <pc:sldMk cId="1645035836" sldId="410"/>
        </pc:sldMkLst>
        <pc:spChg chg="mod">
          <ac:chgData name="Chi Ho Ng" userId="1cb3d5c6-079f-4382-9de2-f58d58b22e19" providerId="ADAL" clId="{0EEF4A46-176D-4221-9B7F-23A1810FE728}" dt="2019-12-06T00:49:47.617" v="2822" actId="20577"/>
          <ac:spMkLst>
            <pc:docMk/>
            <pc:sldMk cId="1645035836" sldId="410"/>
            <ac:spMk id="2" creationId="{00000000-0000-0000-0000-000000000000}"/>
          </ac:spMkLst>
        </pc:spChg>
        <pc:graphicFrameChg chg="mod">
          <ac:chgData name="Chi Ho Ng" userId="1cb3d5c6-079f-4382-9de2-f58d58b22e19" providerId="ADAL" clId="{0EEF4A46-176D-4221-9B7F-23A1810FE728}" dt="2019-12-06T00:54:23.327" v="3283" actId="20577"/>
          <ac:graphicFrameMkLst>
            <pc:docMk/>
            <pc:sldMk cId="1645035836" sldId="410"/>
            <ac:graphicFrameMk id="5" creationId="{226A3FF3-E52C-40E5-950D-4D9369CD9916}"/>
          </ac:graphicFrameMkLst>
        </pc:graphicFrameChg>
      </pc:sldChg>
    </pc:docChg>
  </pc:docChgLst>
  <pc:docChgLst>
    <pc:chgData name="Chi Ho Ng" userId="1cb3d5c6-079f-4382-9de2-f58d58b22e19" providerId="ADAL" clId="{00845B14-1C0B-41D2-9ED3-077B48016293}"/>
    <pc:docChg chg="modSld">
      <pc:chgData name="Chi Ho Ng" userId="1cb3d5c6-079f-4382-9de2-f58d58b22e19" providerId="ADAL" clId="{00845B14-1C0B-41D2-9ED3-077B48016293}" dt="2019-12-07T00:11:41.731" v="126" actId="20577"/>
      <pc:docMkLst>
        <pc:docMk/>
      </pc:docMkLst>
      <pc:sldChg chg="modSp">
        <pc:chgData name="Chi Ho Ng" userId="1cb3d5c6-079f-4382-9de2-f58d58b22e19" providerId="ADAL" clId="{00845B14-1C0B-41D2-9ED3-077B48016293}" dt="2019-12-07T00:11:41.731" v="126" actId="20577"/>
        <pc:sldMkLst>
          <pc:docMk/>
          <pc:sldMk cId="2702743611" sldId="408"/>
        </pc:sldMkLst>
        <pc:graphicFrameChg chg="mod">
          <ac:chgData name="Chi Ho Ng" userId="1cb3d5c6-079f-4382-9de2-f58d58b22e19" providerId="ADAL" clId="{00845B14-1C0B-41D2-9ED3-077B48016293}" dt="2019-12-07T00:11:41.731" v="126" actId="20577"/>
          <ac:graphicFrameMkLst>
            <pc:docMk/>
            <pc:sldMk cId="2702743611" sldId="408"/>
            <ac:graphicFrameMk id="5" creationId="{226A3FF3-E52C-40E5-950D-4D9369CD9916}"/>
          </ac:graphicFrameMkLst>
        </pc:graphicFrameChg>
      </pc:sldChg>
    </pc:docChg>
  </pc:docChgLst>
  <pc:docChgLst>
    <pc:chgData name="Eric Turner" userId="06e8fbf8-fddc-4acb-ad71-d7d3a3e32c8b" providerId="ADAL" clId="{5B72B427-DC04-4058-AD46-6FD5A17AE32D}"/>
    <pc:docChg chg="custSel modSld">
      <pc:chgData name="Eric Turner" userId="06e8fbf8-fddc-4acb-ad71-d7d3a3e32c8b" providerId="ADAL" clId="{5B72B427-DC04-4058-AD46-6FD5A17AE32D}" dt="2019-12-02T00:06:39.051" v="3" actId="1592"/>
      <pc:docMkLst>
        <pc:docMk/>
      </pc:docMkLst>
      <pc:sldChg chg="addCm delCm modCm">
        <pc:chgData name="Eric Turner" userId="06e8fbf8-fddc-4acb-ad71-d7d3a3e32c8b" providerId="ADAL" clId="{5B72B427-DC04-4058-AD46-6FD5A17AE32D}" dt="2019-12-02T00:06:39.051" v="3" actId="1592"/>
        <pc:sldMkLst>
          <pc:docMk/>
          <pc:sldMk cId="886480219" sldId="392"/>
        </pc:sldMkLst>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8" dt="2019-12-09T12:34:50.505" idx="6">
    <p:pos x="10" y="10"/>
    <p:text>New bullet points and speaking notes on A25A, A25B, 22(e)(iA) and A29C</p:text>
    <p:extLst>
      <p:ext uri="{C676402C-5697-4E1C-873F-D02D1690AC5C}">
        <p15:threadingInfo xmlns:p15="http://schemas.microsoft.com/office/powerpoint/2012/main" timeZoneBias="300"/>
      </p:ext>
    </p:extLst>
  </p:cm>
</p: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75C45F-52C5-4517-BFF8-C6A92AF99F8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9BE7448-99F8-40FE-9E7C-A3A08569E873}">
      <dgm:prSet phldrT="[Text]"/>
      <dgm:spPr>
        <a:solidFill>
          <a:schemeClr val="tx1">
            <a:lumMod val="50000"/>
            <a:lumOff val="50000"/>
          </a:schemeClr>
        </a:solidFill>
      </dgm:spPr>
      <dgm:t>
        <a:bodyPr/>
        <a:lstStyle/>
        <a:p>
          <a:r>
            <a:rPr lang="en-US" dirty="0"/>
            <a:t>Task Force Members</a:t>
          </a:r>
        </a:p>
      </dgm:t>
    </dgm:pt>
    <dgm:pt modelId="{C7984BF3-8FC9-4CEF-A54E-187EA8ECB66A}" type="parTrans" cxnId="{6A8DF259-ACA6-45F4-9E98-8A504C6CD94D}">
      <dgm:prSet/>
      <dgm:spPr/>
      <dgm:t>
        <a:bodyPr/>
        <a:lstStyle/>
        <a:p>
          <a:endParaRPr lang="en-US"/>
        </a:p>
      </dgm:t>
    </dgm:pt>
    <dgm:pt modelId="{C0881E8C-A915-4154-81E4-A07395F78084}" type="sibTrans" cxnId="{6A8DF259-ACA6-45F4-9E98-8A504C6CD94D}">
      <dgm:prSet/>
      <dgm:spPr/>
      <dgm:t>
        <a:bodyPr/>
        <a:lstStyle/>
        <a:p>
          <a:endParaRPr lang="en-US"/>
        </a:p>
      </dgm:t>
    </dgm:pt>
    <dgm:pt modelId="{306D0451-BA21-4A7A-B3B2-0C05972A16A5}">
      <dgm:prSet phldrT="[Text]"/>
      <dgm:spPr/>
      <dgm:t>
        <a:bodyPr/>
        <a:lstStyle/>
        <a:p>
          <a:r>
            <a:rPr lang="en-US" dirty="0"/>
            <a:t>Eric Turner</a:t>
          </a:r>
        </a:p>
      </dgm:t>
    </dgm:pt>
    <dgm:pt modelId="{13C64DE7-67AA-4939-84A3-74AF48DB72B1}" type="parTrans" cxnId="{9E7DD04D-ACC5-47A4-934F-5E1E173D108C}">
      <dgm:prSet/>
      <dgm:spPr/>
      <dgm:t>
        <a:bodyPr/>
        <a:lstStyle/>
        <a:p>
          <a:endParaRPr lang="en-US"/>
        </a:p>
      </dgm:t>
    </dgm:pt>
    <dgm:pt modelId="{24650AE8-2D95-4F86-BEB6-84963BB7096B}" type="sibTrans" cxnId="{9E7DD04D-ACC5-47A4-934F-5E1E173D108C}">
      <dgm:prSet/>
      <dgm:spPr/>
      <dgm:t>
        <a:bodyPr/>
        <a:lstStyle/>
        <a:p>
          <a:endParaRPr lang="en-US"/>
        </a:p>
      </dgm:t>
    </dgm:pt>
    <dgm:pt modelId="{451E3E09-9874-4E94-8B2F-C0F966D1B9EB}">
      <dgm:prSet phldrT="[Text]"/>
      <dgm:spPr>
        <a:solidFill>
          <a:schemeClr val="tx1">
            <a:lumMod val="50000"/>
            <a:lumOff val="50000"/>
          </a:schemeClr>
        </a:solidFill>
      </dgm:spPr>
      <dgm:t>
        <a:bodyPr/>
        <a:lstStyle/>
        <a:p>
          <a:r>
            <a:rPr lang="en-US" dirty="0"/>
            <a:t>Staff</a:t>
          </a:r>
        </a:p>
      </dgm:t>
    </dgm:pt>
    <dgm:pt modelId="{EACD40DB-3F70-43CE-8FE9-0ABC18417AC0}" type="parTrans" cxnId="{04CF7020-30D1-423C-863D-3B93D4413B6B}">
      <dgm:prSet/>
      <dgm:spPr/>
      <dgm:t>
        <a:bodyPr/>
        <a:lstStyle/>
        <a:p>
          <a:endParaRPr lang="en-US"/>
        </a:p>
      </dgm:t>
    </dgm:pt>
    <dgm:pt modelId="{2A7E6D3F-C111-489A-81A0-ABFE8E7412D7}" type="sibTrans" cxnId="{04CF7020-30D1-423C-863D-3B93D4413B6B}">
      <dgm:prSet/>
      <dgm:spPr/>
      <dgm:t>
        <a:bodyPr/>
        <a:lstStyle/>
        <a:p>
          <a:endParaRPr lang="en-US"/>
        </a:p>
      </dgm:t>
    </dgm:pt>
    <dgm:pt modelId="{173ECF6E-CA74-4DC4-B087-198CC6727A9D}">
      <dgm:prSet phldrT="[Text]"/>
      <dgm:spPr/>
      <dgm:t>
        <a:bodyPr/>
        <a:lstStyle/>
        <a:p>
          <a:r>
            <a:rPr lang="en-US" dirty="0"/>
            <a:t>Phil Minnaar</a:t>
          </a:r>
        </a:p>
      </dgm:t>
    </dgm:pt>
    <dgm:pt modelId="{E0487B7B-029B-4093-89E5-033B577FD6B3}" type="parTrans" cxnId="{BDE32D20-25FE-4B72-82DF-4ECF47A6BFBC}">
      <dgm:prSet/>
      <dgm:spPr/>
      <dgm:t>
        <a:bodyPr/>
        <a:lstStyle/>
        <a:p>
          <a:endParaRPr lang="en-US"/>
        </a:p>
      </dgm:t>
    </dgm:pt>
    <dgm:pt modelId="{9A88C977-6FA4-4AEF-AC8E-1D3319FED188}" type="sibTrans" cxnId="{BDE32D20-25FE-4B72-82DF-4ECF47A6BFBC}">
      <dgm:prSet/>
      <dgm:spPr/>
      <dgm:t>
        <a:bodyPr/>
        <a:lstStyle/>
        <a:p>
          <a:endParaRPr lang="en-US"/>
        </a:p>
      </dgm:t>
    </dgm:pt>
    <dgm:pt modelId="{06F3D864-5A29-4BB2-AF65-7C5ECC9D28E7}">
      <dgm:prSet phldrT="[Text]"/>
      <dgm:spPr/>
      <dgm:t>
        <a:bodyPr/>
        <a:lstStyle/>
        <a:p>
          <a:r>
            <a:rPr lang="en-US" dirty="0"/>
            <a:t>Chi Ho Ng</a:t>
          </a:r>
        </a:p>
      </dgm:t>
    </dgm:pt>
    <dgm:pt modelId="{0B798953-0019-4592-BECC-4E09774B545C}" type="parTrans" cxnId="{E835152F-8164-4F04-A678-C3D7C77E1FA0}">
      <dgm:prSet/>
      <dgm:spPr/>
      <dgm:t>
        <a:bodyPr/>
        <a:lstStyle/>
        <a:p>
          <a:endParaRPr lang="en-US"/>
        </a:p>
      </dgm:t>
    </dgm:pt>
    <dgm:pt modelId="{98581BA5-808D-4D95-B4FE-CA79C34E395F}" type="sibTrans" cxnId="{E835152F-8164-4F04-A678-C3D7C77E1FA0}">
      <dgm:prSet/>
      <dgm:spPr/>
      <dgm:t>
        <a:bodyPr/>
        <a:lstStyle/>
        <a:p>
          <a:endParaRPr lang="en-US"/>
        </a:p>
      </dgm:t>
    </dgm:pt>
    <dgm:pt modelId="{2C0454E0-2D55-4A09-8043-FD8611F9A71E}">
      <dgm:prSet phldrT="[Text]"/>
      <dgm:spPr/>
      <dgm:t>
        <a:bodyPr/>
        <a:lstStyle/>
        <a:p>
          <a:r>
            <a:rPr lang="en-US" dirty="0"/>
            <a:t>Isabelle Tracq-Sengeissen</a:t>
          </a:r>
        </a:p>
      </dgm:t>
    </dgm:pt>
    <dgm:pt modelId="{B7266D4E-52EE-4025-ADE5-E31F9C0F2931}" type="parTrans" cxnId="{71CA6B81-D8ED-4FE0-87A2-1B73A1D21350}">
      <dgm:prSet/>
      <dgm:spPr/>
      <dgm:t>
        <a:bodyPr/>
        <a:lstStyle/>
        <a:p>
          <a:endParaRPr lang="en-US"/>
        </a:p>
      </dgm:t>
    </dgm:pt>
    <dgm:pt modelId="{4CCB6712-D2AE-47CC-AB61-BCB3C3C58F1B}" type="sibTrans" cxnId="{71CA6B81-D8ED-4FE0-87A2-1B73A1D21350}">
      <dgm:prSet/>
      <dgm:spPr/>
      <dgm:t>
        <a:bodyPr/>
        <a:lstStyle/>
        <a:p>
          <a:endParaRPr lang="en-US"/>
        </a:p>
      </dgm:t>
    </dgm:pt>
    <dgm:pt modelId="{1B1941F4-1DF3-47D9-BAE1-3AEE33E27F18}">
      <dgm:prSet phldrT="[Text]"/>
      <dgm:spPr/>
      <dgm:t>
        <a:bodyPr/>
        <a:lstStyle/>
        <a:p>
          <a:r>
            <a:rPr lang="en-US" dirty="0"/>
            <a:t>Viviene Bauer</a:t>
          </a:r>
        </a:p>
      </dgm:t>
    </dgm:pt>
    <dgm:pt modelId="{F6F81C8D-644E-4870-B8E8-EC6047926ACB}" type="parTrans" cxnId="{A50A8E5F-7ED6-4C9E-8C3A-171207837438}">
      <dgm:prSet/>
      <dgm:spPr/>
    </dgm:pt>
    <dgm:pt modelId="{FA0DE80F-A4DB-467E-A1DA-3EDE0A8E1B71}" type="sibTrans" cxnId="{A50A8E5F-7ED6-4C9E-8C3A-171207837438}">
      <dgm:prSet/>
      <dgm:spPr/>
    </dgm:pt>
    <dgm:pt modelId="{EA37604E-5DBA-44D9-A2B3-03B34A921644}">
      <dgm:prSet phldrT="[Text]"/>
      <dgm:spPr/>
      <dgm:t>
        <a:bodyPr/>
        <a:lstStyle/>
        <a:p>
          <a:r>
            <a:rPr lang="en-US" dirty="0"/>
            <a:t>Roger Simnett</a:t>
          </a:r>
        </a:p>
      </dgm:t>
    </dgm:pt>
    <dgm:pt modelId="{EE6FBB64-01A8-4177-8A8C-0828FEF7D1E6}" type="parTrans" cxnId="{80194CF7-F181-4C91-9E87-82BAF5934F9C}">
      <dgm:prSet/>
      <dgm:spPr/>
    </dgm:pt>
    <dgm:pt modelId="{77200586-0EF1-4A67-93FF-CCD78B728D7F}" type="sibTrans" cxnId="{80194CF7-F181-4C91-9E87-82BAF5934F9C}">
      <dgm:prSet/>
      <dgm:spPr/>
    </dgm:pt>
    <dgm:pt modelId="{EC79B6D6-6675-42E2-9E62-42A2F7E53359}" type="pres">
      <dgm:prSet presAssocID="{1675C45F-52C5-4517-BFF8-C6A92AF99F84}" presName="linear" presStyleCnt="0">
        <dgm:presLayoutVars>
          <dgm:animLvl val="lvl"/>
          <dgm:resizeHandles val="exact"/>
        </dgm:presLayoutVars>
      </dgm:prSet>
      <dgm:spPr/>
    </dgm:pt>
    <dgm:pt modelId="{1FA49670-A754-43A7-A9BB-EDFC3D1D4CDD}" type="pres">
      <dgm:prSet presAssocID="{79BE7448-99F8-40FE-9E7C-A3A08569E873}" presName="parentText" presStyleLbl="node1" presStyleIdx="0" presStyleCnt="2">
        <dgm:presLayoutVars>
          <dgm:chMax val="0"/>
          <dgm:bulletEnabled val="1"/>
        </dgm:presLayoutVars>
      </dgm:prSet>
      <dgm:spPr/>
    </dgm:pt>
    <dgm:pt modelId="{BB4EB8FC-AA89-4C93-B3ED-EE7DAABA7461}" type="pres">
      <dgm:prSet presAssocID="{79BE7448-99F8-40FE-9E7C-A3A08569E873}" presName="childText" presStyleLbl="revTx" presStyleIdx="0" presStyleCnt="2">
        <dgm:presLayoutVars>
          <dgm:bulletEnabled val="1"/>
        </dgm:presLayoutVars>
      </dgm:prSet>
      <dgm:spPr/>
    </dgm:pt>
    <dgm:pt modelId="{DCA941AB-3DF9-4B2E-BEC4-83890E5947E8}" type="pres">
      <dgm:prSet presAssocID="{451E3E09-9874-4E94-8B2F-C0F966D1B9EB}" presName="parentText" presStyleLbl="node1" presStyleIdx="1" presStyleCnt="2">
        <dgm:presLayoutVars>
          <dgm:chMax val="0"/>
          <dgm:bulletEnabled val="1"/>
        </dgm:presLayoutVars>
      </dgm:prSet>
      <dgm:spPr/>
    </dgm:pt>
    <dgm:pt modelId="{6B2D891E-581A-43F1-91CA-729ACA455256}" type="pres">
      <dgm:prSet presAssocID="{451E3E09-9874-4E94-8B2F-C0F966D1B9EB}" presName="childText" presStyleLbl="revTx" presStyleIdx="1" presStyleCnt="2">
        <dgm:presLayoutVars>
          <dgm:bulletEnabled val="1"/>
        </dgm:presLayoutVars>
      </dgm:prSet>
      <dgm:spPr/>
    </dgm:pt>
  </dgm:ptLst>
  <dgm:cxnLst>
    <dgm:cxn modelId="{26F86E0D-A371-4162-86BF-45601D363435}" type="presOf" srcId="{1B1941F4-1DF3-47D9-BAE1-3AEE33E27F18}" destId="{BB4EB8FC-AA89-4C93-B3ED-EE7DAABA7461}" srcOrd="0" destOrd="2" presId="urn:microsoft.com/office/officeart/2005/8/layout/vList2"/>
    <dgm:cxn modelId="{B4F0E91F-A6B2-4F47-9B05-1E4E2A138A2D}" type="presOf" srcId="{306D0451-BA21-4A7A-B3B2-0C05972A16A5}" destId="{BB4EB8FC-AA89-4C93-B3ED-EE7DAABA7461}" srcOrd="0" destOrd="0" presId="urn:microsoft.com/office/officeart/2005/8/layout/vList2"/>
    <dgm:cxn modelId="{BDE32D20-25FE-4B72-82DF-4ECF47A6BFBC}" srcId="{451E3E09-9874-4E94-8B2F-C0F966D1B9EB}" destId="{173ECF6E-CA74-4DC4-B087-198CC6727A9D}" srcOrd="0" destOrd="0" parTransId="{E0487B7B-029B-4093-89E5-033B577FD6B3}" sibTransId="{9A88C977-6FA4-4AEF-AC8E-1D3319FED188}"/>
    <dgm:cxn modelId="{04CF7020-30D1-423C-863D-3B93D4413B6B}" srcId="{1675C45F-52C5-4517-BFF8-C6A92AF99F84}" destId="{451E3E09-9874-4E94-8B2F-C0F966D1B9EB}" srcOrd="1" destOrd="0" parTransId="{EACD40DB-3F70-43CE-8FE9-0ABC18417AC0}" sibTransId="{2A7E6D3F-C111-489A-81A0-ABFE8E7412D7}"/>
    <dgm:cxn modelId="{5C0FCE20-9E66-4D3D-8E99-5510B7544DCC}" type="presOf" srcId="{2C0454E0-2D55-4A09-8043-FD8611F9A71E}" destId="{BB4EB8FC-AA89-4C93-B3ED-EE7DAABA7461}" srcOrd="0" destOrd="1" presId="urn:microsoft.com/office/officeart/2005/8/layout/vList2"/>
    <dgm:cxn modelId="{25B3BF26-00F2-431C-9456-192BDEBBE64D}" type="presOf" srcId="{EA37604E-5DBA-44D9-A2B3-03B34A921644}" destId="{BB4EB8FC-AA89-4C93-B3ED-EE7DAABA7461}" srcOrd="0" destOrd="3" presId="urn:microsoft.com/office/officeart/2005/8/layout/vList2"/>
    <dgm:cxn modelId="{34E75C2A-88C5-4E60-8B3D-1E9B2EEF0E42}" type="presOf" srcId="{1675C45F-52C5-4517-BFF8-C6A92AF99F84}" destId="{EC79B6D6-6675-42E2-9E62-42A2F7E53359}" srcOrd="0" destOrd="0" presId="urn:microsoft.com/office/officeart/2005/8/layout/vList2"/>
    <dgm:cxn modelId="{E835152F-8164-4F04-A678-C3D7C77E1FA0}" srcId="{451E3E09-9874-4E94-8B2F-C0F966D1B9EB}" destId="{06F3D864-5A29-4BB2-AF65-7C5ECC9D28E7}" srcOrd="1" destOrd="0" parTransId="{0B798953-0019-4592-BECC-4E09774B545C}" sibTransId="{98581BA5-808D-4D95-B4FE-CA79C34E395F}"/>
    <dgm:cxn modelId="{A50A8E5F-7ED6-4C9E-8C3A-171207837438}" srcId="{79BE7448-99F8-40FE-9E7C-A3A08569E873}" destId="{1B1941F4-1DF3-47D9-BAE1-3AEE33E27F18}" srcOrd="2" destOrd="0" parTransId="{F6F81C8D-644E-4870-B8E8-EC6047926ACB}" sibTransId="{FA0DE80F-A4DB-467E-A1DA-3EDE0A8E1B71}"/>
    <dgm:cxn modelId="{9E7DD04D-ACC5-47A4-934F-5E1E173D108C}" srcId="{79BE7448-99F8-40FE-9E7C-A3A08569E873}" destId="{306D0451-BA21-4A7A-B3B2-0C05972A16A5}" srcOrd="0" destOrd="0" parTransId="{13C64DE7-67AA-4939-84A3-74AF48DB72B1}" sibTransId="{24650AE8-2D95-4F86-BEB6-84963BB7096B}"/>
    <dgm:cxn modelId="{B0D03452-F146-4538-AF79-BBEE4699DE95}" type="presOf" srcId="{173ECF6E-CA74-4DC4-B087-198CC6727A9D}" destId="{6B2D891E-581A-43F1-91CA-729ACA455256}" srcOrd="0" destOrd="0" presId="urn:microsoft.com/office/officeart/2005/8/layout/vList2"/>
    <dgm:cxn modelId="{6A8DF259-ACA6-45F4-9E98-8A504C6CD94D}" srcId="{1675C45F-52C5-4517-BFF8-C6A92AF99F84}" destId="{79BE7448-99F8-40FE-9E7C-A3A08569E873}" srcOrd="0" destOrd="0" parTransId="{C7984BF3-8FC9-4CEF-A54E-187EA8ECB66A}" sibTransId="{C0881E8C-A915-4154-81E4-A07395F78084}"/>
    <dgm:cxn modelId="{71CA6B81-D8ED-4FE0-87A2-1B73A1D21350}" srcId="{79BE7448-99F8-40FE-9E7C-A3A08569E873}" destId="{2C0454E0-2D55-4A09-8043-FD8611F9A71E}" srcOrd="1" destOrd="0" parTransId="{B7266D4E-52EE-4025-ADE5-E31F9C0F2931}" sibTransId="{4CCB6712-D2AE-47CC-AB61-BCB3C3C58F1B}"/>
    <dgm:cxn modelId="{4A71D88A-8084-45E0-8BA8-E7A01D59B94F}" type="presOf" srcId="{451E3E09-9874-4E94-8B2F-C0F966D1B9EB}" destId="{DCA941AB-3DF9-4B2E-BEC4-83890E5947E8}" srcOrd="0" destOrd="0" presId="urn:microsoft.com/office/officeart/2005/8/layout/vList2"/>
    <dgm:cxn modelId="{DD88DAC6-5B40-4C02-85BA-DCFD2EB0ED84}" type="presOf" srcId="{06F3D864-5A29-4BB2-AF65-7C5ECC9D28E7}" destId="{6B2D891E-581A-43F1-91CA-729ACA455256}" srcOrd="0" destOrd="1" presId="urn:microsoft.com/office/officeart/2005/8/layout/vList2"/>
    <dgm:cxn modelId="{AE9A6CE2-CB41-47B1-99E5-88F72B59FF20}" type="presOf" srcId="{79BE7448-99F8-40FE-9E7C-A3A08569E873}" destId="{1FA49670-A754-43A7-A9BB-EDFC3D1D4CDD}" srcOrd="0" destOrd="0" presId="urn:microsoft.com/office/officeart/2005/8/layout/vList2"/>
    <dgm:cxn modelId="{80194CF7-F181-4C91-9E87-82BAF5934F9C}" srcId="{79BE7448-99F8-40FE-9E7C-A3A08569E873}" destId="{EA37604E-5DBA-44D9-A2B3-03B34A921644}" srcOrd="3" destOrd="0" parTransId="{EE6FBB64-01A8-4177-8A8C-0828FEF7D1E6}" sibTransId="{77200586-0EF1-4A67-93FF-CCD78B728D7F}"/>
    <dgm:cxn modelId="{B9AB397D-A47B-4031-9028-E197A45ED6F8}" type="presParOf" srcId="{EC79B6D6-6675-42E2-9E62-42A2F7E53359}" destId="{1FA49670-A754-43A7-A9BB-EDFC3D1D4CDD}" srcOrd="0" destOrd="0" presId="urn:microsoft.com/office/officeart/2005/8/layout/vList2"/>
    <dgm:cxn modelId="{9DB8CD18-CC70-4D2D-BCEA-DE7664CA4BCA}" type="presParOf" srcId="{EC79B6D6-6675-42E2-9E62-42A2F7E53359}" destId="{BB4EB8FC-AA89-4C93-B3ED-EE7DAABA7461}" srcOrd="1" destOrd="0" presId="urn:microsoft.com/office/officeart/2005/8/layout/vList2"/>
    <dgm:cxn modelId="{6C400A67-909D-417C-A4F7-63701AFFED23}" type="presParOf" srcId="{EC79B6D6-6675-42E2-9E62-42A2F7E53359}" destId="{DCA941AB-3DF9-4B2E-BEC4-83890E5947E8}" srcOrd="2" destOrd="0" presId="urn:microsoft.com/office/officeart/2005/8/layout/vList2"/>
    <dgm:cxn modelId="{D9CE622D-EA60-42E8-927F-C7C720DB3B7C}" type="presParOf" srcId="{EC79B6D6-6675-42E2-9E62-42A2F7E53359}" destId="{6B2D891E-581A-43F1-91CA-729ACA455256}"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675C45F-52C5-4517-BFF8-C6A92AF99F8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9BE7448-99F8-40FE-9E7C-A3A08569E873}">
      <dgm:prSet phldrT="[Text]"/>
      <dgm:spPr>
        <a:solidFill>
          <a:schemeClr val="tx1">
            <a:lumMod val="50000"/>
            <a:lumOff val="50000"/>
          </a:schemeClr>
        </a:solidFill>
      </dgm:spPr>
      <dgm:t>
        <a:bodyPr/>
        <a:lstStyle/>
        <a:p>
          <a:r>
            <a:rPr lang="en-US" dirty="0"/>
            <a:t>Task Force Activities since August 2019</a:t>
          </a:r>
        </a:p>
      </dgm:t>
    </dgm:pt>
    <dgm:pt modelId="{C7984BF3-8FC9-4CEF-A54E-187EA8ECB66A}" type="parTrans" cxnId="{6A8DF259-ACA6-45F4-9E98-8A504C6CD94D}">
      <dgm:prSet/>
      <dgm:spPr/>
      <dgm:t>
        <a:bodyPr/>
        <a:lstStyle/>
        <a:p>
          <a:endParaRPr lang="en-US"/>
        </a:p>
      </dgm:t>
    </dgm:pt>
    <dgm:pt modelId="{C0881E8C-A915-4154-81E4-A07395F78084}" type="sibTrans" cxnId="{6A8DF259-ACA6-45F4-9E98-8A504C6CD94D}">
      <dgm:prSet/>
      <dgm:spPr/>
      <dgm:t>
        <a:bodyPr/>
        <a:lstStyle/>
        <a:p>
          <a:endParaRPr lang="en-US"/>
        </a:p>
      </dgm:t>
    </dgm:pt>
    <dgm:pt modelId="{306D0451-BA21-4A7A-B3B2-0C05972A16A5}">
      <dgm:prSet phldrT="[Text]"/>
      <dgm:spPr/>
      <dgm:t>
        <a:bodyPr/>
        <a:lstStyle/>
        <a:p>
          <a:r>
            <a:rPr lang="en-US" dirty="0"/>
            <a:t>2 in-person meetings and 1 teleconference</a:t>
          </a:r>
        </a:p>
      </dgm:t>
    </dgm:pt>
    <dgm:pt modelId="{13C64DE7-67AA-4939-84A3-74AF48DB72B1}" type="parTrans" cxnId="{9E7DD04D-ACC5-47A4-934F-5E1E173D108C}">
      <dgm:prSet/>
      <dgm:spPr/>
      <dgm:t>
        <a:bodyPr/>
        <a:lstStyle/>
        <a:p>
          <a:endParaRPr lang="en-US"/>
        </a:p>
      </dgm:t>
    </dgm:pt>
    <dgm:pt modelId="{24650AE8-2D95-4F86-BEB6-84963BB7096B}" type="sibTrans" cxnId="{9E7DD04D-ACC5-47A4-934F-5E1E173D108C}">
      <dgm:prSet/>
      <dgm:spPr/>
      <dgm:t>
        <a:bodyPr/>
        <a:lstStyle/>
        <a:p>
          <a:endParaRPr lang="en-US"/>
        </a:p>
      </dgm:t>
    </dgm:pt>
    <dgm:pt modelId="{451E3E09-9874-4E94-8B2F-C0F966D1B9EB}">
      <dgm:prSet phldrT="[Text]"/>
      <dgm:spPr>
        <a:solidFill>
          <a:schemeClr val="tx1">
            <a:lumMod val="50000"/>
            <a:lumOff val="50000"/>
          </a:schemeClr>
        </a:solidFill>
      </dgm:spPr>
      <dgm:t>
        <a:bodyPr/>
        <a:lstStyle/>
        <a:p>
          <a:r>
            <a:rPr lang="en-US" dirty="0"/>
            <a:t>Outreach</a:t>
          </a:r>
        </a:p>
      </dgm:t>
    </dgm:pt>
    <dgm:pt modelId="{EACD40DB-3F70-43CE-8FE9-0ABC18417AC0}" type="parTrans" cxnId="{04CF7020-30D1-423C-863D-3B93D4413B6B}">
      <dgm:prSet/>
      <dgm:spPr/>
      <dgm:t>
        <a:bodyPr/>
        <a:lstStyle/>
        <a:p>
          <a:endParaRPr lang="en-US"/>
        </a:p>
      </dgm:t>
    </dgm:pt>
    <dgm:pt modelId="{2A7E6D3F-C111-489A-81A0-ABFE8E7412D7}" type="sibTrans" cxnId="{04CF7020-30D1-423C-863D-3B93D4413B6B}">
      <dgm:prSet/>
      <dgm:spPr/>
      <dgm:t>
        <a:bodyPr/>
        <a:lstStyle/>
        <a:p>
          <a:endParaRPr lang="en-US"/>
        </a:p>
      </dgm:t>
    </dgm:pt>
    <dgm:pt modelId="{173ECF6E-CA74-4DC4-B087-198CC6727A9D}">
      <dgm:prSet phldrT="[Text]"/>
      <dgm:spPr/>
      <dgm:t>
        <a:bodyPr/>
        <a:lstStyle/>
        <a:p>
          <a:r>
            <a:rPr lang="en-US" dirty="0"/>
            <a:t>The Task Force Chair provided an update to the IAASB’s Consultative Advisory Group in September 2019</a:t>
          </a:r>
        </a:p>
      </dgm:t>
    </dgm:pt>
    <dgm:pt modelId="{E0487B7B-029B-4093-89E5-033B577FD6B3}" type="parTrans" cxnId="{BDE32D20-25FE-4B72-82DF-4ECF47A6BFBC}">
      <dgm:prSet/>
      <dgm:spPr/>
      <dgm:t>
        <a:bodyPr/>
        <a:lstStyle/>
        <a:p>
          <a:endParaRPr lang="en-US"/>
        </a:p>
      </dgm:t>
    </dgm:pt>
    <dgm:pt modelId="{9A88C977-6FA4-4AEF-AC8E-1D3319FED188}" type="sibTrans" cxnId="{BDE32D20-25FE-4B72-82DF-4ECF47A6BFBC}">
      <dgm:prSet/>
      <dgm:spPr/>
      <dgm:t>
        <a:bodyPr/>
        <a:lstStyle/>
        <a:p>
          <a:endParaRPr lang="en-US"/>
        </a:p>
      </dgm:t>
    </dgm:pt>
    <dgm:pt modelId="{4DB0930A-28DD-4829-A0C8-C2A8443E4680}">
      <dgm:prSet/>
      <dgm:spPr/>
      <dgm:t>
        <a:bodyPr/>
        <a:lstStyle/>
        <a:p>
          <a:r>
            <a:rPr lang="en-US" dirty="0"/>
            <a:t>IAASB staff provided an update to the Small and Medium Practices Committee meeting in October 2019</a:t>
          </a:r>
        </a:p>
      </dgm:t>
    </dgm:pt>
    <dgm:pt modelId="{429869C7-81C0-4F73-97EA-3E8079FCF6D5}" type="parTrans" cxnId="{67D87923-27D6-44EA-9EE5-42074849CE6D}">
      <dgm:prSet/>
      <dgm:spPr/>
      <dgm:t>
        <a:bodyPr/>
        <a:lstStyle/>
        <a:p>
          <a:endParaRPr lang="en-US"/>
        </a:p>
      </dgm:t>
    </dgm:pt>
    <dgm:pt modelId="{C3E7B1AA-AB1B-4FEF-A235-69DC70960992}" type="sibTrans" cxnId="{67D87923-27D6-44EA-9EE5-42074849CE6D}">
      <dgm:prSet/>
      <dgm:spPr/>
      <dgm:t>
        <a:bodyPr/>
        <a:lstStyle/>
        <a:p>
          <a:endParaRPr lang="en-US"/>
        </a:p>
      </dgm:t>
    </dgm:pt>
    <dgm:pt modelId="{EC79B6D6-6675-42E2-9E62-42A2F7E53359}" type="pres">
      <dgm:prSet presAssocID="{1675C45F-52C5-4517-BFF8-C6A92AF99F84}" presName="linear" presStyleCnt="0">
        <dgm:presLayoutVars>
          <dgm:animLvl val="lvl"/>
          <dgm:resizeHandles val="exact"/>
        </dgm:presLayoutVars>
      </dgm:prSet>
      <dgm:spPr/>
    </dgm:pt>
    <dgm:pt modelId="{1FA49670-A754-43A7-A9BB-EDFC3D1D4CDD}" type="pres">
      <dgm:prSet presAssocID="{79BE7448-99F8-40FE-9E7C-A3A08569E873}" presName="parentText" presStyleLbl="node1" presStyleIdx="0" presStyleCnt="2">
        <dgm:presLayoutVars>
          <dgm:chMax val="0"/>
          <dgm:bulletEnabled val="1"/>
        </dgm:presLayoutVars>
      </dgm:prSet>
      <dgm:spPr/>
    </dgm:pt>
    <dgm:pt modelId="{BB4EB8FC-AA89-4C93-B3ED-EE7DAABA7461}" type="pres">
      <dgm:prSet presAssocID="{79BE7448-99F8-40FE-9E7C-A3A08569E873}" presName="childText" presStyleLbl="revTx" presStyleIdx="0" presStyleCnt="2">
        <dgm:presLayoutVars>
          <dgm:bulletEnabled val="1"/>
        </dgm:presLayoutVars>
      </dgm:prSet>
      <dgm:spPr/>
    </dgm:pt>
    <dgm:pt modelId="{DCA941AB-3DF9-4B2E-BEC4-83890E5947E8}" type="pres">
      <dgm:prSet presAssocID="{451E3E09-9874-4E94-8B2F-C0F966D1B9EB}" presName="parentText" presStyleLbl="node1" presStyleIdx="1" presStyleCnt="2">
        <dgm:presLayoutVars>
          <dgm:chMax val="0"/>
          <dgm:bulletEnabled val="1"/>
        </dgm:presLayoutVars>
      </dgm:prSet>
      <dgm:spPr/>
    </dgm:pt>
    <dgm:pt modelId="{6B2D891E-581A-43F1-91CA-729ACA455256}" type="pres">
      <dgm:prSet presAssocID="{451E3E09-9874-4E94-8B2F-C0F966D1B9EB}" presName="childText" presStyleLbl="revTx" presStyleIdx="1" presStyleCnt="2">
        <dgm:presLayoutVars>
          <dgm:bulletEnabled val="1"/>
        </dgm:presLayoutVars>
      </dgm:prSet>
      <dgm:spPr/>
    </dgm:pt>
  </dgm:ptLst>
  <dgm:cxnLst>
    <dgm:cxn modelId="{B4F0E91F-A6B2-4F47-9B05-1E4E2A138A2D}" type="presOf" srcId="{306D0451-BA21-4A7A-B3B2-0C05972A16A5}" destId="{BB4EB8FC-AA89-4C93-B3ED-EE7DAABA7461}" srcOrd="0" destOrd="0" presId="urn:microsoft.com/office/officeart/2005/8/layout/vList2"/>
    <dgm:cxn modelId="{BDE32D20-25FE-4B72-82DF-4ECF47A6BFBC}" srcId="{451E3E09-9874-4E94-8B2F-C0F966D1B9EB}" destId="{173ECF6E-CA74-4DC4-B087-198CC6727A9D}" srcOrd="0" destOrd="0" parTransId="{E0487B7B-029B-4093-89E5-033B577FD6B3}" sibTransId="{9A88C977-6FA4-4AEF-AC8E-1D3319FED188}"/>
    <dgm:cxn modelId="{04CF7020-30D1-423C-863D-3B93D4413B6B}" srcId="{1675C45F-52C5-4517-BFF8-C6A92AF99F84}" destId="{451E3E09-9874-4E94-8B2F-C0F966D1B9EB}" srcOrd="1" destOrd="0" parTransId="{EACD40DB-3F70-43CE-8FE9-0ABC18417AC0}" sibTransId="{2A7E6D3F-C111-489A-81A0-ABFE8E7412D7}"/>
    <dgm:cxn modelId="{67D87923-27D6-44EA-9EE5-42074849CE6D}" srcId="{451E3E09-9874-4E94-8B2F-C0F966D1B9EB}" destId="{4DB0930A-28DD-4829-A0C8-C2A8443E4680}" srcOrd="1" destOrd="0" parTransId="{429869C7-81C0-4F73-97EA-3E8079FCF6D5}" sibTransId="{C3E7B1AA-AB1B-4FEF-A235-69DC70960992}"/>
    <dgm:cxn modelId="{34E75C2A-88C5-4E60-8B3D-1E9B2EEF0E42}" type="presOf" srcId="{1675C45F-52C5-4517-BFF8-C6A92AF99F84}" destId="{EC79B6D6-6675-42E2-9E62-42A2F7E53359}" srcOrd="0" destOrd="0" presId="urn:microsoft.com/office/officeart/2005/8/layout/vList2"/>
    <dgm:cxn modelId="{9E7DD04D-ACC5-47A4-934F-5E1E173D108C}" srcId="{79BE7448-99F8-40FE-9E7C-A3A08569E873}" destId="{306D0451-BA21-4A7A-B3B2-0C05972A16A5}" srcOrd="0" destOrd="0" parTransId="{13C64DE7-67AA-4939-84A3-74AF48DB72B1}" sibTransId="{24650AE8-2D95-4F86-BEB6-84963BB7096B}"/>
    <dgm:cxn modelId="{B0D03452-F146-4538-AF79-BBEE4699DE95}" type="presOf" srcId="{173ECF6E-CA74-4DC4-B087-198CC6727A9D}" destId="{6B2D891E-581A-43F1-91CA-729ACA455256}" srcOrd="0" destOrd="0" presId="urn:microsoft.com/office/officeart/2005/8/layout/vList2"/>
    <dgm:cxn modelId="{6A8DF259-ACA6-45F4-9E98-8A504C6CD94D}" srcId="{1675C45F-52C5-4517-BFF8-C6A92AF99F84}" destId="{79BE7448-99F8-40FE-9E7C-A3A08569E873}" srcOrd="0" destOrd="0" parTransId="{C7984BF3-8FC9-4CEF-A54E-187EA8ECB66A}" sibTransId="{C0881E8C-A915-4154-81E4-A07395F78084}"/>
    <dgm:cxn modelId="{87140487-949F-4D54-8D6A-3FA934273146}" type="presOf" srcId="{4DB0930A-28DD-4829-A0C8-C2A8443E4680}" destId="{6B2D891E-581A-43F1-91CA-729ACA455256}" srcOrd="0" destOrd="1" presId="urn:microsoft.com/office/officeart/2005/8/layout/vList2"/>
    <dgm:cxn modelId="{4A71D88A-8084-45E0-8BA8-E7A01D59B94F}" type="presOf" srcId="{451E3E09-9874-4E94-8B2F-C0F966D1B9EB}" destId="{DCA941AB-3DF9-4B2E-BEC4-83890E5947E8}" srcOrd="0" destOrd="0" presId="urn:microsoft.com/office/officeart/2005/8/layout/vList2"/>
    <dgm:cxn modelId="{AE9A6CE2-CB41-47B1-99E5-88F72B59FF20}" type="presOf" srcId="{79BE7448-99F8-40FE-9E7C-A3A08569E873}" destId="{1FA49670-A754-43A7-A9BB-EDFC3D1D4CDD}" srcOrd="0" destOrd="0" presId="urn:microsoft.com/office/officeart/2005/8/layout/vList2"/>
    <dgm:cxn modelId="{B9AB397D-A47B-4031-9028-E197A45ED6F8}" type="presParOf" srcId="{EC79B6D6-6675-42E2-9E62-42A2F7E53359}" destId="{1FA49670-A754-43A7-A9BB-EDFC3D1D4CDD}" srcOrd="0" destOrd="0" presId="urn:microsoft.com/office/officeart/2005/8/layout/vList2"/>
    <dgm:cxn modelId="{9DB8CD18-CC70-4D2D-BCEA-DE7664CA4BCA}" type="presParOf" srcId="{EC79B6D6-6675-42E2-9E62-42A2F7E53359}" destId="{BB4EB8FC-AA89-4C93-B3ED-EE7DAABA7461}" srcOrd="1" destOrd="0" presId="urn:microsoft.com/office/officeart/2005/8/layout/vList2"/>
    <dgm:cxn modelId="{6C400A67-909D-417C-A4F7-63701AFFED23}" type="presParOf" srcId="{EC79B6D6-6675-42E2-9E62-42A2F7E53359}" destId="{DCA941AB-3DF9-4B2E-BEC4-83890E5947E8}" srcOrd="2" destOrd="0" presId="urn:microsoft.com/office/officeart/2005/8/layout/vList2"/>
    <dgm:cxn modelId="{D9CE622D-EA60-42E8-927F-C7C720DB3B7C}" type="presParOf" srcId="{EC79B6D6-6675-42E2-9E62-42A2F7E53359}" destId="{6B2D891E-581A-43F1-91CA-729ACA455256}"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675C45F-52C5-4517-BFF8-C6A92AF99F8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9BE7448-99F8-40FE-9E7C-A3A08569E873}">
      <dgm:prSet phldrT="[Text]"/>
      <dgm:spPr>
        <a:solidFill>
          <a:schemeClr val="tx1">
            <a:lumMod val="50000"/>
            <a:lumOff val="50000"/>
          </a:schemeClr>
        </a:solidFill>
      </dgm:spPr>
      <dgm:t>
        <a:bodyPr/>
        <a:lstStyle/>
        <a:p>
          <a:r>
            <a:rPr lang="en-US" dirty="0"/>
            <a:t>Professional Judgment</a:t>
          </a:r>
        </a:p>
      </dgm:t>
    </dgm:pt>
    <dgm:pt modelId="{C7984BF3-8FC9-4CEF-A54E-187EA8ECB66A}" type="parTrans" cxnId="{6A8DF259-ACA6-45F4-9E98-8A504C6CD94D}">
      <dgm:prSet/>
      <dgm:spPr/>
      <dgm:t>
        <a:bodyPr/>
        <a:lstStyle/>
        <a:p>
          <a:endParaRPr lang="en-US"/>
        </a:p>
      </dgm:t>
    </dgm:pt>
    <dgm:pt modelId="{C0881E8C-A915-4154-81E4-A07395F78084}" type="sibTrans" cxnId="{6A8DF259-ACA6-45F4-9E98-8A504C6CD94D}">
      <dgm:prSet/>
      <dgm:spPr/>
      <dgm:t>
        <a:bodyPr/>
        <a:lstStyle/>
        <a:p>
          <a:endParaRPr lang="en-US"/>
        </a:p>
      </dgm:t>
    </dgm:pt>
    <dgm:pt modelId="{306D0451-BA21-4A7A-B3B2-0C05972A16A5}">
      <dgm:prSet phldrT="[Text]"/>
      <dgm:spPr>
        <a:solidFill>
          <a:schemeClr val="bg1">
            <a:lumMod val="50000"/>
          </a:schemeClr>
        </a:solidFill>
      </dgm:spPr>
      <dgm:t>
        <a:bodyPr/>
        <a:lstStyle/>
        <a:p>
          <a:r>
            <a:rPr lang="en-US" dirty="0"/>
            <a:t>Independence</a:t>
          </a:r>
        </a:p>
      </dgm:t>
    </dgm:pt>
    <dgm:pt modelId="{13C64DE7-67AA-4939-84A3-74AF48DB72B1}" type="parTrans" cxnId="{9E7DD04D-ACC5-47A4-934F-5E1E173D108C}">
      <dgm:prSet/>
      <dgm:spPr/>
      <dgm:t>
        <a:bodyPr/>
        <a:lstStyle/>
        <a:p>
          <a:endParaRPr lang="en-US"/>
        </a:p>
      </dgm:t>
    </dgm:pt>
    <dgm:pt modelId="{24650AE8-2D95-4F86-BEB6-84963BB7096B}" type="sibTrans" cxnId="{9E7DD04D-ACC5-47A4-934F-5E1E173D108C}">
      <dgm:prSet/>
      <dgm:spPr/>
      <dgm:t>
        <a:bodyPr/>
        <a:lstStyle/>
        <a:p>
          <a:endParaRPr lang="en-US"/>
        </a:p>
      </dgm:t>
    </dgm:pt>
    <dgm:pt modelId="{314E138C-56B8-4D56-BC62-D0982053CB45}">
      <dgm:prSet phldrT="[Text]"/>
      <dgm:spPr/>
      <dgm:t>
        <a:bodyPr/>
        <a:lstStyle/>
        <a:p>
          <a:r>
            <a:rPr lang="en-US" dirty="0"/>
            <a:t>Most representatives agreed with not requiring independence to be a precondition for an AUP engagement. Reasons in support of this position included:</a:t>
          </a:r>
        </a:p>
      </dgm:t>
    </dgm:pt>
    <dgm:pt modelId="{47152E9C-0067-4C91-A4AC-18D1A8DC2A4C}" type="parTrans" cxnId="{4AB1EFB3-F3A3-4BB0-A347-3EC5090D181F}">
      <dgm:prSet/>
      <dgm:spPr/>
      <dgm:t>
        <a:bodyPr/>
        <a:lstStyle/>
        <a:p>
          <a:endParaRPr lang="en-US"/>
        </a:p>
      </dgm:t>
    </dgm:pt>
    <dgm:pt modelId="{0194DC55-E88B-4E78-83E2-876AFD55EFFA}" type="sibTrans" cxnId="{4AB1EFB3-F3A3-4BB0-A347-3EC5090D181F}">
      <dgm:prSet/>
      <dgm:spPr/>
      <dgm:t>
        <a:bodyPr/>
        <a:lstStyle/>
        <a:p>
          <a:endParaRPr lang="en-US"/>
        </a:p>
      </dgm:t>
    </dgm:pt>
    <dgm:pt modelId="{37B3AE11-C538-4735-B5B7-9B60C4AFFFBC}">
      <dgm:prSet phldrT="[Text]"/>
      <dgm:spPr>
        <a:noFill/>
      </dgm:spPr>
      <dgm:t>
        <a:bodyPr/>
        <a:lstStyle/>
        <a:p>
          <a:r>
            <a:rPr lang="en-US" dirty="0"/>
            <a:t>General agreement that professional judgment is limited in an AUP engagement</a:t>
          </a:r>
        </a:p>
      </dgm:t>
    </dgm:pt>
    <dgm:pt modelId="{79EDC333-EE87-43A3-B518-8A60CA05E7E9}" type="parTrans" cxnId="{FCB4D93A-122B-4F27-88B9-00C5BA9FF343}">
      <dgm:prSet/>
      <dgm:spPr/>
      <dgm:t>
        <a:bodyPr/>
        <a:lstStyle/>
        <a:p>
          <a:endParaRPr lang="en-US"/>
        </a:p>
      </dgm:t>
    </dgm:pt>
    <dgm:pt modelId="{30CCF622-F8B0-438E-A13B-208EF735B9A1}" type="sibTrans" cxnId="{FCB4D93A-122B-4F27-88B9-00C5BA9FF343}">
      <dgm:prSet/>
      <dgm:spPr/>
      <dgm:t>
        <a:bodyPr/>
        <a:lstStyle/>
        <a:p>
          <a:endParaRPr lang="en-US"/>
        </a:p>
      </dgm:t>
    </dgm:pt>
    <dgm:pt modelId="{FF8EF191-5238-48FF-BCE9-1DBEF1EE6780}">
      <dgm:prSet phldrT="[Text]"/>
      <dgm:spPr>
        <a:noFill/>
      </dgm:spPr>
      <dgm:t>
        <a:bodyPr/>
        <a:lstStyle/>
        <a:p>
          <a:r>
            <a:rPr lang="en-US" dirty="0"/>
            <a:t>Discomfort with wording suggesting that professional judgment can be “switched off” when performing procedures</a:t>
          </a:r>
        </a:p>
      </dgm:t>
    </dgm:pt>
    <dgm:pt modelId="{68746DD9-818D-4FF8-AA9C-46515A5F1AAC}" type="parTrans" cxnId="{9BCA9D3F-9845-48AC-ACB9-1A2DBB892AD6}">
      <dgm:prSet/>
      <dgm:spPr/>
      <dgm:t>
        <a:bodyPr/>
        <a:lstStyle/>
        <a:p>
          <a:endParaRPr lang="en-US"/>
        </a:p>
      </dgm:t>
    </dgm:pt>
    <dgm:pt modelId="{4721172C-8903-4431-870D-5A7E8EFE8AA7}" type="sibTrans" cxnId="{9BCA9D3F-9845-48AC-ACB9-1A2DBB892AD6}">
      <dgm:prSet/>
      <dgm:spPr/>
      <dgm:t>
        <a:bodyPr/>
        <a:lstStyle/>
        <a:p>
          <a:endParaRPr lang="en-US"/>
        </a:p>
      </dgm:t>
    </dgm:pt>
    <dgm:pt modelId="{96FBCFAA-16BD-4676-8AEF-747123C28C2E}">
      <dgm:prSet phldrT="[Text]"/>
      <dgm:spPr/>
      <dgm:t>
        <a:bodyPr/>
        <a:lstStyle/>
        <a:p>
          <a:pPr>
            <a:buFont typeface="Courier New" panose="02070309020205020404" pitchFamily="49" charset="0"/>
            <a:buChar char="o"/>
          </a:pPr>
          <a:r>
            <a:rPr lang="en-US" dirty="0"/>
            <a:t>Independence may not be essential (or relevant) in many circumstances</a:t>
          </a:r>
        </a:p>
      </dgm:t>
    </dgm:pt>
    <dgm:pt modelId="{0388D10B-39B2-4E0C-B175-5401F50CA55C}" type="parTrans" cxnId="{05DDA865-6B00-4048-B8AB-B01F348C5670}">
      <dgm:prSet/>
      <dgm:spPr/>
      <dgm:t>
        <a:bodyPr/>
        <a:lstStyle/>
        <a:p>
          <a:endParaRPr lang="en-US"/>
        </a:p>
      </dgm:t>
    </dgm:pt>
    <dgm:pt modelId="{0D6DA03A-7F4D-4BFD-ADF8-FA6D383E1E9D}" type="sibTrans" cxnId="{05DDA865-6B00-4048-B8AB-B01F348C5670}">
      <dgm:prSet/>
      <dgm:spPr/>
      <dgm:t>
        <a:bodyPr/>
        <a:lstStyle/>
        <a:p>
          <a:endParaRPr lang="en-US"/>
        </a:p>
      </dgm:t>
    </dgm:pt>
    <dgm:pt modelId="{EE4CC06B-68C2-47D5-A990-EC2F6A406E42}">
      <dgm:prSet phldrT="[Text]"/>
      <dgm:spPr/>
      <dgm:t>
        <a:bodyPr/>
        <a:lstStyle/>
        <a:p>
          <a:pPr>
            <a:buFont typeface="Courier New" panose="02070309020205020404" pitchFamily="49" charset="0"/>
            <a:buChar char="o"/>
          </a:pPr>
          <a:r>
            <a:rPr lang="en-US" dirty="0"/>
            <a:t>It is not possible to determine that the practitioner is not independent in the absence of an independence framework</a:t>
          </a:r>
        </a:p>
      </dgm:t>
    </dgm:pt>
    <dgm:pt modelId="{84C3A2DC-E895-4A8C-B582-1DFD097F2E23}" type="parTrans" cxnId="{2752FB7E-BAAB-4AF9-9CC9-6DB02502D6E2}">
      <dgm:prSet/>
      <dgm:spPr/>
      <dgm:t>
        <a:bodyPr/>
        <a:lstStyle/>
        <a:p>
          <a:endParaRPr lang="en-US"/>
        </a:p>
      </dgm:t>
    </dgm:pt>
    <dgm:pt modelId="{0B311300-B6F8-47A6-A85F-D7077BF60F2B}" type="sibTrans" cxnId="{2752FB7E-BAAB-4AF9-9CC9-6DB02502D6E2}">
      <dgm:prSet/>
      <dgm:spPr/>
      <dgm:t>
        <a:bodyPr/>
        <a:lstStyle/>
        <a:p>
          <a:endParaRPr lang="en-US"/>
        </a:p>
      </dgm:t>
    </dgm:pt>
    <dgm:pt modelId="{8BB8AB7F-0122-4692-A832-60CA28429D60}">
      <dgm:prSet phldrT="[Text]"/>
      <dgm:spPr/>
      <dgm:t>
        <a:bodyPr/>
        <a:lstStyle/>
        <a:p>
          <a:r>
            <a:rPr lang="en-US" dirty="0"/>
            <a:t>A few representatives were of the view that independence should be a precondition for an AUP engagement. Reason in support of this position included:</a:t>
          </a:r>
        </a:p>
      </dgm:t>
    </dgm:pt>
    <dgm:pt modelId="{4A5F4078-AB16-45F5-9D50-8672AE196B18}" type="parTrans" cxnId="{770787AB-B758-4B6F-BE87-1F0BE329F1C8}">
      <dgm:prSet/>
      <dgm:spPr/>
      <dgm:t>
        <a:bodyPr/>
        <a:lstStyle/>
        <a:p>
          <a:endParaRPr lang="en-US"/>
        </a:p>
      </dgm:t>
    </dgm:pt>
    <dgm:pt modelId="{48B9A5C7-A706-4E6F-93F0-DB3D73715B41}" type="sibTrans" cxnId="{770787AB-B758-4B6F-BE87-1F0BE329F1C8}">
      <dgm:prSet/>
      <dgm:spPr/>
      <dgm:t>
        <a:bodyPr/>
        <a:lstStyle/>
        <a:p>
          <a:endParaRPr lang="en-US"/>
        </a:p>
      </dgm:t>
    </dgm:pt>
    <dgm:pt modelId="{3C596274-4A26-47F7-A76C-0234880B10AB}">
      <dgm:prSet/>
      <dgm:spPr/>
      <dgm:t>
        <a:bodyPr/>
        <a:lstStyle/>
        <a:p>
          <a:pPr rtl="0">
            <a:buFont typeface="Courier New" panose="02070309020205020404" pitchFamily="49" charset="0"/>
            <a:buChar char="o"/>
          </a:pPr>
          <a:r>
            <a:rPr lang="en-US" dirty="0"/>
            <a:t>The general public may presume that the practitioner is independent</a:t>
          </a:r>
          <a:r>
            <a:rPr lang="en-US" dirty="0">
              <a:latin typeface="Calibri"/>
            </a:rPr>
            <a:t> when the practitioner is the auditor</a:t>
          </a:r>
          <a:endParaRPr lang="en-US" dirty="0"/>
        </a:p>
      </dgm:t>
    </dgm:pt>
    <dgm:pt modelId="{97B4A262-C805-48BC-9D7E-037C6BA2937A}" type="parTrans" cxnId="{F100DE43-4BCB-4510-BC3D-2F795D6E233F}">
      <dgm:prSet/>
      <dgm:spPr/>
      <dgm:t>
        <a:bodyPr/>
        <a:lstStyle/>
        <a:p>
          <a:endParaRPr lang="en-US"/>
        </a:p>
      </dgm:t>
    </dgm:pt>
    <dgm:pt modelId="{FDAC9639-9C4A-4835-AAEF-FDBB80242433}" type="sibTrans" cxnId="{F100DE43-4BCB-4510-BC3D-2F795D6E233F}">
      <dgm:prSet/>
      <dgm:spPr/>
      <dgm:t>
        <a:bodyPr/>
        <a:lstStyle/>
        <a:p>
          <a:endParaRPr lang="en-US"/>
        </a:p>
      </dgm:t>
    </dgm:pt>
    <dgm:pt modelId="{EC79B6D6-6675-42E2-9E62-42A2F7E53359}" type="pres">
      <dgm:prSet presAssocID="{1675C45F-52C5-4517-BFF8-C6A92AF99F84}" presName="linear" presStyleCnt="0">
        <dgm:presLayoutVars>
          <dgm:animLvl val="lvl"/>
          <dgm:resizeHandles val="exact"/>
        </dgm:presLayoutVars>
      </dgm:prSet>
      <dgm:spPr/>
    </dgm:pt>
    <dgm:pt modelId="{1FA49670-A754-43A7-A9BB-EDFC3D1D4CDD}" type="pres">
      <dgm:prSet presAssocID="{79BE7448-99F8-40FE-9E7C-A3A08569E873}" presName="parentText" presStyleLbl="node1" presStyleIdx="0" presStyleCnt="2">
        <dgm:presLayoutVars>
          <dgm:chMax val="0"/>
          <dgm:bulletEnabled val="1"/>
        </dgm:presLayoutVars>
      </dgm:prSet>
      <dgm:spPr/>
    </dgm:pt>
    <dgm:pt modelId="{FBA4B603-C2CC-4E32-8F10-AF6D954ADE9D}" type="pres">
      <dgm:prSet presAssocID="{79BE7448-99F8-40FE-9E7C-A3A08569E873}" presName="childText" presStyleLbl="revTx" presStyleIdx="0" presStyleCnt="2">
        <dgm:presLayoutVars>
          <dgm:bulletEnabled val="1"/>
        </dgm:presLayoutVars>
      </dgm:prSet>
      <dgm:spPr/>
    </dgm:pt>
    <dgm:pt modelId="{AA425136-1A3D-40E6-9DE9-A2FA8807D8C0}" type="pres">
      <dgm:prSet presAssocID="{306D0451-BA21-4A7A-B3B2-0C05972A16A5}" presName="parentText" presStyleLbl="node1" presStyleIdx="1" presStyleCnt="2">
        <dgm:presLayoutVars>
          <dgm:chMax val="0"/>
          <dgm:bulletEnabled val="1"/>
        </dgm:presLayoutVars>
      </dgm:prSet>
      <dgm:spPr/>
    </dgm:pt>
    <dgm:pt modelId="{6D33D790-CC26-4E98-A864-C053DB1CC4D3}" type="pres">
      <dgm:prSet presAssocID="{306D0451-BA21-4A7A-B3B2-0C05972A16A5}" presName="childText" presStyleLbl="revTx" presStyleIdx="1" presStyleCnt="2">
        <dgm:presLayoutVars>
          <dgm:bulletEnabled val="1"/>
        </dgm:presLayoutVars>
      </dgm:prSet>
      <dgm:spPr/>
    </dgm:pt>
  </dgm:ptLst>
  <dgm:cxnLst>
    <dgm:cxn modelId="{A2A9C006-E6FA-4904-BD7C-165125190E60}" type="presOf" srcId="{EE4CC06B-68C2-47D5-A990-EC2F6A406E42}" destId="{6D33D790-CC26-4E98-A864-C053DB1CC4D3}" srcOrd="0" destOrd="2" presId="urn:microsoft.com/office/officeart/2005/8/layout/vList2"/>
    <dgm:cxn modelId="{34E75C2A-88C5-4E60-8B3D-1E9B2EEF0E42}" type="presOf" srcId="{1675C45F-52C5-4517-BFF8-C6A92AF99F84}" destId="{EC79B6D6-6675-42E2-9E62-42A2F7E53359}" srcOrd="0" destOrd="0" presId="urn:microsoft.com/office/officeart/2005/8/layout/vList2"/>
    <dgm:cxn modelId="{FCB4D93A-122B-4F27-88B9-00C5BA9FF343}" srcId="{79BE7448-99F8-40FE-9E7C-A3A08569E873}" destId="{37B3AE11-C538-4735-B5B7-9B60C4AFFFBC}" srcOrd="0" destOrd="0" parTransId="{79EDC333-EE87-43A3-B518-8A60CA05E7E9}" sibTransId="{30CCF622-F8B0-438E-A13B-208EF735B9A1}"/>
    <dgm:cxn modelId="{9BCA9D3F-9845-48AC-ACB9-1A2DBB892AD6}" srcId="{79BE7448-99F8-40FE-9E7C-A3A08569E873}" destId="{FF8EF191-5238-48FF-BCE9-1DBEF1EE6780}" srcOrd="1" destOrd="0" parTransId="{68746DD9-818D-4FF8-AA9C-46515A5F1AAC}" sibTransId="{4721172C-8903-4431-870D-5A7E8EFE8AA7}"/>
    <dgm:cxn modelId="{F100DE43-4BCB-4510-BC3D-2F795D6E233F}" srcId="{8BB8AB7F-0122-4692-A832-60CA28429D60}" destId="{3C596274-4A26-47F7-A76C-0234880B10AB}" srcOrd="0" destOrd="0" parTransId="{97B4A262-C805-48BC-9D7E-037C6BA2937A}" sibTransId="{FDAC9639-9C4A-4835-AAEF-FDBB80242433}"/>
    <dgm:cxn modelId="{39378B64-C764-4DCF-A65F-3764D5356032}" type="presOf" srcId="{3C596274-4A26-47F7-A76C-0234880B10AB}" destId="{6D33D790-CC26-4E98-A864-C053DB1CC4D3}" srcOrd="0" destOrd="4" presId="urn:microsoft.com/office/officeart/2005/8/layout/vList2"/>
    <dgm:cxn modelId="{05DDA865-6B00-4048-B8AB-B01F348C5670}" srcId="{314E138C-56B8-4D56-BC62-D0982053CB45}" destId="{96FBCFAA-16BD-4676-8AEF-747123C28C2E}" srcOrd="0" destOrd="0" parTransId="{0388D10B-39B2-4E0C-B175-5401F50CA55C}" sibTransId="{0D6DA03A-7F4D-4BFD-ADF8-FA6D383E1E9D}"/>
    <dgm:cxn modelId="{A3760168-6396-4BB0-BF1B-C3DD158C279C}" type="presOf" srcId="{314E138C-56B8-4D56-BC62-D0982053CB45}" destId="{6D33D790-CC26-4E98-A864-C053DB1CC4D3}" srcOrd="0" destOrd="0" presId="urn:microsoft.com/office/officeart/2005/8/layout/vList2"/>
    <dgm:cxn modelId="{9E7DD04D-ACC5-47A4-934F-5E1E173D108C}" srcId="{1675C45F-52C5-4517-BFF8-C6A92AF99F84}" destId="{306D0451-BA21-4A7A-B3B2-0C05972A16A5}" srcOrd="1" destOrd="0" parTransId="{13C64DE7-67AA-4939-84A3-74AF48DB72B1}" sibTransId="{24650AE8-2D95-4F86-BEB6-84963BB7096B}"/>
    <dgm:cxn modelId="{B71E766F-9930-44F9-BDDD-D5967A3A162F}" type="presOf" srcId="{96FBCFAA-16BD-4676-8AEF-747123C28C2E}" destId="{6D33D790-CC26-4E98-A864-C053DB1CC4D3}" srcOrd="0" destOrd="1" presId="urn:microsoft.com/office/officeart/2005/8/layout/vList2"/>
    <dgm:cxn modelId="{6A8DF259-ACA6-45F4-9E98-8A504C6CD94D}" srcId="{1675C45F-52C5-4517-BFF8-C6A92AF99F84}" destId="{79BE7448-99F8-40FE-9E7C-A3A08569E873}" srcOrd="0" destOrd="0" parTransId="{C7984BF3-8FC9-4CEF-A54E-187EA8ECB66A}" sibTransId="{C0881E8C-A915-4154-81E4-A07395F78084}"/>
    <dgm:cxn modelId="{2752FB7E-BAAB-4AF9-9CC9-6DB02502D6E2}" srcId="{314E138C-56B8-4D56-BC62-D0982053CB45}" destId="{EE4CC06B-68C2-47D5-A990-EC2F6A406E42}" srcOrd="1" destOrd="0" parTransId="{84C3A2DC-E895-4A8C-B582-1DFD097F2E23}" sibTransId="{0B311300-B6F8-47A6-A85F-D7077BF60F2B}"/>
    <dgm:cxn modelId="{A0C9738A-F065-4C8C-B740-B374C6C486B1}" type="presOf" srcId="{FF8EF191-5238-48FF-BCE9-1DBEF1EE6780}" destId="{FBA4B603-C2CC-4E32-8F10-AF6D954ADE9D}" srcOrd="0" destOrd="1" presId="urn:microsoft.com/office/officeart/2005/8/layout/vList2"/>
    <dgm:cxn modelId="{770787AB-B758-4B6F-BE87-1F0BE329F1C8}" srcId="{306D0451-BA21-4A7A-B3B2-0C05972A16A5}" destId="{8BB8AB7F-0122-4692-A832-60CA28429D60}" srcOrd="1" destOrd="0" parTransId="{4A5F4078-AB16-45F5-9D50-8672AE196B18}" sibTransId="{48B9A5C7-A706-4E6F-93F0-DB3D73715B41}"/>
    <dgm:cxn modelId="{4AB1EFB3-F3A3-4BB0-A347-3EC5090D181F}" srcId="{306D0451-BA21-4A7A-B3B2-0C05972A16A5}" destId="{314E138C-56B8-4D56-BC62-D0982053CB45}" srcOrd="0" destOrd="0" parTransId="{47152E9C-0067-4C91-A4AC-18D1A8DC2A4C}" sibTransId="{0194DC55-E88B-4E78-83E2-876AFD55EFFA}"/>
    <dgm:cxn modelId="{B88CDFD1-15DC-4BBD-B90F-C75E04C5C402}" type="presOf" srcId="{8BB8AB7F-0122-4692-A832-60CA28429D60}" destId="{6D33D790-CC26-4E98-A864-C053DB1CC4D3}" srcOrd="0" destOrd="3" presId="urn:microsoft.com/office/officeart/2005/8/layout/vList2"/>
    <dgm:cxn modelId="{3C336AD8-6BBE-4E20-B082-0FCD049FC549}" type="presOf" srcId="{37B3AE11-C538-4735-B5B7-9B60C4AFFFBC}" destId="{FBA4B603-C2CC-4E32-8F10-AF6D954ADE9D}" srcOrd="0" destOrd="0" presId="urn:microsoft.com/office/officeart/2005/8/layout/vList2"/>
    <dgm:cxn modelId="{AE9A6CE2-CB41-47B1-99E5-88F72B59FF20}" type="presOf" srcId="{79BE7448-99F8-40FE-9E7C-A3A08569E873}" destId="{1FA49670-A754-43A7-A9BB-EDFC3D1D4CDD}" srcOrd="0" destOrd="0" presId="urn:microsoft.com/office/officeart/2005/8/layout/vList2"/>
    <dgm:cxn modelId="{F55489E5-442C-4135-A070-883E6EAF2D04}" type="presOf" srcId="{306D0451-BA21-4A7A-B3B2-0C05972A16A5}" destId="{AA425136-1A3D-40E6-9DE9-A2FA8807D8C0}" srcOrd="0" destOrd="0" presId="urn:microsoft.com/office/officeart/2005/8/layout/vList2"/>
    <dgm:cxn modelId="{B9AB397D-A47B-4031-9028-E197A45ED6F8}" type="presParOf" srcId="{EC79B6D6-6675-42E2-9E62-42A2F7E53359}" destId="{1FA49670-A754-43A7-A9BB-EDFC3D1D4CDD}" srcOrd="0" destOrd="0" presId="urn:microsoft.com/office/officeart/2005/8/layout/vList2"/>
    <dgm:cxn modelId="{931C694D-F8E6-4F27-B3F2-A43C1601691B}" type="presParOf" srcId="{EC79B6D6-6675-42E2-9E62-42A2F7E53359}" destId="{FBA4B603-C2CC-4E32-8F10-AF6D954ADE9D}" srcOrd="1" destOrd="0" presId="urn:microsoft.com/office/officeart/2005/8/layout/vList2"/>
    <dgm:cxn modelId="{AE31F737-E59D-48EE-B6C6-97025AC02CA8}" type="presParOf" srcId="{EC79B6D6-6675-42E2-9E62-42A2F7E53359}" destId="{AA425136-1A3D-40E6-9DE9-A2FA8807D8C0}" srcOrd="2" destOrd="0" presId="urn:microsoft.com/office/officeart/2005/8/layout/vList2"/>
    <dgm:cxn modelId="{58760F54-0676-4EB6-BB7A-2EB44D3FD3BB}" type="presParOf" srcId="{EC79B6D6-6675-42E2-9E62-42A2F7E53359}" destId="{6D33D790-CC26-4E98-A864-C053DB1CC4D3}"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675C45F-52C5-4517-BFF8-C6A92AF99F8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9BE7448-99F8-40FE-9E7C-A3A08569E873}">
      <dgm:prSet phldrT="[Text]"/>
      <dgm:spPr>
        <a:solidFill>
          <a:schemeClr val="tx1">
            <a:lumMod val="50000"/>
            <a:lumOff val="50000"/>
          </a:schemeClr>
        </a:solidFill>
      </dgm:spPr>
      <dgm:t>
        <a:bodyPr/>
        <a:lstStyle/>
        <a:p>
          <a:r>
            <a:rPr lang="en-US" dirty="0"/>
            <a:t>Independence</a:t>
          </a:r>
        </a:p>
      </dgm:t>
    </dgm:pt>
    <dgm:pt modelId="{C7984BF3-8FC9-4CEF-A54E-187EA8ECB66A}" type="parTrans" cxnId="{6A8DF259-ACA6-45F4-9E98-8A504C6CD94D}">
      <dgm:prSet/>
      <dgm:spPr/>
      <dgm:t>
        <a:bodyPr/>
        <a:lstStyle/>
        <a:p>
          <a:endParaRPr lang="en-US"/>
        </a:p>
      </dgm:t>
    </dgm:pt>
    <dgm:pt modelId="{C0881E8C-A915-4154-81E4-A07395F78084}" type="sibTrans" cxnId="{6A8DF259-ACA6-45F4-9E98-8A504C6CD94D}">
      <dgm:prSet/>
      <dgm:spPr/>
      <dgm:t>
        <a:bodyPr/>
        <a:lstStyle/>
        <a:p>
          <a:endParaRPr lang="en-US"/>
        </a:p>
      </dgm:t>
    </dgm:pt>
    <dgm:pt modelId="{306D0451-BA21-4A7A-B3B2-0C05972A16A5}">
      <dgm:prSet phldrT="[Text]"/>
      <dgm:spPr>
        <a:solidFill>
          <a:schemeClr val="bg1">
            <a:lumMod val="50000"/>
          </a:schemeClr>
        </a:solidFill>
      </dgm:spPr>
      <dgm:t>
        <a:bodyPr/>
        <a:lstStyle/>
        <a:p>
          <a:r>
            <a:rPr lang="en-US" dirty="0"/>
            <a:t>Effective Date</a:t>
          </a:r>
        </a:p>
      </dgm:t>
    </dgm:pt>
    <dgm:pt modelId="{13C64DE7-67AA-4939-84A3-74AF48DB72B1}" type="parTrans" cxnId="{9E7DD04D-ACC5-47A4-934F-5E1E173D108C}">
      <dgm:prSet/>
      <dgm:spPr/>
      <dgm:t>
        <a:bodyPr/>
        <a:lstStyle/>
        <a:p>
          <a:endParaRPr lang="en-US"/>
        </a:p>
      </dgm:t>
    </dgm:pt>
    <dgm:pt modelId="{24650AE8-2D95-4F86-BEB6-84963BB7096B}" type="sibTrans" cxnId="{9E7DD04D-ACC5-47A4-934F-5E1E173D108C}">
      <dgm:prSet/>
      <dgm:spPr/>
      <dgm:t>
        <a:bodyPr/>
        <a:lstStyle/>
        <a:p>
          <a:endParaRPr lang="en-US"/>
        </a:p>
      </dgm:t>
    </dgm:pt>
    <dgm:pt modelId="{5957454C-6D90-4311-97D3-0D4851F0B137}">
      <dgm:prSet phldrT="[Text]"/>
      <dgm:spPr>
        <a:noFill/>
      </dgm:spPr>
      <dgm:t>
        <a:bodyPr/>
        <a:lstStyle/>
        <a:p>
          <a:r>
            <a:rPr lang="en-US" dirty="0"/>
            <a:t>“We support the view that proposed ISRS 4400 (Revised) should not require the practitioner to be independent or require the practitioner to determine independence.”</a:t>
          </a:r>
        </a:p>
      </dgm:t>
    </dgm:pt>
    <dgm:pt modelId="{DB2B671A-92F0-4D91-B3F7-5FBB64C82B75}" type="parTrans" cxnId="{284BB524-B461-43A3-8C88-1DD73D317AC3}">
      <dgm:prSet/>
      <dgm:spPr/>
      <dgm:t>
        <a:bodyPr/>
        <a:lstStyle/>
        <a:p>
          <a:endParaRPr lang="en-US"/>
        </a:p>
      </dgm:t>
    </dgm:pt>
    <dgm:pt modelId="{B652EB10-F94E-4670-85A9-98DF6974BA6D}" type="sibTrans" cxnId="{284BB524-B461-43A3-8C88-1DD73D317AC3}">
      <dgm:prSet/>
      <dgm:spPr/>
      <dgm:t>
        <a:bodyPr/>
        <a:lstStyle/>
        <a:p>
          <a:endParaRPr lang="en-US"/>
        </a:p>
      </dgm:t>
    </dgm:pt>
    <dgm:pt modelId="{F7863139-6316-4A00-8C63-D70EDFC411E0}">
      <dgm:prSet phldrT="[Text]"/>
      <dgm:spPr/>
      <dgm:t>
        <a:bodyPr/>
        <a:lstStyle/>
        <a:p>
          <a:r>
            <a:rPr lang="en-US" dirty="0"/>
            <a:t>“The SMPC is supportive of the IAASB approving the revised standard and an effective date for AUP engagements for which the terms of engagement are agreed as on, or after, December 31, 2021.”</a:t>
          </a:r>
        </a:p>
      </dgm:t>
    </dgm:pt>
    <dgm:pt modelId="{11503ACD-97EB-4CDE-83AC-E3E1AFC5470E}" type="parTrans" cxnId="{7CC57871-CF7A-4B18-8802-9220DE19BC32}">
      <dgm:prSet/>
      <dgm:spPr/>
      <dgm:t>
        <a:bodyPr/>
        <a:lstStyle/>
        <a:p>
          <a:endParaRPr lang="en-US"/>
        </a:p>
      </dgm:t>
    </dgm:pt>
    <dgm:pt modelId="{D8102E60-6036-4608-9A89-248FF7C40BD5}" type="sibTrans" cxnId="{7CC57871-CF7A-4B18-8802-9220DE19BC32}">
      <dgm:prSet/>
      <dgm:spPr/>
      <dgm:t>
        <a:bodyPr/>
        <a:lstStyle/>
        <a:p>
          <a:endParaRPr lang="en-US"/>
        </a:p>
      </dgm:t>
    </dgm:pt>
    <dgm:pt modelId="{8AF57EDB-A52A-438B-B95B-89736C5DEB5D}">
      <dgm:prSet phldrT="[Text]"/>
      <dgm:spPr>
        <a:solidFill>
          <a:schemeClr val="bg1">
            <a:lumMod val="50000"/>
          </a:schemeClr>
        </a:solidFill>
      </dgm:spPr>
      <dgm:t>
        <a:bodyPr/>
        <a:lstStyle/>
        <a:p>
          <a:r>
            <a:rPr lang="en-US" dirty="0"/>
            <a:t>Professional Judgment (PJ)</a:t>
          </a:r>
        </a:p>
      </dgm:t>
    </dgm:pt>
    <dgm:pt modelId="{637AB8B1-54AA-43CC-850C-09EE1B6B7F44}" type="parTrans" cxnId="{35DE35AE-D265-498B-BEC2-C14DD4F3E022}">
      <dgm:prSet/>
      <dgm:spPr/>
      <dgm:t>
        <a:bodyPr/>
        <a:lstStyle/>
        <a:p>
          <a:endParaRPr lang="en-US"/>
        </a:p>
      </dgm:t>
    </dgm:pt>
    <dgm:pt modelId="{44C1CF97-E828-4018-8BEA-562DFB24BA4C}" type="sibTrans" cxnId="{35DE35AE-D265-498B-BEC2-C14DD4F3E022}">
      <dgm:prSet/>
      <dgm:spPr/>
      <dgm:t>
        <a:bodyPr/>
        <a:lstStyle/>
        <a:p>
          <a:endParaRPr lang="en-US"/>
        </a:p>
      </dgm:t>
    </dgm:pt>
    <dgm:pt modelId="{1FC748F7-7C91-4DB7-8DAC-6C13ADB38F35}">
      <dgm:prSet/>
      <dgm:spPr/>
      <dgm:t>
        <a:bodyPr/>
        <a:lstStyle/>
        <a:p>
          <a:r>
            <a:rPr lang="en-US" dirty="0"/>
            <a:t>“We also support the Board’s view that the practitioner exercises PJ throughout an AUP engagement, acknowledging that it may be limited when performing AUPs.”</a:t>
          </a:r>
        </a:p>
      </dgm:t>
    </dgm:pt>
    <dgm:pt modelId="{D675FAE8-9731-4584-A426-5CF18AFF1C18}" type="parTrans" cxnId="{E83617C6-CD45-4941-A58A-569C7B03D9FE}">
      <dgm:prSet/>
      <dgm:spPr/>
      <dgm:t>
        <a:bodyPr/>
        <a:lstStyle/>
        <a:p>
          <a:endParaRPr lang="en-US"/>
        </a:p>
      </dgm:t>
    </dgm:pt>
    <dgm:pt modelId="{CABB4144-E0AB-471A-8903-446A69FD7B90}" type="sibTrans" cxnId="{E83617C6-CD45-4941-A58A-569C7B03D9FE}">
      <dgm:prSet/>
      <dgm:spPr/>
      <dgm:t>
        <a:bodyPr/>
        <a:lstStyle/>
        <a:p>
          <a:endParaRPr lang="en-US"/>
        </a:p>
      </dgm:t>
    </dgm:pt>
    <dgm:pt modelId="{EC79B6D6-6675-42E2-9E62-42A2F7E53359}" type="pres">
      <dgm:prSet presAssocID="{1675C45F-52C5-4517-BFF8-C6A92AF99F84}" presName="linear" presStyleCnt="0">
        <dgm:presLayoutVars>
          <dgm:animLvl val="lvl"/>
          <dgm:resizeHandles val="exact"/>
        </dgm:presLayoutVars>
      </dgm:prSet>
      <dgm:spPr/>
    </dgm:pt>
    <dgm:pt modelId="{1FA49670-A754-43A7-A9BB-EDFC3D1D4CDD}" type="pres">
      <dgm:prSet presAssocID="{79BE7448-99F8-40FE-9E7C-A3A08569E873}" presName="parentText" presStyleLbl="node1" presStyleIdx="0" presStyleCnt="3">
        <dgm:presLayoutVars>
          <dgm:chMax val="0"/>
          <dgm:bulletEnabled val="1"/>
        </dgm:presLayoutVars>
      </dgm:prSet>
      <dgm:spPr/>
    </dgm:pt>
    <dgm:pt modelId="{FBA4B603-C2CC-4E32-8F10-AF6D954ADE9D}" type="pres">
      <dgm:prSet presAssocID="{79BE7448-99F8-40FE-9E7C-A3A08569E873}" presName="childText" presStyleLbl="revTx" presStyleIdx="0" presStyleCnt="3">
        <dgm:presLayoutVars>
          <dgm:bulletEnabled val="1"/>
        </dgm:presLayoutVars>
      </dgm:prSet>
      <dgm:spPr/>
    </dgm:pt>
    <dgm:pt modelId="{35DA90FA-04EA-4D47-821C-9B9821339904}" type="pres">
      <dgm:prSet presAssocID="{8AF57EDB-A52A-438B-B95B-89736C5DEB5D}" presName="parentText" presStyleLbl="node1" presStyleIdx="1" presStyleCnt="3">
        <dgm:presLayoutVars>
          <dgm:chMax val="0"/>
          <dgm:bulletEnabled val="1"/>
        </dgm:presLayoutVars>
      </dgm:prSet>
      <dgm:spPr/>
    </dgm:pt>
    <dgm:pt modelId="{41246052-36EC-4262-9C95-77FA3760CD4C}" type="pres">
      <dgm:prSet presAssocID="{8AF57EDB-A52A-438B-B95B-89736C5DEB5D}" presName="childText" presStyleLbl="revTx" presStyleIdx="1" presStyleCnt="3">
        <dgm:presLayoutVars>
          <dgm:bulletEnabled val="1"/>
        </dgm:presLayoutVars>
      </dgm:prSet>
      <dgm:spPr/>
    </dgm:pt>
    <dgm:pt modelId="{AA425136-1A3D-40E6-9DE9-A2FA8807D8C0}" type="pres">
      <dgm:prSet presAssocID="{306D0451-BA21-4A7A-B3B2-0C05972A16A5}" presName="parentText" presStyleLbl="node1" presStyleIdx="2" presStyleCnt="3">
        <dgm:presLayoutVars>
          <dgm:chMax val="0"/>
          <dgm:bulletEnabled val="1"/>
        </dgm:presLayoutVars>
      </dgm:prSet>
      <dgm:spPr/>
    </dgm:pt>
    <dgm:pt modelId="{6D33D790-CC26-4E98-A864-C053DB1CC4D3}" type="pres">
      <dgm:prSet presAssocID="{306D0451-BA21-4A7A-B3B2-0C05972A16A5}" presName="childText" presStyleLbl="revTx" presStyleIdx="2" presStyleCnt="3">
        <dgm:presLayoutVars>
          <dgm:bulletEnabled val="1"/>
        </dgm:presLayoutVars>
      </dgm:prSet>
      <dgm:spPr/>
    </dgm:pt>
  </dgm:ptLst>
  <dgm:cxnLst>
    <dgm:cxn modelId="{284BB524-B461-43A3-8C88-1DD73D317AC3}" srcId="{79BE7448-99F8-40FE-9E7C-A3A08569E873}" destId="{5957454C-6D90-4311-97D3-0D4851F0B137}" srcOrd="0" destOrd="0" parTransId="{DB2B671A-92F0-4D91-B3F7-5FBB64C82B75}" sibTransId="{B652EB10-F94E-4670-85A9-98DF6974BA6D}"/>
    <dgm:cxn modelId="{34E75C2A-88C5-4E60-8B3D-1E9B2EEF0E42}" type="presOf" srcId="{1675C45F-52C5-4517-BFF8-C6A92AF99F84}" destId="{EC79B6D6-6675-42E2-9E62-42A2F7E53359}" srcOrd="0" destOrd="0" presId="urn:microsoft.com/office/officeart/2005/8/layout/vList2"/>
    <dgm:cxn modelId="{5BC5772C-AEEB-4867-882B-18A7212EAF43}" type="presOf" srcId="{1FC748F7-7C91-4DB7-8DAC-6C13ADB38F35}" destId="{41246052-36EC-4262-9C95-77FA3760CD4C}" srcOrd="0" destOrd="0" presId="urn:microsoft.com/office/officeart/2005/8/layout/vList2"/>
    <dgm:cxn modelId="{9040CA5B-DA56-47D3-BF36-8C851CC5A877}" type="presOf" srcId="{F7863139-6316-4A00-8C63-D70EDFC411E0}" destId="{6D33D790-CC26-4E98-A864-C053DB1CC4D3}" srcOrd="0" destOrd="0" presId="urn:microsoft.com/office/officeart/2005/8/layout/vList2"/>
    <dgm:cxn modelId="{75DE1A42-DB03-4F6B-91C2-A5CC218D1D44}" type="presOf" srcId="{8AF57EDB-A52A-438B-B95B-89736C5DEB5D}" destId="{35DA90FA-04EA-4D47-821C-9B9821339904}" srcOrd="0" destOrd="0" presId="urn:microsoft.com/office/officeart/2005/8/layout/vList2"/>
    <dgm:cxn modelId="{9E7DD04D-ACC5-47A4-934F-5E1E173D108C}" srcId="{1675C45F-52C5-4517-BFF8-C6A92AF99F84}" destId="{306D0451-BA21-4A7A-B3B2-0C05972A16A5}" srcOrd="2" destOrd="0" parTransId="{13C64DE7-67AA-4939-84A3-74AF48DB72B1}" sibTransId="{24650AE8-2D95-4F86-BEB6-84963BB7096B}"/>
    <dgm:cxn modelId="{7CC57871-CF7A-4B18-8802-9220DE19BC32}" srcId="{306D0451-BA21-4A7A-B3B2-0C05972A16A5}" destId="{F7863139-6316-4A00-8C63-D70EDFC411E0}" srcOrd="0" destOrd="0" parTransId="{11503ACD-97EB-4CDE-83AC-E3E1AFC5470E}" sibTransId="{D8102E60-6036-4608-9A89-248FF7C40BD5}"/>
    <dgm:cxn modelId="{6A8DF259-ACA6-45F4-9E98-8A504C6CD94D}" srcId="{1675C45F-52C5-4517-BFF8-C6A92AF99F84}" destId="{79BE7448-99F8-40FE-9E7C-A3A08569E873}" srcOrd="0" destOrd="0" parTransId="{C7984BF3-8FC9-4CEF-A54E-187EA8ECB66A}" sibTransId="{C0881E8C-A915-4154-81E4-A07395F78084}"/>
    <dgm:cxn modelId="{35DE35AE-D265-498B-BEC2-C14DD4F3E022}" srcId="{1675C45F-52C5-4517-BFF8-C6A92AF99F84}" destId="{8AF57EDB-A52A-438B-B95B-89736C5DEB5D}" srcOrd="1" destOrd="0" parTransId="{637AB8B1-54AA-43CC-850C-09EE1B6B7F44}" sibTransId="{44C1CF97-E828-4018-8BEA-562DFB24BA4C}"/>
    <dgm:cxn modelId="{E83617C6-CD45-4941-A58A-569C7B03D9FE}" srcId="{8AF57EDB-A52A-438B-B95B-89736C5DEB5D}" destId="{1FC748F7-7C91-4DB7-8DAC-6C13ADB38F35}" srcOrd="0" destOrd="0" parTransId="{D675FAE8-9731-4584-A426-5CF18AFF1C18}" sibTransId="{CABB4144-E0AB-471A-8903-446A69FD7B90}"/>
    <dgm:cxn modelId="{AE9A6CE2-CB41-47B1-99E5-88F72B59FF20}" type="presOf" srcId="{79BE7448-99F8-40FE-9E7C-A3A08569E873}" destId="{1FA49670-A754-43A7-A9BB-EDFC3D1D4CDD}" srcOrd="0" destOrd="0" presId="urn:microsoft.com/office/officeart/2005/8/layout/vList2"/>
    <dgm:cxn modelId="{F55489E5-442C-4135-A070-883E6EAF2D04}" type="presOf" srcId="{306D0451-BA21-4A7A-B3B2-0C05972A16A5}" destId="{AA425136-1A3D-40E6-9DE9-A2FA8807D8C0}" srcOrd="0" destOrd="0" presId="urn:microsoft.com/office/officeart/2005/8/layout/vList2"/>
    <dgm:cxn modelId="{9480B2F0-D4D8-4C6C-9301-402E5CE4B2BE}" type="presOf" srcId="{5957454C-6D90-4311-97D3-0D4851F0B137}" destId="{FBA4B603-C2CC-4E32-8F10-AF6D954ADE9D}" srcOrd="0" destOrd="0" presId="urn:microsoft.com/office/officeart/2005/8/layout/vList2"/>
    <dgm:cxn modelId="{B9AB397D-A47B-4031-9028-E197A45ED6F8}" type="presParOf" srcId="{EC79B6D6-6675-42E2-9E62-42A2F7E53359}" destId="{1FA49670-A754-43A7-A9BB-EDFC3D1D4CDD}" srcOrd="0" destOrd="0" presId="urn:microsoft.com/office/officeart/2005/8/layout/vList2"/>
    <dgm:cxn modelId="{931C694D-F8E6-4F27-B3F2-A43C1601691B}" type="presParOf" srcId="{EC79B6D6-6675-42E2-9E62-42A2F7E53359}" destId="{FBA4B603-C2CC-4E32-8F10-AF6D954ADE9D}" srcOrd="1" destOrd="0" presId="urn:microsoft.com/office/officeart/2005/8/layout/vList2"/>
    <dgm:cxn modelId="{2E806178-CC8C-4A00-B16F-5C80E0732E58}" type="presParOf" srcId="{EC79B6D6-6675-42E2-9E62-42A2F7E53359}" destId="{35DA90FA-04EA-4D47-821C-9B9821339904}" srcOrd="2" destOrd="0" presId="urn:microsoft.com/office/officeart/2005/8/layout/vList2"/>
    <dgm:cxn modelId="{EBDEC79F-1454-4DD2-98E5-DA2B49674A72}" type="presParOf" srcId="{EC79B6D6-6675-42E2-9E62-42A2F7E53359}" destId="{41246052-36EC-4262-9C95-77FA3760CD4C}" srcOrd="3" destOrd="0" presId="urn:microsoft.com/office/officeart/2005/8/layout/vList2"/>
    <dgm:cxn modelId="{AE31F737-E59D-48EE-B6C6-97025AC02CA8}" type="presParOf" srcId="{EC79B6D6-6675-42E2-9E62-42A2F7E53359}" destId="{AA425136-1A3D-40E6-9DE9-A2FA8807D8C0}" srcOrd="4" destOrd="0" presId="urn:microsoft.com/office/officeart/2005/8/layout/vList2"/>
    <dgm:cxn modelId="{58760F54-0676-4EB6-BB7A-2EB44D3FD3BB}" type="presParOf" srcId="{EC79B6D6-6675-42E2-9E62-42A2F7E53359}" destId="{6D33D790-CC26-4E98-A864-C053DB1CC4D3}"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675C45F-52C5-4517-BFF8-C6A92AF99F8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9BE7448-99F8-40FE-9E7C-A3A08569E873}">
      <dgm:prSet phldrT="[Text]"/>
      <dgm:spPr>
        <a:solidFill>
          <a:schemeClr val="tx1">
            <a:lumMod val="50000"/>
            <a:lumOff val="50000"/>
          </a:schemeClr>
        </a:solidFill>
      </dgm:spPr>
      <dgm:t>
        <a:bodyPr/>
        <a:lstStyle/>
        <a:p>
          <a:r>
            <a:rPr lang="en-US" dirty="0"/>
            <a:t>IAASB-IESBA liaison member and IESBA staff</a:t>
          </a:r>
        </a:p>
      </dgm:t>
    </dgm:pt>
    <dgm:pt modelId="{C7984BF3-8FC9-4CEF-A54E-187EA8ECB66A}" type="parTrans" cxnId="{6A8DF259-ACA6-45F4-9E98-8A504C6CD94D}">
      <dgm:prSet/>
      <dgm:spPr/>
      <dgm:t>
        <a:bodyPr/>
        <a:lstStyle/>
        <a:p>
          <a:endParaRPr lang="en-US"/>
        </a:p>
      </dgm:t>
    </dgm:pt>
    <dgm:pt modelId="{C0881E8C-A915-4154-81E4-A07395F78084}" type="sibTrans" cxnId="{6A8DF259-ACA6-45F4-9E98-8A504C6CD94D}">
      <dgm:prSet/>
      <dgm:spPr/>
      <dgm:t>
        <a:bodyPr/>
        <a:lstStyle/>
        <a:p>
          <a:endParaRPr lang="en-US"/>
        </a:p>
      </dgm:t>
    </dgm:pt>
    <dgm:pt modelId="{306D0451-BA21-4A7A-B3B2-0C05972A16A5}">
      <dgm:prSet phldrT="[Text]"/>
      <dgm:spPr>
        <a:solidFill>
          <a:schemeClr val="bg1">
            <a:lumMod val="50000"/>
          </a:schemeClr>
        </a:solidFill>
      </dgm:spPr>
      <dgm:t>
        <a:bodyPr/>
        <a:lstStyle/>
        <a:p>
          <a:r>
            <a:rPr lang="en-US" dirty="0"/>
            <a:t>IESBA meeting on December 4</a:t>
          </a:r>
        </a:p>
      </dgm:t>
    </dgm:pt>
    <dgm:pt modelId="{13C64DE7-67AA-4939-84A3-74AF48DB72B1}" type="parTrans" cxnId="{9E7DD04D-ACC5-47A4-934F-5E1E173D108C}">
      <dgm:prSet/>
      <dgm:spPr/>
      <dgm:t>
        <a:bodyPr/>
        <a:lstStyle/>
        <a:p>
          <a:endParaRPr lang="en-US"/>
        </a:p>
      </dgm:t>
    </dgm:pt>
    <dgm:pt modelId="{24650AE8-2D95-4F86-BEB6-84963BB7096B}" type="sibTrans" cxnId="{9E7DD04D-ACC5-47A4-934F-5E1E173D108C}">
      <dgm:prSet/>
      <dgm:spPr/>
      <dgm:t>
        <a:bodyPr/>
        <a:lstStyle/>
        <a:p>
          <a:endParaRPr lang="en-US"/>
        </a:p>
      </dgm:t>
    </dgm:pt>
    <dgm:pt modelId="{5957454C-6D90-4311-97D3-0D4851F0B137}">
      <dgm:prSet phldrT="[Text]"/>
      <dgm:spPr>
        <a:noFill/>
      </dgm:spPr>
      <dgm:t>
        <a:bodyPr/>
        <a:lstStyle/>
        <a:p>
          <a:pPr rtl="0"/>
          <a:r>
            <a:rPr lang="en-US" dirty="0"/>
            <a:t>Agreement with the Task Force’s proposed definitions of professional judgment, references to relevant ethical requirements, and requirements and application </a:t>
          </a:r>
          <a:r>
            <a:rPr lang="en-US" dirty="0">
              <a:latin typeface="Calibri"/>
            </a:rPr>
            <a:t>material relating </a:t>
          </a:r>
          <a:r>
            <a:rPr lang="en-US" dirty="0"/>
            <a:t>to independence</a:t>
          </a:r>
          <a:r>
            <a:rPr lang="en-US" dirty="0">
              <a:latin typeface="Calibri"/>
            </a:rPr>
            <a:t> </a:t>
          </a:r>
          <a:endParaRPr lang="en-US" dirty="0"/>
        </a:p>
      </dgm:t>
    </dgm:pt>
    <dgm:pt modelId="{DB2B671A-92F0-4D91-B3F7-5FBB64C82B75}" type="parTrans" cxnId="{284BB524-B461-43A3-8C88-1DD73D317AC3}">
      <dgm:prSet/>
      <dgm:spPr/>
      <dgm:t>
        <a:bodyPr/>
        <a:lstStyle/>
        <a:p>
          <a:endParaRPr lang="en-US"/>
        </a:p>
      </dgm:t>
    </dgm:pt>
    <dgm:pt modelId="{B652EB10-F94E-4670-85A9-98DF6974BA6D}" type="sibTrans" cxnId="{284BB524-B461-43A3-8C88-1DD73D317AC3}">
      <dgm:prSet/>
      <dgm:spPr/>
      <dgm:t>
        <a:bodyPr/>
        <a:lstStyle/>
        <a:p>
          <a:endParaRPr lang="en-US"/>
        </a:p>
      </dgm:t>
    </dgm:pt>
    <dgm:pt modelId="{F7863139-6316-4A00-8C63-D70EDFC411E0}">
      <dgm:prSet phldrT="[Text]"/>
      <dgm:spPr/>
      <dgm:t>
        <a:bodyPr/>
        <a:lstStyle/>
        <a:p>
          <a:r>
            <a:rPr lang="en-US" dirty="0"/>
            <a:t>Unanimous agreement with the Task Force’s proposed approach to independence and the proposed requirements and application material relating to independence</a:t>
          </a:r>
        </a:p>
      </dgm:t>
    </dgm:pt>
    <dgm:pt modelId="{11503ACD-97EB-4CDE-83AC-E3E1AFC5470E}" type="parTrans" cxnId="{7CC57871-CF7A-4B18-8802-9220DE19BC32}">
      <dgm:prSet/>
      <dgm:spPr/>
      <dgm:t>
        <a:bodyPr/>
        <a:lstStyle/>
        <a:p>
          <a:endParaRPr lang="en-US"/>
        </a:p>
      </dgm:t>
    </dgm:pt>
    <dgm:pt modelId="{D8102E60-6036-4608-9A89-248FF7C40BD5}" type="sibTrans" cxnId="{7CC57871-CF7A-4B18-8802-9220DE19BC32}">
      <dgm:prSet/>
      <dgm:spPr/>
      <dgm:t>
        <a:bodyPr/>
        <a:lstStyle/>
        <a:p>
          <a:endParaRPr lang="en-US"/>
        </a:p>
      </dgm:t>
    </dgm:pt>
    <dgm:pt modelId="{EC79B6D6-6675-42E2-9E62-42A2F7E53359}" type="pres">
      <dgm:prSet presAssocID="{1675C45F-52C5-4517-BFF8-C6A92AF99F84}" presName="linear" presStyleCnt="0">
        <dgm:presLayoutVars>
          <dgm:animLvl val="lvl"/>
          <dgm:resizeHandles val="exact"/>
        </dgm:presLayoutVars>
      </dgm:prSet>
      <dgm:spPr/>
    </dgm:pt>
    <dgm:pt modelId="{1FA49670-A754-43A7-A9BB-EDFC3D1D4CDD}" type="pres">
      <dgm:prSet presAssocID="{79BE7448-99F8-40FE-9E7C-A3A08569E873}" presName="parentText" presStyleLbl="node1" presStyleIdx="0" presStyleCnt="2">
        <dgm:presLayoutVars>
          <dgm:chMax val="0"/>
          <dgm:bulletEnabled val="1"/>
        </dgm:presLayoutVars>
      </dgm:prSet>
      <dgm:spPr/>
    </dgm:pt>
    <dgm:pt modelId="{FBA4B603-C2CC-4E32-8F10-AF6D954ADE9D}" type="pres">
      <dgm:prSet presAssocID="{79BE7448-99F8-40FE-9E7C-A3A08569E873}" presName="childText" presStyleLbl="revTx" presStyleIdx="0" presStyleCnt="2">
        <dgm:presLayoutVars>
          <dgm:bulletEnabled val="1"/>
        </dgm:presLayoutVars>
      </dgm:prSet>
      <dgm:spPr/>
    </dgm:pt>
    <dgm:pt modelId="{AA425136-1A3D-40E6-9DE9-A2FA8807D8C0}" type="pres">
      <dgm:prSet presAssocID="{306D0451-BA21-4A7A-B3B2-0C05972A16A5}" presName="parentText" presStyleLbl="node1" presStyleIdx="1" presStyleCnt="2">
        <dgm:presLayoutVars>
          <dgm:chMax val="0"/>
          <dgm:bulletEnabled val="1"/>
        </dgm:presLayoutVars>
      </dgm:prSet>
      <dgm:spPr/>
    </dgm:pt>
    <dgm:pt modelId="{6D33D790-CC26-4E98-A864-C053DB1CC4D3}" type="pres">
      <dgm:prSet presAssocID="{306D0451-BA21-4A7A-B3B2-0C05972A16A5}" presName="childText" presStyleLbl="revTx" presStyleIdx="1" presStyleCnt="2">
        <dgm:presLayoutVars>
          <dgm:bulletEnabled val="1"/>
        </dgm:presLayoutVars>
      </dgm:prSet>
      <dgm:spPr/>
    </dgm:pt>
  </dgm:ptLst>
  <dgm:cxnLst>
    <dgm:cxn modelId="{284BB524-B461-43A3-8C88-1DD73D317AC3}" srcId="{79BE7448-99F8-40FE-9E7C-A3A08569E873}" destId="{5957454C-6D90-4311-97D3-0D4851F0B137}" srcOrd="0" destOrd="0" parTransId="{DB2B671A-92F0-4D91-B3F7-5FBB64C82B75}" sibTransId="{B652EB10-F94E-4670-85A9-98DF6974BA6D}"/>
    <dgm:cxn modelId="{34E75C2A-88C5-4E60-8B3D-1E9B2EEF0E42}" type="presOf" srcId="{1675C45F-52C5-4517-BFF8-C6A92AF99F84}" destId="{EC79B6D6-6675-42E2-9E62-42A2F7E53359}" srcOrd="0" destOrd="0" presId="urn:microsoft.com/office/officeart/2005/8/layout/vList2"/>
    <dgm:cxn modelId="{9040CA5B-DA56-47D3-BF36-8C851CC5A877}" type="presOf" srcId="{F7863139-6316-4A00-8C63-D70EDFC411E0}" destId="{6D33D790-CC26-4E98-A864-C053DB1CC4D3}" srcOrd="0" destOrd="0" presId="urn:microsoft.com/office/officeart/2005/8/layout/vList2"/>
    <dgm:cxn modelId="{9E7DD04D-ACC5-47A4-934F-5E1E173D108C}" srcId="{1675C45F-52C5-4517-BFF8-C6A92AF99F84}" destId="{306D0451-BA21-4A7A-B3B2-0C05972A16A5}" srcOrd="1" destOrd="0" parTransId="{13C64DE7-67AA-4939-84A3-74AF48DB72B1}" sibTransId="{24650AE8-2D95-4F86-BEB6-84963BB7096B}"/>
    <dgm:cxn modelId="{7CC57871-CF7A-4B18-8802-9220DE19BC32}" srcId="{306D0451-BA21-4A7A-B3B2-0C05972A16A5}" destId="{F7863139-6316-4A00-8C63-D70EDFC411E0}" srcOrd="0" destOrd="0" parTransId="{11503ACD-97EB-4CDE-83AC-E3E1AFC5470E}" sibTransId="{D8102E60-6036-4608-9A89-248FF7C40BD5}"/>
    <dgm:cxn modelId="{6A8DF259-ACA6-45F4-9E98-8A504C6CD94D}" srcId="{1675C45F-52C5-4517-BFF8-C6A92AF99F84}" destId="{79BE7448-99F8-40FE-9E7C-A3A08569E873}" srcOrd="0" destOrd="0" parTransId="{C7984BF3-8FC9-4CEF-A54E-187EA8ECB66A}" sibTransId="{C0881E8C-A915-4154-81E4-A07395F78084}"/>
    <dgm:cxn modelId="{AE9A6CE2-CB41-47B1-99E5-88F72B59FF20}" type="presOf" srcId="{79BE7448-99F8-40FE-9E7C-A3A08569E873}" destId="{1FA49670-A754-43A7-A9BB-EDFC3D1D4CDD}" srcOrd="0" destOrd="0" presId="urn:microsoft.com/office/officeart/2005/8/layout/vList2"/>
    <dgm:cxn modelId="{F55489E5-442C-4135-A070-883E6EAF2D04}" type="presOf" srcId="{306D0451-BA21-4A7A-B3B2-0C05972A16A5}" destId="{AA425136-1A3D-40E6-9DE9-A2FA8807D8C0}" srcOrd="0" destOrd="0" presId="urn:microsoft.com/office/officeart/2005/8/layout/vList2"/>
    <dgm:cxn modelId="{9480B2F0-D4D8-4C6C-9301-402E5CE4B2BE}" type="presOf" srcId="{5957454C-6D90-4311-97D3-0D4851F0B137}" destId="{FBA4B603-C2CC-4E32-8F10-AF6D954ADE9D}" srcOrd="0" destOrd="0" presId="urn:microsoft.com/office/officeart/2005/8/layout/vList2"/>
    <dgm:cxn modelId="{B9AB397D-A47B-4031-9028-E197A45ED6F8}" type="presParOf" srcId="{EC79B6D6-6675-42E2-9E62-42A2F7E53359}" destId="{1FA49670-A754-43A7-A9BB-EDFC3D1D4CDD}" srcOrd="0" destOrd="0" presId="urn:microsoft.com/office/officeart/2005/8/layout/vList2"/>
    <dgm:cxn modelId="{931C694D-F8E6-4F27-B3F2-A43C1601691B}" type="presParOf" srcId="{EC79B6D6-6675-42E2-9E62-42A2F7E53359}" destId="{FBA4B603-C2CC-4E32-8F10-AF6D954ADE9D}" srcOrd="1" destOrd="0" presId="urn:microsoft.com/office/officeart/2005/8/layout/vList2"/>
    <dgm:cxn modelId="{AE31F737-E59D-48EE-B6C6-97025AC02CA8}" type="presParOf" srcId="{EC79B6D6-6675-42E2-9E62-42A2F7E53359}" destId="{AA425136-1A3D-40E6-9DE9-A2FA8807D8C0}" srcOrd="2" destOrd="0" presId="urn:microsoft.com/office/officeart/2005/8/layout/vList2"/>
    <dgm:cxn modelId="{58760F54-0676-4EB6-BB7A-2EB44D3FD3BB}" type="presParOf" srcId="{EC79B6D6-6675-42E2-9E62-42A2F7E53359}" destId="{6D33D790-CC26-4E98-A864-C053DB1CC4D3}"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675C45F-52C5-4517-BFF8-C6A92AF99F8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9BE7448-99F8-40FE-9E7C-A3A08569E873}">
      <dgm:prSet phldrT="[Text]"/>
      <dgm:spPr>
        <a:solidFill>
          <a:schemeClr val="tx1">
            <a:lumMod val="50000"/>
            <a:lumOff val="50000"/>
          </a:schemeClr>
        </a:solidFill>
      </dgm:spPr>
      <dgm:t>
        <a:bodyPr/>
        <a:lstStyle/>
        <a:p>
          <a:r>
            <a:rPr lang="en-US" dirty="0"/>
            <a:t>Definition of Practitioner’s Expert</a:t>
          </a:r>
        </a:p>
      </dgm:t>
    </dgm:pt>
    <dgm:pt modelId="{C7984BF3-8FC9-4CEF-A54E-187EA8ECB66A}" type="parTrans" cxnId="{6A8DF259-ACA6-45F4-9E98-8A504C6CD94D}">
      <dgm:prSet/>
      <dgm:spPr/>
      <dgm:t>
        <a:bodyPr/>
        <a:lstStyle/>
        <a:p>
          <a:endParaRPr lang="en-US"/>
        </a:p>
      </dgm:t>
    </dgm:pt>
    <dgm:pt modelId="{C0881E8C-A915-4154-81E4-A07395F78084}" type="sibTrans" cxnId="{6A8DF259-ACA6-45F4-9E98-8A504C6CD94D}">
      <dgm:prSet/>
      <dgm:spPr/>
      <dgm:t>
        <a:bodyPr/>
        <a:lstStyle/>
        <a:p>
          <a:endParaRPr lang="en-US"/>
        </a:p>
      </dgm:t>
    </dgm:pt>
    <dgm:pt modelId="{306D0451-BA21-4A7A-B3B2-0C05972A16A5}">
      <dgm:prSet phldrT="[Text]"/>
      <dgm:spPr>
        <a:solidFill>
          <a:schemeClr val="bg1">
            <a:lumMod val="50000"/>
          </a:schemeClr>
        </a:solidFill>
      </dgm:spPr>
      <dgm:t>
        <a:bodyPr/>
        <a:lstStyle/>
        <a:p>
          <a:r>
            <a:rPr lang="en-US" dirty="0"/>
            <a:t>Quantitative Threshold</a:t>
          </a:r>
        </a:p>
      </dgm:t>
    </dgm:pt>
    <dgm:pt modelId="{13C64DE7-67AA-4939-84A3-74AF48DB72B1}" type="parTrans" cxnId="{9E7DD04D-ACC5-47A4-934F-5E1E173D108C}">
      <dgm:prSet/>
      <dgm:spPr/>
      <dgm:t>
        <a:bodyPr/>
        <a:lstStyle/>
        <a:p>
          <a:endParaRPr lang="en-US"/>
        </a:p>
      </dgm:t>
    </dgm:pt>
    <dgm:pt modelId="{24650AE8-2D95-4F86-BEB6-84963BB7096B}" type="sibTrans" cxnId="{9E7DD04D-ACC5-47A4-934F-5E1E173D108C}">
      <dgm:prSet/>
      <dgm:spPr/>
      <dgm:t>
        <a:bodyPr/>
        <a:lstStyle/>
        <a:p>
          <a:endParaRPr lang="en-US"/>
        </a:p>
      </dgm:t>
    </dgm:pt>
    <dgm:pt modelId="{5957454C-6D90-4311-97D3-0D4851F0B137}">
      <dgm:prSet phldrT="[Text]"/>
      <dgm:spPr>
        <a:noFill/>
      </dgm:spPr>
      <dgm:t>
        <a:bodyPr/>
        <a:lstStyle/>
        <a:p>
          <a:pPr rtl="0"/>
          <a:r>
            <a:rPr lang="en-US" dirty="0"/>
            <a:t>Expert’s field of expertise</a:t>
          </a:r>
        </a:p>
      </dgm:t>
    </dgm:pt>
    <dgm:pt modelId="{DB2B671A-92F0-4D91-B3F7-5FBB64C82B75}" type="parTrans" cxnId="{284BB524-B461-43A3-8C88-1DD73D317AC3}">
      <dgm:prSet/>
      <dgm:spPr/>
      <dgm:t>
        <a:bodyPr/>
        <a:lstStyle/>
        <a:p>
          <a:endParaRPr lang="en-US"/>
        </a:p>
      </dgm:t>
    </dgm:pt>
    <dgm:pt modelId="{B652EB10-F94E-4670-85A9-98DF6974BA6D}" type="sibTrans" cxnId="{284BB524-B461-43A3-8C88-1DD73D317AC3}">
      <dgm:prSet/>
      <dgm:spPr/>
      <dgm:t>
        <a:bodyPr/>
        <a:lstStyle/>
        <a:p>
          <a:endParaRPr lang="en-US"/>
        </a:p>
      </dgm:t>
    </dgm:pt>
    <dgm:pt modelId="{F7863139-6316-4A00-8C63-D70EDFC411E0}">
      <dgm:prSet phldrT="[Text]"/>
      <dgm:spPr/>
      <dgm:t>
        <a:bodyPr/>
        <a:lstStyle/>
        <a:p>
          <a:r>
            <a:rPr lang="en-US" dirty="0"/>
            <a:t>Application material that appear to be a requirement</a:t>
          </a:r>
        </a:p>
      </dgm:t>
    </dgm:pt>
    <dgm:pt modelId="{11503ACD-97EB-4CDE-83AC-E3E1AFC5470E}" type="parTrans" cxnId="{7CC57871-CF7A-4B18-8802-9220DE19BC32}">
      <dgm:prSet/>
      <dgm:spPr/>
      <dgm:t>
        <a:bodyPr/>
        <a:lstStyle/>
        <a:p>
          <a:endParaRPr lang="en-US"/>
        </a:p>
      </dgm:t>
    </dgm:pt>
    <dgm:pt modelId="{D8102E60-6036-4608-9A89-248FF7C40BD5}" type="sibTrans" cxnId="{7CC57871-CF7A-4B18-8802-9220DE19BC32}">
      <dgm:prSet/>
      <dgm:spPr/>
      <dgm:t>
        <a:bodyPr/>
        <a:lstStyle/>
        <a:p>
          <a:endParaRPr lang="en-US"/>
        </a:p>
      </dgm:t>
    </dgm:pt>
    <dgm:pt modelId="{B54C898F-5331-45A2-803A-0380C3234556}">
      <dgm:prSet phldrT="[Text]"/>
      <dgm:spPr>
        <a:solidFill>
          <a:schemeClr val="tx1">
            <a:lumMod val="50000"/>
            <a:lumOff val="50000"/>
          </a:schemeClr>
        </a:solidFill>
      </dgm:spPr>
      <dgm:t>
        <a:bodyPr/>
        <a:lstStyle/>
        <a:p>
          <a:r>
            <a:rPr lang="en-US" dirty="0"/>
            <a:t>Effective Date</a:t>
          </a:r>
        </a:p>
      </dgm:t>
    </dgm:pt>
    <dgm:pt modelId="{53FBE313-73BC-4238-956D-9C82F2913143}" type="parTrans" cxnId="{9CC9CA94-42D7-4D05-8D0F-9DF2F559586D}">
      <dgm:prSet/>
      <dgm:spPr/>
      <dgm:t>
        <a:bodyPr/>
        <a:lstStyle/>
        <a:p>
          <a:endParaRPr lang="en-US"/>
        </a:p>
      </dgm:t>
    </dgm:pt>
    <dgm:pt modelId="{97925190-BFEB-4DD4-B708-EF1526361996}" type="sibTrans" cxnId="{9CC9CA94-42D7-4D05-8D0F-9DF2F559586D}">
      <dgm:prSet/>
      <dgm:spPr/>
      <dgm:t>
        <a:bodyPr/>
        <a:lstStyle/>
        <a:p>
          <a:endParaRPr lang="en-US"/>
        </a:p>
      </dgm:t>
    </dgm:pt>
    <dgm:pt modelId="{E396DE26-7909-47FC-9609-A6083B2A0AA6}">
      <dgm:prSet phldrT="[Text]"/>
      <dgm:spPr>
        <a:noFill/>
      </dgm:spPr>
      <dgm:t>
        <a:bodyPr/>
        <a:lstStyle/>
        <a:p>
          <a:r>
            <a:rPr lang="en-US" dirty="0"/>
            <a:t>Potentially lengthy implementation of ISRS 4400 (Revised)</a:t>
          </a:r>
        </a:p>
      </dgm:t>
    </dgm:pt>
    <dgm:pt modelId="{FD12143D-F9C0-4E50-93B4-702F09130BA5}" type="parTrans" cxnId="{7FEC73B0-D9B5-423E-96B8-8FAB558B5023}">
      <dgm:prSet/>
      <dgm:spPr/>
      <dgm:t>
        <a:bodyPr/>
        <a:lstStyle/>
        <a:p>
          <a:endParaRPr lang="en-US"/>
        </a:p>
      </dgm:t>
    </dgm:pt>
    <dgm:pt modelId="{ED559761-C54E-465E-902F-19AA9818372A}" type="sibTrans" cxnId="{7FEC73B0-D9B5-423E-96B8-8FAB558B5023}">
      <dgm:prSet/>
      <dgm:spPr/>
      <dgm:t>
        <a:bodyPr/>
        <a:lstStyle/>
        <a:p>
          <a:endParaRPr lang="en-US"/>
        </a:p>
      </dgm:t>
    </dgm:pt>
    <dgm:pt modelId="{A5595B16-542C-4098-9AED-3CB423234FD7}">
      <dgm:prSet phldrT="[Text]"/>
      <dgm:spPr>
        <a:solidFill>
          <a:schemeClr val="bg1">
            <a:lumMod val="50000"/>
          </a:schemeClr>
        </a:solidFill>
      </dgm:spPr>
      <dgm:t>
        <a:bodyPr/>
        <a:lstStyle/>
        <a:p>
          <a:r>
            <a:rPr lang="en-US" dirty="0"/>
            <a:t>Independence</a:t>
          </a:r>
        </a:p>
      </dgm:t>
    </dgm:pt>
    <dgm:pt modelId="{AFFD37C1-2D97-428E-9885-C54751668F77}" type="parTrans" cxnId="{96A17A30-CD88-48DF-A410-BCB812FF210F}">
      <dgm:prSet/>
      <dgm:spPr/>
      <dgm:t>
        <a:bodyPr/>
        <a:lstStyle/>
        <a:p>
          <a:endParaRPr lang="en-US"/>
        </a:p>
      </dgm:t>
    </dgm:pt>
    <dgm:pt modelId="{37C39348-DC36-4862-8F89-963F4CBCF9E0}" type="sibTrans" cxnId="{96A17A30-CD88-48DF-A410-BCB812FF210F}">
      <dgm:prSet/>
      <dgm:spPr/>
      <dgm:t>
        <a:bodyPr/>
        <a:lstStyle/>
        <a:p>
          <a:endParaRPr lang="en-US"/>
        </a:p>
      </dgm:t>
    </dgm:pt>
    <dgm:pt modelId="{A9B7928B-D41E-4386-9099-2F0535EFF945}">
      <dgm:prSet phldrT="[Text]"/>
      <dgm:spPr/>
      <dgm:t>
        <a:bodyPr/>
        <a:lstStyle/>
        <a:p>
          <a:r>
            <a:rPr lang="en-US" dirty="0"/>
            <a:t>Clarification of para. A25A and A25B</a:t>
          </a:r>
        </a:p>
      </dgm:t>
    </dgm:pt>
    <dgm:pt modelId="{092EF06D-FE92-42CD-B988-996F06A9D3EA}" type="parTrans" cxnId="{946D194F-C460-45BB-A093-67A1CDF24E93}">
      <dgm:prSet/>
      <dgm:spPr/>
      <dgm:t>
        <a:bodyPr/>
        <a:lstStyle/>
        <a:p>
          <a:endParaRPr lang="en-US"/>
        </a:p>
      </dgm:t>
    </dgm:pt>
    <dgm:pt modelId="{C78D6D10-9C4E-4799-B0F0-0E7AEFE99ABA}" type="sibTrans" cxnId="{946D194F-C460-45BB-A093-67A1CDF24E93}">
      <dgm:prSet/>
      <dgm:spPr/>
      <dgm:t>
        <a:bodyPr/>
        <a:lstStyle/>
        <a:p>
          <a:endParaRPr lang="en-US"/>
        </a:p>
      </dgm:t>
    </dgm:pt>
    <dgm:pt modelId="{08D68E0F-8BC7-450F-84E1-BFD52774CE38}">
      <dgm:prSet phldrT="[Text]"/>
      <dgm:spPr>
        <a:solidFill>
          <a:schemeClr val="bg1">
            <a:lumMod val="50000"/>
          </a:schemeClr>
        </a:solidFill>
      </dgm:spPr>
      <dgm:t>
        <a:bodyPr/>
        <a:lstStyle/>
        <a:p>
          <a:r>
            <a:rPr lang="en-US" dirty="0"/>
            <a:t>Explanation of Findings in the Engagement Letter and AUP Report</a:t>
          </a:r>
        </a:p>
      </dgm:t>
    </dgm:pt>
    <dgm:pt modelId="{401B94EE-D9D9-4043-9F37-9344B1541E45}" type="parTrans" cxnId="{8891AC3B-66F6-4FCC-8CD9-F4411614AA8A}">
      <dgm:prSet/>
      <dgm:spPr/>
      <dgm:t>
        <a:bodyPr/>
        <a:lstStyle/>
        <a:p>
          <a:endParaRPr lang="en-US"/>
        </a:p>
      </dgm:t>
    </dgm:pt>
    <dgm:pt modelId="{47A10C96-344B-4A24-8404-80DA64202F4C}" type="sibTrans" cxnId="{8891AC3B-66F6-4FCC-8CD9-F4411614AA8A}">
      <dgm:prSet/>
      <dgm:spPr/>
      <dgm:t>
        <a:bodyPr/>
        <a:lstStyle/>
        <a:p>
          <a:endParaRPr lang="en-US"/>
        </a:p>
      </dgm:t>
    </dgm:pt>
    <dgm:pt modelId="{5B94B376-5610-4FCE-8475-CA1D944B27C9}">
      <dgm:prSet phldrT="[Text]"/>
      <dgm:spPr/>
      <dgm:t>
        <a:bodyPr/>
        <a:lstStyle/>
        <a:p>
          <a:r>
            <a:rPr lang="en-US" dirty="0"/>
            <a:t>Misinterpretation of “objectively verified”</a:t>
          </a:r>
        </a:p>
      </dgm:t>
    </dgm:pt>
    <dgm:pt modelId="{57BAD5C3-79E5-4435-A683-8F5F71AC9844}" type="parTrans" cxnId="{106E9DD0-5ADE-483E-800C-20554CECD841}">
      <dgm:prSet/>
      <dgm:spPr/>
      <dgm:t>
        <a:bodyPr/>
        <a:lstStyle/>
        <a:p>
          <a:endParaRPr lang="en-US"/>
        </a:p>
      </dgm:t>
    </dgm:pt>
    <dgm:pt modelId="{0709E7FF-7CDE-4A9E-B50E-129FAC18ECEE}" type="sibTrans" cxnId="{106E9DD0-5ADE-483E-800C-20554CECD841}">
      <dgm:prSet/>
      <dgm:spPr/>
      <dgm:t>
        <a:bodyPr/>
        <a:lstStyle/>
        <a:p>
          <a:endParaRPr lang="en-US"/>
        </a:p>
      </dgm:t>
    </dgm:pt>
    <dgm:pt modelId="{EC79B6D6-6675-42E2-9E62-42A2F7E53359}" type="pres">
      <dgm:prSet presAssocID="{1675C45F-52C5-4517-BFF8-C6A92AF99F84}" presName="linear" presStyleCnt="0">
        <dgm:presLayoutVars>
          <dgm:animLvl val="lvl"/>
          <dgm:resizeHandles val="exact"/>
        </dgm:presLayoutVars>
      </dgm:prSet>
      <dgm:spPr/>
    </dgm:pt>
    <dgm:pt modelId="{4D361C68-A528-4DE6-9468-60AA8CB0FA18}" type="pres">
      <dgm:prSet presAssocID="{B54C898F-5331-45A2-803A-0380C3234556}" presName="parentText" presStyleLbl="node1" presStyleIdx="0" presStyleCnt="5">
        <dgm:presLayoutVars>
          <dgm:chMax val="0"/>
          <dgm:bulletEnabled val="1"/>
        </dgm:presLayoutVars>
      </dgm:prSet>
      <dgm:spPr/>
    </dgm:pt>
    <dgm:pt modelId="{7741C814-2539-43C7-A8F3-439D849ED6DA}" type="pres">
      <dgm:prSet presAssocID="{B54C898F-5331-45A2-803A-0380C3234556}" presName="childText" presStyleLbl="revTx" presStyleIdx="0" presStyleCnt="5">
        <dgm:presLayoutVars>
          <dgm:bulletEnabled val="1"/>
        </dgm:presLayoutVars>
      </dgm:prSet>
      <dgm:spPr/>
    </dgm:pt>
    <dgm:pt modelId="{1FA49670-A754-43A7-A9BB-EDFC3D1D4CDD}" type="pres">
      <dgm:prSet presAssocID="{79BE7448-99F8-40FE-9E7C-A3A08569E873}" presName="parentText" presStyleLbl="node1" presStyleIdx="1" presStyleCnt="5">
        <dgm:presLayoutVars>
          <dgm:chMax val="0"/>
          <dgm:bulletEnabled val="1"/>
        </dgm:presLayoutVars>
      </dgm:prSet>
      <dgm:spPr/>
    </dgm:pt>
    <dgm:pt modelId="{FBA4B603-C2CC-4E32-8F10-AF6D954ADE9D}" type="pres">
      <dgm:prSet presAssocID="{79BE7448-99F8-40FE-9E7C-A3A08569E873}" presName="childText" presStyleLbl="revTx" presStyleIdx="1" presStyleCnt="5">
        <dgm:presLayoutVars>
          <dgm:bulletEnabled val="1"/>
        </dgm:presLayoutVars>
      </dgm:prSet>
      <dgm:spPr/>
    </dgm:pt>
    <dgm:pt modelId="{72BC9B26-B738-4063-AC96-B1C1B82E411D}" type="pres">
      <dgm:prSet presAssocID="{A5595B16-542C-4098-9AED-3CB423234FD7}" presName="parentText" presStyleLbl="node1" presStyleIdx="2" presStyleCnt="5">
        <dgm:presLayoutVars>
          <dgm:chMax val="0"/>
          <dgm:bulletEnabled val="1"/>
        </dgm:presLayoutVars>
      </dgm:prSet>
      <dgm:spPr/>
    </dgm:pt>
    <dgm:pt modelId="{B49822F4-835D-4D44-AAD1-2A73E19936DD}" type="pres">
      <dgm:prSet presAssocID="{A5595B16-542C-4098-9AED-3CB423234FD7}" presName="childText" presStyleLbl="revTx" presStyleIdx="2" presStyleCnt="5">
        <dgm:presLayoutVars>
          <dgm:bulletEnabled val="1"/>
        </dgm:presLayoutVars>
      </dgm:prSet>
      <dgm:spPr/>
    </dgm:pt>
    <dgm:pt modelId="{D4A1C70C-ECD3-4FA9-A217-42F7C81601EC}" type="pres">
      <dgm:prSet presAssocID="{08D68E0F-8BC7-450F-84E1-BFD52774CE38}" presName="parentText" presStyleLbl="node1" presStyleIdx="3" presStyleCnt="5">
        <dgm:presLayoutVars>
          <dgm:chMax val="0"/>
          <dgm:bulletEnabled val="1"/>
        </dgm:presLayoutVars>
      </dgm:prSet>
      <dgm:spPr/>
    </dgm:pt>
    <dgm:pt modelId="{31CF8247-0905-4038-8413-FFB25293325A}" type="pres">
      <dgm:prSet presAssocID="{08D68E0F-8BC7-450F-84E1-BFD52774CE38}" presName="childText" presStyleLbl="revTx" presStyleIdx="3" presStyleCnt="5">
        <dgm:presLayoutVars>
          <dgm:bulletEnabled val="1"/>
        </dgm:presLayoutVars>
      </dgm:prSet>
      <dgm:spPr/>
    </dgm:pt>
    <dgm:pt modelId="{AA425136-1A3D-40E6-9DE9-A2FA8807D8C0}" type="pres">
      <dgm:prSet presAssocID="{306D0451-BA21-4A7A-B3B2-0C05972A16A5}" presName="parentText" presStyleLbl="node1" presStyleIdx="4" presStyleCnt="5">
        <dgm:presLayoutVars>
          <dgm:chMax val="0"/>
          <dgm:bulletEnabled val="1"/>
        </dgm:presLayoutVars>
      </dgm:prSet>
      <dgm:spPr/>
    </dgm:pt>
    <dgm:pt modelId="{6D33D790-CC26-4E98-A864-C053DB1CC4D3}" type="pres">
      <dgm:prSet presAssocID="{306D0451-BA21-4A7A-B3B2-0C05972A16A5}" presName="childText" presStyleLbl="revTx" presStyleIdx="4" presStyleCnt="5">
        <dgm:presLayoutVars>
          <dgm:bulletEnabled val="1"/>
        </dgm:presLayoutVars>
      </dgm:prSet>
      <dgm:spPr/>
    </dgm:pt>
  </dgm:ptLst>
  <dgm:cxnLst>
    <dgm:cxn modelId="{F67AF318-8901-4D1C-8FC5-ACE6D1F5C5A3}" type="presOf" srcId="{5B94B376-5610-4FCE-8475-CA1D944B27C9}" destId="{31CF8247-0905-4038-8413-FFB25293325A}" srcOrd="0" destOrd="0" presId="urn:microsoft.com/office/officeart/2005/8/layout/vList2"/>
    <dgm:cxn modelId="{284BB524-B461-43A3-8C88-1DD73D317AC3}" srcId="{79BE7448-99F8-40FE-9E7C-A3A08569E873}" destId="{5957454C-6D90-4311-97D3-0D4851F0B137}" srcOrd="0" destOrd="0" parTransId="{DB2B671A-92F0-4D91-B3F7-5FBB64C82B75}" sibTransId="{B652EB10-F94E-4670-85A9-98DF6974BA6D}"/>
    <dgm:cxn modelId="{34E75C2A-88C5-4E60-8B3D-1E9B2EEF0E42}" type="presOf" srcId="{1675C45F-52C5-4517-BFF8-C6A92AF99F84}" destId="{EC79B6D6-6675-42E2-9E62-42A2F7E53359}" srcOrd="0" destOrd="0" presId="urn:microsoft.com/office/officeart/2005/8/layout/vList2"/>
    <dgm:cxn modelId="{96A17A30-CD88-48DF-A410-BCB812FF210F}" srcId="{1675C45F-52C5-4517-BFF8-C6A92AF99F84}" destId="{A5595B16-542C-4098-9AED-3CB423234FD7}" srcOrd="2" destOrd="0" parTransId="{AFFD37C1-2D97-428E-9885-C54751668F77}" sibTransId="{37C39348-DC36-4862-8F89-963F4CBCF9E0}"/>
    <dgm:cxn modelId="{8891AC3B-66F6-4FCC-8CD9-F4411614AA8A}" srcId="{1675C45F-52C5-4517-BFF8-C6A92AF99F84}" destId="{08D68E0F-8BC7-450F-84E1-BFD52774CE38}" srcOrd="3" destOrd="0" parTransId="{401B94EE-D9D9-4043-9F37-9344B1541E45}" sibTransId="{47A10C96-344B-4A24-8404-80DA64202F4C}"/>
    <dgm:cxn modelId="{9040CA5B-DA56-47D3-BF36-8C851CC5A877}" type="presOf" srcId="{F7863139-6316-4A00-8C63-D70EDFC411E0}" destId="{6D33D790-CC26-4E98-A864-C053DB1CC4D3}" srcOrd="0" destOrd="0" presId="urn:microsoft.com/office/officeart/2005/8/layout/vList2"/>
    <dgm:cxn modelId="{A0D5645F-FC9F-4F28-BC14-8947EF0FE4A2}" type="presOf" srcId="{B54C898F-5331-45A2-803A-0380C3234556}" destId="{4D361C68-A528-4DE6-9468-60AA8CB0FA18}" srcOrd="0" destOrd="0" presId="urn:microsoft.com/office/officeart/2005/8/layout/vList2"/>
    <dgm:cxn modelId="{9E7DD04D-ACC5-47A4-934F-5E1E173D108C}" srcId="{1675C45F-52C5-4517-BFF8-C6A92AF99F84}" destId="{306D0451-BA21-4A7A-B3B2-0C05972A16A5}" srcOrd="4" destOrd="0" parTransId="{13C64DE7-67AA-4939-84A3-74AF48DB72B1}" sibTransId="{24650AE8-2D95-4F86-BEB6-84963BB7096B}"/>
    <dgm:cxn modelId="{946D194F-C460-45BB-A093-67A1CDF24E93}" srcId="{A5595B16-542C-4098-9AED-3CB423234FD7}" destId="{A9B7928B-D41E-4386-9099-2F0535EFF945}" srcOrd="0" destOrd="0" parTransId="{092EF06D-FE92-42CD-B988-996F06A9D3EA}" sibTransId="{C78D6D10-9C4E-4799-B0F0-0E7AEFE99ABA}"/>
    <dgm:cxn modelId="{7CC57871-CF7A-4B18-8802-9220DE19BC32}" srcId="{306D0451-BA21-4A7A-B3B2-0C05972A16A5}" destId="{F7863139-6316-4A00-8C63-D70EDFC411E0}" srcOrd="0" destOrd="0" parTransId="{11503ACD-97EB-4CDE-83AC-E3E1AFC5470E}" sibTransId="{D8102E60-6036-4608-9A89-248FF7C40BD5}"/>
    <dgm:cxn modelId="{6A8DF259-ACA6-45F4-9E98-8A504C6CD94D}" srcId="{1675C45F-52C5-4517-BFF8-C6A92AF99F84}" destId="{79BE7448-99F8-40FE-9E7C-A3A08569E873}" srcOrd="1" destOrd="0" parTransId="{C7984BF3-8FC9-4CEF-A54E-187EA8ECB66A}" sibTransId="{C0881E8C-A915-4154-81E4-A07395F78084}"/>
    <dgm:cxn modelId="{41E41B7F-2581-42CF-99A2-0244FA7559FD}" type="presOf" srcId="{A5595B16-542C-4098-9AED-3CB423234FD7}" destId="{72BC9B26-B738-4063-AC96-B1C1B82E411D}" srcOrd="0" destOrd="0" presId="urn:microsoft.com/office/officeart/2005/8/layout/vList2"/>
    <dgm:cxn modelId="{9CC9CA94-42D7-4D05-8D0F-9DF2F559586D}" srcId="{1675C45F-52C5-4517-BFF8-C6A92AF99F84}" destId="{B54C898F-5331-45A2-803A-0380C3234556}" srcOrd="0" destOrd="0" parTransId="{53FBE313-73BC-4238-956D-9C82F2913143}" sibTransId="{97925190-BFEB-4DD4-B708-EF1526361996}"/>
    <dgm:cxn modelId="{5672609D-1FC8-40F9-95CC-BFB27FEADFAA}" type="presOf" srcId="{E396DE26-7909-47FC-9609-A6083B2A0AA6}" destId="{7741C814-2539-43C7-A8F3-439D849ED6DA}" srcOrd="0" destOrd="0" presId="urn:microsoft.com/office/officeart/2005/8/layout/vList2"/>
    <dgm:cxn modelId="{7FEC73B0-D9B5-423E-96B8-8FAB558B5023}" srcId="{B54C898F-5331-45A2-803A-0380C3234556}" destId="{E396DE26-7909-47FC-9609-A6083B2A0AA6}" srcOrd="0" destOrd="0" parTransId="{FD12143D-F9C0-4E50-93B4-702F09130BA5}" sibTransId="{ED559761-C54E-465E-902F-19AA9818372A}"/>
    <dgm:cxn modelId="{AB7CC2B5-B6A8-428C-BA71-500C58FEDE5E}" type="presOf" srcId="{A9B7928B-D41E-4386-9099-2F0535EFF945}" destId="{B49822F4-835D-4D44-AAD1-2A73E19936DD}" srcOrd="0" destOrd="0" presId="urn:microsoft.com/office/officeart/2005/8/layout/vList2"/>
    <dgm:cxn modelId="{106E9DD0-5ADE-483E-800C-20554CECD841}" srcId="{08D68E0F-8BC7-450F-84E1-BFD52774CE38}" destId="{5B94B376-5610-4FCE-8475-CA1D944B27C9}" srcOrd="0" destOrd="0" parTransId="{57BAD5C3-79E5-4435-A683-8F5F71AC9844}" sibTransId="{0709E7FF-7CDE-4A9E-B50E-129FAC18ECEE}"/>
    <dgm:cxn modelId="{AE9A6CE2-CB41-47B1-99E5-88F72B59FF20}" type="presOf" srcId="{79BE7448-99F8-40FE-9E7C-A3A08569E873}" destId="{1FA49670-A754-43A7-A9BB-EDFC3D1D4CDD}" srcOrd="0" destOrd="0" presId="urn:microsoft.com/office/officeart/2005/8/layout/vList2"/>
    <dgm:cxn modelId="{F55489E5-442C-4135-A070-883E6EAF2D04}" type="presOf" srcId="{306D0451-BA21-4A7A-B3B2-0C05972A16A5}" destId="{AA425136-1A3D-40E6-9DE9-A2FA8807D8C0}" srcOrd="0" destOrd="0" presId="urn:microsoft.com/office/officeart/2005/8/layout/vList2"/>
    <dgm:cxn modelId="{9480B2F0-D4D8-4C6C-9301-402E5CE4B2BE}" type="presOf" srcId="{5957454C-6D90-4311-97D3-0D4851F0B137}" destId="{FBA4B603-C2CC-4E32-8F10-AF6D954ADE9D}" srcOrd="0" destOrd="0" presId="urn:microsoft.com/office/officeart/2005/8/layout/vList2"/>
    <dgm:cxn modelId="{2F0E4AF5-00FC-4D22-BED4-D24E58BCA8F6}" type="presOf" srcId="{08D68E0F-8BC7-450F-84E1-BFD52774CE38}" destId="{D4A1C70C-ECD3-4FA9-A217-42F7C81601EC}" srcOrd="0" destOrd="0" presId="urn:microsoft.com/office/officeart/2005/8/layout/vList2"/>
    <dgm:cxn modelId="{5664839C-A4C9-4F2A-94B7-30D3D5D335DB}" type="presParOf" srcId="{EC79B6D6-6675-42E2-9E62-42A2F7E53359}" destId="{4D361C68-A528-4DE6-9468-60AA8CB0FA18}" srcOrd="0" destOrd="0" presId="urn:microsoft.com/office/officeart/2005/8/layout/vList2"/>
    <dgm:cxn modelId="{C6426F3F-4367-4494-AC0D-42F9A4839DA0}" type="presParOf" srcId="{EC79B6D6-6675-42E2-9E62-42A2F7E53359}" destId="{7741C814-2539-43C7-A8F3-439D849ED6DA}" srcOrd="1" destOrd="0" presId="urn:microsoft.com/office/officeart/2005/8/layout/vList2"/>
    <dgm:cxn modelId="{B9AB397D-A47B-4031-9028-E197A45ED6F8}" type="presParOf" srcId="{EC79B6D6-6675-42E2-9E62-42A2F7E53359}" destId="{1FA49670-A754-43A7-A9BB-EDFC3D1D4CDD}" srcOrd="2" destOrd="0" presId="urn:microsoft.com/office/officeart/2005/8/layout/vList2"/>
    <dgm:cxn modelId="{931C694D-F8E6-4F27-B3F2-A43C1601691B}" type="presParOf" srcId="{EC79B6D6-6675-42E2-9E62-42A2F7E53359}" destId="{FBA4B603-C2CC-4E32-8F10-AF6D954ADE9D}" srcOrd="3" destOrd="0" presId="urn:microsoft.com/office/officeart/2005/8/layout/vList2"/>
    <dgm:cxn modelId="{D29E389D-000E-4C52-9120-07BD1AACC530}" type="presParOf" srcId="{EC79B6D6-6675-42E2-9E62-42A2F7E53359}" destId="{72BC9B26-B738-4063-AC96-B1C1B82E411D}" srcOrd="4" destOrd="0" presId="urn:microsoft.com/office/officeart/2005/8/layout/vList2"/>
    <dgm:cxn modelId="{573FFD55-3917-4C76-9A81-506897119819}" type="presParOf" srcId="{EC79B6D6-6675-42E2-9E62-42A2F7E53359}" destId="{B49822F4-835D-4D44-AAD1-2A73E19936DD}" srcOrd="5" destOrd="0" presId="urn:microsoft.com/office/officeart/2005/8/layout/vList2"/>
    <dgm:cxn modelId="{D5829FA4-C18C-45B7-9C86-09DB17D13911}" type="presParOf" srcId="{EC79B6D6-6675-42E2-9E62-42A2F7E53359}" destId="{D4A1C70C-ECD3-4FA9-A217-42F7C81601EC}" srcOrd="6" destOrd="0" presId="urn:microsoft.com/office/officeart/2005/8/layout/vList2"/>
    <dgm:cxn modelId="{172A886A-556B-47FD-BD45-79C8A29D100A}" type="presParOf" srcId="{EC79B6D6-6675-42E2-9E62-42A2F7E53359}" destId="{31CF8247-0905-4038-8413-FFB25293325A}" srcOrd="7" destOrd="0" presId="urn:microsoft.com/office/officeart/2005/8/layout/vList2"/>
    <dgm:cxn modelId="{AE31F737-E59D-48EE-B6C6-97025AC02CA8}" type="presParOf" srcId="{EC79B6D6-6675-42E2-9E62-42A2F7E53359}" destId="{AA425136-1A3D-40E6-9DE9-A2FA8807D8C0}" srcOrd="8" destOrd="0" presId="urn:microsoft.com/office/officeart/2005/8/layout/vList2"/>
    <dgm:cxn modelId="{58760F54-0676-4EB6-BB7A-2EB44D3FD3BB}" type="presParOf" srcId="{EC79B6D6-6675-42E2-9E62-42A2F7E53359}" destId="{6D33D790-CC26-4E98-A864-C053DB1CC4D3}" srcOrd="9"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9D54E76-551D-4888-BE71-ECDB8A2705E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D0462BF-8414-4027-B376-E72F7CEA7B22}">
      <dgm:prSet phldrT="[Text]"/>
      <dgm:spPr>
        <a:solidFill>
          <a:schemeClr val="tx1">
            <a:lumMod val="65000"/>
            <a:lumOff val="35000"/>
          </a:schemeClr>
        </a:solidFill>
      </dgm:spPr>
      <dgm:t>
        <a:bodyPr/>
        <a:lstStyle/>
        <a:p>
          <a:r>
            <a:rPr lang="en-US" dirty="0"/>
            <a:t>Introduction</a:t>
          </a:r>
        </a:p>
      </dgm:t>
    </dgm:pt>
    <dgm:pt modelId="{9A22A164-1C88-4FCE-82A4-A8076663F31F}" type="parTrans" cxnId="{2C830547-4352-443F-A8C9-F481D3B11B4A}">
      <dgm:prSet/>
      <dgm:spPr/>
      <dgm:t>
        <a:bodyPr/>
        <a:lstStyle/>
        <a:p>
          <a:endParaRPr lang="en-US"/>
        </a:p>
      </dgm:t>
    </dgm:pt>
    <dgm:pt modelId="{0FD00A1F-485D-4D21-A0A7-4B01B54AA0BF}" type="sibTrans" cxnId="{2C830547-4352-443F-A8C9-F481D3B11B4A}">
      <dgm:prSet/>
      <dgm:spPr/>
      <dgm:t>
        <a:bodyPr/>
        <a:lstStyle/>
        <a:p>
          <a:endParaRPr lang="en-US"/>
        </a:p>
      </dgm:t>
    </dgm:pt>
    <dgm:pt modelId="{CC622441-B7CC-488A-917C-1197152F0B4B}">
      <dgm:prSet phldrT="[Text]"/>
      <dgm:spPr>
        <a:solidFill>
          <a:schemeClr val="tx1">
            <a:lumMod val="65000"/>
            <a:lumOff val="35000"/>
          </a:schemeClr>
        </a:solidFill>
      </dgm:spPr>
      <dgm:t>
        <a:bodyPr/>
        <a:lstStyle/>
        <a:p>
          <a:r>
            <a:rPr lang="en-US" dirty="0"/>
            <a:t>Effective Date</a:t>
          </a:r>
        </a:p>
      </dgm:t>
    </dgm:pt>
    <dgm:pt modelId="{2CCA279C-0B8C-46F2-86AE-09E7A56A2183}" type="parTrans" cxnId="{1A2AF336-E1D7-4E72-AE42-6CD57B727101}">
      <dgm:prSet/>
      <dgm:spPr/>
      <dgm:t>
        <a:bodyPr/>
        <a:lstStyle/>
        <a:p>
          <a:endParaRPr lang="en-US"/>
        </a:p>
      </dgm:t>
    </dgm:pt>
    <dgm:pt modelId="{10053DAC-770A-4E34-82D3-64C4E9169373}" type="sibTrans" cxnId="{1A2AF336-E1D7-4E72-AE42-6CD57B727101}">
      <dgm:prSet/>
      <dgm:spPr/>
      <dgm:t>
        <a:bodyPr/>
        <a:lstStyle/>
        <a:p>
          <a:endParaRPr lang="en-US"/>
        </a:p>
      </dgm:t>
    </dgm:pt>
    <dgm:pt modelId="{ADA166DD-6B05-429E-A3D1-BA81F461FB78}">
      <dgm:prSet phldrT="[Text]"/>
      <dgm:spPr>
        <a:solidFill>
          <a:schemeClr val="tx1">
            <a:lumMod val="65000"/>
            <a:lumOff val="35000"/>
          </a:schemeClr>
        </a:solidFill>
      </dgm:spPr>
      <dgm:t>
        <a:bodyPr/>
        <a:lstStyle/>
        <a:p>
          <a:r>
            <a:rPr lang="en-US" dirty="0"/>
            <a:t>Objectives and Definitions</a:t>
          </a:r>
        </a:p>
      </dgm:t>
    </dgm:pt>
    <dgm:pt modelId="{6AF49BC7-74D3-4E26-98FE-32CA1EE0D310}" type="parTrans" cxnId="{5D9E71BE-6CF4-4B5D-B9D4-1DC01F20EC6C}">
      <dgm:prSet/>
      <dgm:spPr/>
      <dgm:t>
        <a:bodyPr/>
        <a:lstStyle/>
        <a:p>
          <a:endParaRPr lang="en-US"/>
        </a:p>
      </dgm:t>
    </dgm:pt>
    <dgm:pt modelId="{ED7E7AC5-C26D-4E39-9D1A-B33CF411E51B}" type="sibTrans" cxnId="{5D9E71BE-6CF4-4B5D-B9D4-1DC01F20EC6C}">
      <dgm:prSet/>
      <dgm:spPr/>
      <dgm:t>
        <a:bodyPr/>
        <a:lstStyle/>
        <a:p>
          <a:endParaRPr lang="en-US"/>
        </a:p>
      </dgm:t>
    </dgm:pt>
    <dgm:pt modelId="{B1FC0F14-7082-4C69-906D-D576CB8DB5F3}">
      <dgm:prSet phldrT="[Text]"/>
      <dgm:spPr/>
      <dgm:t>
        <a:bodyPr/>
        <a:lstStyle/>
        <a:p>
          <a:r>
            <a:rPr lang="en-US" dirty="0"/>
            <a:t>Para. 12-13, A8B-A11</a:t>
          </a:r>
        </a:p>
      </dgm:t>
    </dgm:pt>
    <dgm:pt modelId="{4C4E9C28-B458-4FCF-9B1F-F5E8FA4418A6}" type="parTrans" cxnId="{7A209817-2E2B-428D-93BE-DD39861CD476}">
      <dgm:prSet/>
      <dgm:spPr/>
      <dgm:t>
        <a:bodyPr/>
        <a:lstStyle/>
        <a:p>
          <a:endParaRPr lang="en-US"/>
        </a:p>
      </dgm:t>
    </dgm:pt>
    <dgm:pt modelId="{64F94A7C-A57A-4FFA-BCF2-965D8220F368}" type="sibTrans" cxnId="{7A209817-2E2B-428D-93BE-DD39861CD476}">
      <dgm:prSet/>
      <dgm:spPr/>
      <dgm:t>
        <a:bodyPr/>
        <a:lstStyle/>
        <a:p>
          <a:endParaRPr lang="en-US"/>
        </a:p>
      </dgm:t>
    </dgm:pt>
    <dgm:pt modelId="{8C061876-A67C-45B3-AB93-7ACA5E9B11B3}">
      <dgm:prSet phldrT="[Text]"/>
      <dgm:spPr/>
      <dgm:t>
        <a:bodyPr/>
        <a:lstStyle/>
        <a:p>
          <a:r>
            <a:rPr lang="en-US" dirty="0"/>
            <a:t>Para. 1-10, A1-A8</a:t>
          </a:r>
        </a:p>
      </dgm:t>
    </dgm:pt>
    <dgm:pt modelId="{20FBC373-71CB-447D-B5B2-9A2371ACFAEE}" type="parTrans" cxnId="{591C34CE-0883-4D7A-A85E-1EE1E0E5E107}">
      <dgm:prSet/>
      <dgm:spPr/>
      <dgm:t>
        <a:bodyPr/>
        <a:lstStyle/>
        <a:p>
          <a:endParaRPr lang="en-US"/>
        </a:p>
      </dgm:t>
    </dgm:pt>
    <dgm:pt modelId="{692EA5B3-807A-4453-9FFA-19DDFF70FA1F}" type="sibTrans" cxnId="{591C34CE-0883-4D7A-A85E-1EE1E0E5E107}">
      <dgm:prSet/>
      <dgm:spPr/>
      <dgm:t>
        <a:bodyPr/>
        <a:lstStyle/>
        <a:p>
          <a:endParaRPr lang="en-US"/>
        </a:p>
      </dgm:t>
    </dgm:pt>
    <dgm:pt modelId="{818EE42C-0FB1-449C-8746-6A7BA806C932}">
      <dgm:prSet phldrT="[Text]"/>
      <dgm:spPr/>
      <dgm:t>
        <a:bodyPr/>
        <a:lstStyle/>
        <a:p>
          <a:r>
            <a:rPr lang="en-US" dirty="0"/>
            <a:t>Para. 11 and Footnote 1 – see handout</a:t>
          </a:r>
        </a:p>
      </dgm:t>
    </dgm:pt>
    <dgm:pt modelId="{BFB09D23-EE31-4A59-8CC8-5DCB20214B8E}" type="parTrans" cxnId="{C6332C7C-DC24-4F79-8E4D-E5040266DC0F}">
      <dgm:prSet/>
      <dgm:spPr/>
      <dgm:t>
        <a:bodyPr/>
        <a:lstStyle/>
        <a:p>
          <a:endParaRPr lang="en-US"/>
        </a:p>
      </dgm:t>
    </dgm:pt>
    <dgm:pt modelId="{05519099-5EED-4ACE-9FFB-C73E7155BA3E}" type="sibTrans" cxnId="{C6332C7C-DC24-4F79-8E4D-E5040266DC0F}">
      <dgm:prSet/>
      <dgm:spPr/>
      <dgm:t>
        <a:bodyPr/>
        <a:lstStyle/>
        <a:p>
          <a:endParaRPr lang="en-US"/>
        </a:p>
      </dgm:t>
    </dgm:pt>
    <dgm:pt modelId="{B04C1C07-3A5E-4738-BDAD-9BD17269A788}" type="pres">
      <dgm:prSet presAssocID="{09D54E76-551D-4888-BE71-ECDB8A2705E0}" presName="linear" presStyleCnt="0">
        <dgm:presLayoutVars>
          <dgm:animLvl val="lvl"/>
          <dgm:resizeHandles val="exact"/>
        </dgm:presLayoutVars>
      </dgm:prSet>
      <dgm:spPr/>
    </dgm:pt>
    <dgm:pt modelId="{AE4E6C18-E6D6-4E33-A034-4111BF19BA14}" type="pres">
      <dgm:prSet presAssocID="{4D0462BF-8414-4027-B376-E72F7CEA7B22}" presName="parentText" presStyleLbl="node1" presStyleIdx="0" presStyleCnt="3">
        <dgm:presLayoutVars>
          <dgm:chMax val="0"/>
          <dgm:bulletEnabled val="1"/>
        </dgm:presLayoutVars>
      </dgm:prSet>
      <dgm:spPr/>
    </dgm:pt>
    <dgm:pt modelId="{7C94761F-CF65-40C8-AD80-41D2AB3C4E9F}" type="pres">
      <dgm:prSet presAssocID="{4D0462BF-8414-4027-B376-E72F7CEA7B22}" presName="childText" presStyleLbl="revTx" presStyleIdx="0" presStyleCnt="3">
        <dgm:presLayoutVars>
          <dgm:bulletEnabled val="1"/>
        </dgm:presLayoutVars>
      </dgm:prSet>
      <dgm:spPr/>
    </dgm:pt>
    <dgm:pt modelId="{91893367-FA27-4EF1-B1DE-E5195C706DFE}" type="pres">
      <dgm:prSet presAssocID="{CC622441-B7CC-488A-917C-1197152F0B4B}" presName="parentText" presStyleLbl="node1" presStyleIdx="1" presStyleCnt="3">
        <dgm:presLayoutVars>
          <dgm:chMax val="0"/>
          <dgm:bulletEnabled val="1"/>
        </dgm:presLayoutVars>
      </dgm:prSet>
      <dgm:spPr/>
    </dgm:pt>
    <dgm:pt modelId="{678BA3F2-0A06-4F91-A797-8CB06B245AA5}" type="pres">
      <dgm:prSet presAssocID="{CC622441-B7CC-488A-917C-1197152F0B4B}" presName="childText" presStyleLbl="revTx" presStyleIdx="1" presStyleCnt="3">
        <dgm:presLayoutVars>
          <dgm:bulletEnabled val="1"/>
        </dgm:presLayoutVars>
      </dgm:prSet>
      <dgm:spPr/>
    </dgm:pt>
    <dgm:pt modelId="{34F7BF6C-1D2E-4779-81DC-6737825EE20F}" type="pres">
      <dgm:prSet presAssocID="{ADA166DD-6B05-429E-A3D1-BA81F461FB78}" presName="parentText" presStyleLbl="node1" presStyleIdx="2" presStyleCnt="3">
        <dgm:presLayoutVars>
          <dgm:chMax val="0"/>
          <dgm:bulletEnabled val="1"/>
        </dgm:presLayoutVars>
      </dgm:prSet>
      <dgm:spPr/>
    </dgm:pt>
    <dgm:pt modelId="{8361DC1F-00EE-4BAC-8467-20819742CAB2}" type="pres">
      <dgm:prSet presAssocID="{ADA166DD-6B05-429E-A3D1-BA81F461FB78}" presName="childText" presStyleLbl="revTx" presStyleIdx="2" presStyleCnt="3">
        <dgm:presLayoutVars>
          <dgm:bulletEnabled val="1"/>
        </dgm:presLayoutVars>
      </dgm:prSet>
      <dgm:spPr/>
    </dgm:pt>
  </dgm:ptLst>
  <dgm:cxnLst>
    <dgm:cxn modelId="{D8E8B50D-9EB1-4D6C-9AB9-CA0FB75644EE}" type="presOf" srcId="{ADA166DD-6B05-429E-A3D1-BA81F461FB78}" destId="{34F7BF6C-1D2E-4779-81DC-6737825EE20F}" srcOrd="0" destOrd="0" presId="urn:microsoft.com/office/officeart/2005/8/layout/vList2"/>
    <dgm:cxn modelId="{7A209817-2E2B-428D-93BE-DD39861CD476}" srcId="{ADA166DD-6B05-429E-A3D1-BA81F461FB78}" destId="{B1FC0F14-7082-4C69-906D-D576CB8DB5F3}" srcOrd="0" destOrd="0" parTransId="{4C4E9C28-B458-4FCF-9B1F-F5E8FA4418A6}" sibTransId="{64F94A7C-A57A-4FFA-BCF2-965D8220F368}"/>
    <dgm:cxn modelId="{45C8ED2A-2263-4780-9804-15B62DAC8C3F}" type="presOf" srcId="{B1FC0F14-7082-4C69-906D-D576CB8DB5F3}" destId="{8361DC1F-00EE-4BAC-8467-20819742CAB2}" srcOrd="0" destOrd="0" presId="urn:microsoft.com/office/officeart/2005/8/layout/vList2"/>
    <dgm:cxn modelId="{3D2E7F33-7433-442B-A075-472FEF17BBBA}" type="presOf" srcId="{8C061876-A67C-45B3-AB93-7ACA5E9B11B3}" destId="{7C94761F-CF65-40C8-AD80-41D2AB3C4E9F}" srcOrd="0" destOrd="0" presId="urn:microsoft.com/office/officeart/2005/8/layout/vList2"/>
    <dgm:cxn modelId="{1A2AF336-E1D7-4E72-AE42-6CD57B727101}" srcId="{09D54E76-551D-4888-BE71-ECDB8A2705E0}" destId="{CC622441-B7CC-488A-917C-1197152F0B4B}" srcOrd="1" destOrd="0" parTransId="{2CCA279C-0B8C-46F2-86AE-09E7A56A2183}" sibTransId="{10053DAC-770A-4E34-82D3-64C4E9169373}"/>
    <dgm:cxn modelId="{2C830547-4352-443F-A8C9-F481D3B11B4A}" srcId="{09D54E76-551D-4888-BE71-ECDB8A2705E0}" destId="{4D0462BF-8414-4027-B376-E72F7CEA7B22}" srcOrd="0" destOrd="0" parTransId="{9A22A164-1C88-4FCE-82A4-A8076663F31F}" sibTransId="{0FD00A1F-485D-4D21-A0A7-4B01B54AA0BF}"/>
    <dgm:cxn modelId="{C517CC4F-E046-44F1-A911-F4DF5769A18E}" type="presOf" srcId="{4D0462BF-8414-4027-B376-E72F7CEA7B22}" destId="{AE4E6C18-E6D6-4E33-A034-4111BF19BA14}" srcOrd="0" destOrd="0" presId="urn:microsoft.com/office/officeart/2005/8/layout/vList2"/>
    <dgm:cxn modelId="{C6332C7C-DC24-4F79-8E4D-E5040266DC0F}" srcId="{CC622441-B7CC-488A-917C-1197152F0B4B}" destId="{818EE42C-0FB1-449C-8746-6A7BA806C932}" srcOrd="0" destOrd="0" parTransId="{BFB09D23-EE31-4A59-8CC8-5DCB20214B8E}" sibTransId="{05519099-5EED-4ACE-9FFB-C73E7155BA3E}"/>
    <dgm:cxn modelId="{781E1281-254C-4A11-9504-0904C69A2405}" type="presOf" srcId="{CC622441-B7CC-488A-917C-1197152F0B4B}" destId="{91893367-FA27-4EF1-B1DE-E5195C706DFE}" srcOrd="0" destOrd="0" presId="urn:microsoft.com/office/officeart/2005/8/layout/vList2"/>
    <dgm:cxn modelId="{1BD89EAB-69DC-442B-89B5-00BFE3C9584B}" type="presOf" srcId="{09D54E76-551D-4888-BE71-ECDB8A2705E0}" destId="{B04C1C07-3A5E-4738-BDAD-9BD17269A788}" srcOrd="0" destOrd="0" presId="urn:microsoft.com/office/officeart/2005/8/layout/vList2"/>
    <dgm:cxn modelId="{24ACA9B6-FB77-4644-9640-7A1AD459293B}" type="presOf" srcId="{818EE42C-0FB1-449C-8746-6A7BA806C932}" destId="{678BA3F2-0A06-4F91-A797-8CB06B245AA5}" srcOrd="0" destOrd="0" presId="urn:microsoft.com/office/officeart/2005/8/layout/vList2"/>
    <dgm:cxn modelId="{5D9E71BE-6CF4-4B5D-B9D4-1DC01F20EC6C}" srcId="{09D54E76-551D-4888-BE71-ECDB8A2705E0}" destId="{ADA166DD-6B05-429E-A3D1-BA81F461FB78}" srcOrd="2" destOrd="0" parTransId="{6AF49BC7-74D3-4E26-98FE-32CA1EE0D310}" sibTransId="{ED7E7AC5-C26D-4E39-9D1A-B33CF411E51B}"/>
    <dgm:cxn modelId="{591C34CE-0883-4D7A-A85E-1EE1E0E5E107}" srcId="{4D0462BF-8414-4027-B376-E72F7CEA7B22}" destId="{8C061876-A67C-45B3-AB93-7ACA5E9B11B3}" srcOrd="0" destOrd="0" parTransId="{20FBC373-71CB-447D-B5B2-9A2371ACFAEE}" sibTransId="{692EA5B3-807A-4453-9FFA-19DDFF70FA1F}"/>
    <dgm:cxn modelId="{778722AD-BFE0-47DB-BD5F-FA23567E0ADE}" type="presParOf" srcId="{B04C1C07-3A5E-4738-BDAD-9BD17269A788}" destId="{AE4E6C18-E6D6-4E33-A034-4111BF19BA14}" srcOrd="0" destOrd="0" presId="urn:microsoft.com/office/officeart/2005/8/layout/vList2"/>
    <dgm:cxn modelId="{D2F9565D-580B-45A6-A929-FC814514480E}" type="presParOf" srcId="{B04C1C07-3A5E-4738-BDAD-9BD17269A788}" destId="{7C94761F-CF65-40C8-AD80-41D2AB3C4E9F}" srcOrd="1" destOrd="0" presId="urn:microsoft.com/office/officeart/2005/8/layout/vList2"/>
    <dgm:cxn modelId="{E724758B-855E-45C5-B7E4-D924EA7C88F5}" type="presParOf" srcId="{B04C1C07-3A5E-4738-BDAD-9BD17269A788}" destId="{91893367-FA27-4EF1-B1DE-E5195C706DFE}" srcOrd="2" destOrd="0" presId="urn:microsoft.com/office/officeart/2005/8/layout/vList2"/>
    <dgm:cxn modelId="{D4C24538-5D86-45D2-803A-FFFF868D6294}" type="presParOf" srcId="{B04C1C07-3A5E-4738-BDAD-9BD17269A788}" destId="{678BA3F2-0A06-4F91-A797-8CB06B245AA5}" srcOrd="3" destOrd="0" presId="urn:microsoft.com/office/officeart/2005/8/layout/vList2"/>
    <dgm:cxn modelId="{074570EF-B600-497E-B79F-FAA39292965E}" type="presParOf" srcId="{B04C1C07-3A5E-4738-BDAD-9BD17269A788}" destId="{34F7BF6C-1D2E-4779-81DC-6737825EE20F}" srcOrd="4" destOrd="0" presId="urn:microsoft.com/office/officeart/2005/8/layout/vList2"/>
    <dgm:cxn modelId="{B2BB4A90-15A3-457B-86E5-802FFCA5E10F}" type="presParOf" srcId="{B04C1C07-3A5E-4738-BDAD-9BD17269A788}" destId="{8361DC1F-00EE-4BAC-8467-20819742CAB2}"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9D54E76-551D-4888-BE71-ECDB8A2705E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D0462BF-8414-4027-B376-E72F7CEA7B22}">
      <dgm:prSet phldrT="[Text]"/>
      <dgm:spPr>
        <a:solidFill>
          <a:schemeClr val="tx1">
            <a:lumMod val="65000"/>
            <a:lumOff val="35000"/>
          </a:schemeClr>
        </a:solidFill>
      </dgm:spPr>
      <dgm:t>
        <a:bodyPr/>
        <a:lstStyle/>
        <a:p>
          <a:r>
            <a:rPr lang="en-US" dirty="0"/>
            <a:t>Conduct of an AUP Engagement</a:t>
          </a:r>
        </a:p>
      </dgm:t>
    </dgm:pt>
    <dgm:pt modelId="{9A22A164-1C88-4FCE-82A4-A8076663F31F}" type="parTrans" cxnId="{2C830547-4352-443F-A8C9-F481D3B11B4A}">
      <dgm:prSet/>
      <dgm:spPr/>
      <dgm:t>
        <a:bodyPr/>
        <a:lstStyle/>
        <a:p>
          <a:endParaRPr lang="en-US"/>
        </a:p>
      </dgm:t>
    </dgm:pt>
    <dgm:pt modelId="{0FD00A1F-485D-4D21-A0A7-4B01B54AA0BF}" type="sibTrans" cxnId="{2C830547-4352-443F-A8C9-F481D3B11B4A}">
      <dgm:prSet/>
      <dgm:spPr/>
      <dgm:t>
        <a:bodyPr/>
        <a:lstStyle/>
        <a:p>
          <a:endParaRPr lang="en-US"/>
        </a:p>
      </dgm:t>
    </dgm:pt>
    <dgm:pt modelId="{CC622441-B7CC-488A-917C-1197152F0B4B}">
      <dgm:prSet phldrT="[Text]"/>
      <dgm:spPr>
        <a:solidFill>
          <a:schemeClr val="tx1">
            <a:lumMod val="65000"/>
            <a:lumOff val="35000"/>
          </a:schemeClr>
        </a:solidFill>
      </dgm:spPr>
      <dgm:t>
        <a:bodyPr/>
        <a:lstStyle/>
        <a:p>
          <a:r>
            <a:rPr lang="en-US" dirty="0"/>
            <a:t>Relevant Ethical Requirements</a:t>
          </a:r>
        </a:p>
      </dgm:t>
    </dgm:pt>
    <dgm:pt modelId="{2CCA279C-0B8C-46F2-86AE-09E7A56A2183}" type="parTrans" cxnId="{1A2AF336-E1D7-4E72-AE42-6CD57B727101}">
      <dgm:prSet/>
      <dgm:spPr/>
      <dgm:t>
        <a:bodyPr/>
        <a:lstStyle/>
        <a:p>
          <a:endParaRPr lang="en-US"/>
        </a:p>
      </dgm:t>
    </dgm:pt>
    <dgm:pt modelId="{10053DAC-770A-4E34-82D3-64C4E9169373}" type="sibTrans" cxnId="{1A2AF336-E1D7-4E72-AE42-6CD57B727101}">
      <dgm:prSet/>
      <dgm:spPr/>
      <dgm:t>
        <a:bodyPr/>
        <a:lstStyle/>
        <a:p>
          <a:endParaRPr lang="en-US"/>
        </a:p>
      </dgm:t>
    </dgm:pt>
    <dgm:pt modelId="{ADA166DD-6B05-429E-A3D1-BA81F461FB78}">
      <dgm:prSet phldrT="[Text]"/>
      <dgm:spPr>
        <a:solidFill>
          <a:schemeClr val="tx1">
            <a:lumMod val="65000"/>
            <a:lumOff val="35000"/>
          </a:schemeClr>
        </a:solidFill>
      </dgm:spPr>
      <dgm:t>
        <a:bodyPr/>
        <a:lstStyle/>
        <a:p>
          <a:r>
            <a:rPr lang="en-US" dirty="0"/>
            <a:t>Professional Judgment</a:t>
          </a:r>
        </a:p>
      </dgm:t>
    </dgm:pt>
    <dgm:pt modelId="{6AF49BC7-74D3-4E26-98FE-32CA1EE0D310}" type="parTrans" cxnId="{5D9E71BE-6CF4-4B5D-B9D4-1DC01F20EC6C}">
      <dgm:prSet/>
      <dgm:spPr/>
      <dgm:t>
        <a:bodyPr/>
        <a:lstStyle/>
        <a:p>
          <a:endParaRPr lang="en-US"/>
        </a:p>
      </dgm:t>
    </dgm:pt>
    <dgm:pt modelId="{ED7E7AC5-C26D-4E39-9D1A-B33CF411E51B}" type="sibTrans" cxnId="{5D9E71BE-6CF4-4B5D-B9D4-1DC01F20EC6C}">
      <dgm:prSet/>
      <dgm:spPr/>
      <dgm:t>
        <a:bodyPr/>
        <a:lstStyle/>
        <a:p>
          <a:endParaRPr lang="en-US"/>
        </a:p>
      </dgm:t>
    </dgm:pt>
    <dgm:pt modelId="{B1FC0F14-7082-4C69-906D-D576CB8DB5F3}">
      <dgm:prSet phldrT="[Text]"/>
      <dgm:spPr/>
      <dgm:t>
        <a:bodyPr/>
        <a:lstStyle/>
        <a:p>
          <a:r>
            <a:rPr lang="en-US" dirty="0"/>
            <a:t>Para. 18, A14-A16A</a:t>
          </a:r>
        </a:p>
      </dgm:t>
    </dgm:pt>
    <dgm:pt modelId="{4C4E9C28-B458-4FCF-9B1F-F5E8FA4418A6}" type="parTrans" cxnId="{7A209817-2E2B-428D-93BE-DD39861CD476}">
      <dgm:prSet/>
      <dgm:spPr/>
      <dgm:t>
        <a:bodyPr/>
        <a:lstStyle/>
        <a:p>
          <a:endParaRPr lang="en-US"/>
        </a:p>
      </dgm:t>
    </dgm:pt>
    <dgm:pt modelId="{64F94A7C-A57A-4FFA-BCF2-965D8220F368}" type="sibTrans" cxnId="{7A209817-2E2B-428D-93BE-DD39861CD476}">
      <dgm:prSet/>
      <dgm:spPr/>
      <dgm:t>
        <a:bodyPr/>
        <a:lstStyle/>
        <a:p>
          <a:endParaRPr lang="en-US"/>
        </a:p>
      </dgm:t>
    </dgm:pt>
    <dgm:pt modelId="{8C061876-A67C-45B3-AB93-7ACA5E9B11B3}">
      <dgm:prSet phldrT="[Text]"/>
      <dgm:spPr/>
      <dgm:t>
        <a:bodyPr/>
        <a:lstStyle/>
        <a:p>
          <a:r>
            <a:rPr lang="en-US" dirty="0"/>
            <a:t>Para. 14-16</a:t>
          </a:r>
        </a:p>
      </dgm:t>
    </dgm:pt>
    <dgm:pt modelId="{20FBC373-71CB-447D-B5B2-9A2371ACFAEE}" type="parTrans" cxnId="{591C34CE-0883-4D7A-A85E-1EE1E0E5E107}">
      <dgm:prSet/>
      <dgm:spPr/>
      <dgm:t>
        <a:bodyPr/>
        <a:lstStyle/>
        <a:p>
          <a:endParaRPr lang="en-US"/>
        </a:p>
      </dgm:t>
    </dgm:pt>
    <dgm:pt modelId="{692EA5B3-807A-4453-9FFA-19DDFF70FA1F}" type="sibTrans" cxnId="{591C34CE-0883-4D7A-A85E-1EE1E0E5E107}">
      <dgm:prSet/>
      <dgm:spPr/>
      <dgm:t>
        <a:bodyPr/>
        <a:lstStyle/>
        <a:p>
          <a:endParaRPr lang="en-US"/>
        </a:p>
      </dgm:t>
    </dgm:pt>
    <dgm:pt modelId="{818EE42C-0FB1-449C-8746-6A7BA806C932}">
      <dgm:prSet phldrT="[Text]"/>
      <dgm:spPr/>
      <dgm:t>
        <a:bodyPr/>
        <a:lstStyle/>
        <a:p>
          <a:r>
            <a:rPr lang="en-US" dirty="0"/>
            <a:t>Para. 17, A12-A13G</a:t>
          </a:r>
        </a:p>
      </dgm:t>
    </dgm:pt>
    <dgm:pt modelId="{BFB09D23-EE31-4A59-8CC8-5DCB20214B8E}" type="parTrans" cxnId="{C6332C7C-DC24-4F79-8E4D-E5040266DC0F}">
      <dgm:prSet/>
      <dgm:spPr/>
      <dgm:t>
        <a:bodyPr/>
        <a:lstStyle/>
        <a:p>
          <a:endParaRPr lang="en-US"/>
        </a:p>
      </dgm:t>
    </dgm:pt>
    <dgm:pt modelId="{05519099-5EED-4ACE-9FFB-C73E7155BA3E}" type="sibTrans" cxnId="{C6332C7C-DC24-4F79-8E4D-E5040266DC0F}">
      <dgm:prSet/>
      <dgm:spPr/>
      <dgm:t>
        <a:bodyPr/>
        <a:lstStyle/>
        <a:p>
          <a:endParaRPr lang="en-US"/>
        </a:p>
      </dgm:t>
    </dgm:pt>
    <dgm:pt modelId="{B04C1C07-3A5E-4738-BDAD-9BD17269A788}" type="pres">
      <dgm:prSet presAssocID="{09D54E76-551D-4888-BE71-ECDB8A2705E0}" presName="linear" presStyleCnt="0">
        <dgm:presLayoutVars>
          <dgm:animLvl val="lvl"/>
          <dgm:resizeHandles val="exact"/>
        </dgm:presLayoutVars>
      </dgm:prSet>
      <dgm:spPr/>
    </dgm:pt>
    <dgm:pt modelId="{AE4E6C18-E6D6-4E33-A034-4111BF19BA14}" type="pres">
      <dgm:prSet presAssocID="{4D0462BF-8414-4027-B376-E72F7CEA7B22}" presName="parentText" presStyleLbl="node1" presStyleIdx="0" presStyleCnt="3">
        <dgm:presLayoutVars>
          <dgm:chMax val="0"/>
          <dgm:bulletEnabled val="1"/>
        </dgm:presLayoutVars>
      </dgm:prSet>
      <dgm:spPr/>
    </dgm:pt>
    <dgm:pt modelId="{7C94761F-CF65-40C8-AD80-41D2AB3C4E9F}" type="pres">
      <dgm:prSet presAssocID="{4D0462BF-8414-4027-B376-E72F7CEA7B22}" presName="childText" presStyleLbl="revTx" presStyleIdx="0" presStyleCnt="3">
        <dgm:presLayoutVars>
          <dgm:bulletEnabled val="1"/>
        </dgm:presLayoutVars>
      </dgm:prSet>
      <dgm:spPr/>
    </dgm:pt>
    <dgm:pt modelId="{91893367-FA27-4EF1-B1DE-E5195C706DFE}" type="pres">
      <dgm:prSet presAssocID="{CC622441-B7CC-488A-917C-1197152F0B4B}" presName="parentText" presStyleLbl="node1" presStyleIdx="1" presStyleCnt="3">
        <dgm:presLayoutVars>
          <dgm:chMax val="0"/>
          <dgm:bulletEnabled val="1"/>
        </dgm:presLayoutVars>
      </dgm:prSet>
      <dgm:spPr/>
    </dgm:pt>
    <dgm:pt modelId="{678BA3F2-0A06-4F91-A797-8CB06B245AA5}" type="pres">
      <dgm:prSet presAssocID="{CC622441-B7CC-488A-917C-1197152F0B4B}" presName="childText" presStyleLbl="revTx" presStyleIdx="1" presStyleCnt="3">
        <dgm:presLayoutVars>
          <dgm:bulletEnabled val="1"/>
        </dgm:presLayoutVars>
      </dgm:prSet>
      <dgm:spPr/>
    </dgm:pt>
    <dgm:pt modelId="{34F7BF6C-1D2E-4779-81DC-6737825EE20F}" type="pres">
      <dgm:prSet presAssocID="{ADA166DD-6B05-429E-A3D1-BA81F461FB78}" presName="parentText" presStyleLbl="node1" presStyleIdx="2" presStyleCnt="3">
        <dgm:presLayoutVars>
          <dgm:chMax val="0"/>
          <dgm:bulletEnabled val="1"/>
        </dgm:presLayoutVars>
      </dgm:prSet>
      <dgm:spPr/>
    </dgm:pt>
    <dgm:pt modelId="{8361DC1F-00EE-4BAC-8467-20819742CAB2}" type="pres">
      <dgm:prSet presAssocID="{ADA166DD-6B05-429E-A3D1-BA81F461FB78}" presName="childText" presStyleLbl="revTx" presStyleIdx="2" presStyleCnt="3">
        <dgm:presLayoutVars>
          <dgm:bulletEnabled val="1"/>
        </dgm:presLayoutVars>
      </dgm:prSet>
      <dgm:spPr/>
    </dgm:pt>
  </dgm:ptLst>
  <dgm:cxnLst>
    <dgm:cxn modelId="{D8E8B50D-9EB1-4D6C-9AB9-CA0FB75644EE}" type="presOf" srcId="{ADA166DD-6B05-429E-A3D1-BA81F461FB78}" destId="{34F7BF6C-1D2E-4779-81DC-6737825EE20F}" srcOrd="0" destOrd="0" presId="urn:microsoft.com/office/officeart/2005/8/layout/vList2"/>
    <dgm:cxn modelId="{7A209817-2E2B-428D-93BE-DD39861CD476}" srcId="{ADA166DD-6B05-429E-A3D1-BA81F461FB78}" destId="{B1FC0F14-7082-4C69-906D-D576CB8DB5F3}" srcOrd="0" destOrd="0" parTransId="{4C4E9C28-B458-4FCF-9B1F-F5E8FA4418A6}" sibTransId="{64F94A7C-A57A-4FFA-BCF2-965D8220F368}"/>
    <dgm:cxn modelId="{45C8ED2A-2263-4780-9804-15B62DAC8C3F}" type="presOf" srcId="{B1FC0F14-7082-4C69-906D-D576CB8DB5F3}" destId="{8361DC1F-00EE-4BAC-8467-20819742CAB2}" srcOrd="0" destOrd="0" presId="urn:microsoft.com/office/officeart/2005/8/layout/vList2"/>
    <dgm:cxn modelId="{3D2E7F33-7433-442B-A075-472FEF17BBBA}" type="presOf" srcId="{8C061876-A67C-45B3-AB93-7ACA5E9B11B3}" destId="{7C94761F-CF65-40C8-AD80-41D2AB3C4E9F}" srcOrd="0" destOrd="0" presId="urn:microsoft.com/office/officeart/2005/8/layout/vList2"/>
    <dgm:cxn modelId="{1A2AF336-E1D7-4E72-AE42-6CD57B727101}" srcId="{09D54E76-551D-4888-BE71-ECDB8A2705E0}" destId="{CC622441-B7CC-488A-917C-1197152F0B4B}" srcOrd="1" destOrd="0" parTransId="{2CCA279C-0B8C-46F2-86AE-09E7A56A2183}" sibTransId="{10053DAC-770A-4E34-82D3-64C4E9169373}"/>
    <dgm:cxn modelId="{2C830547-4352-443F-A8C9-F481D3B11B4A}" srcId="{09D54E76-551D-4888-BE71-ECDB8A2705E0}" destId="{4D0462BF-8414-4027-B376-E72F7CEA7B22}" srcOrd="0" destOrd="0" parTransId="{9A22A164-1C88-4FCE-82A4-A8076663F31F}" sibTransId="{0FD00A1F-485D-4D21-A0A7-4B01B54AA0BF}"/>
    <dgm:cxn modelId="{C517CC4F-E046-44F1-A911-F4DF5769A18E}" type="presOf" srcId="{4D0462BF-8414-4027-B376-E72F7CEA7B22}" destId="{AE4E6C18-E6D6-4E33-A034-4111BF19BA14}" srcOrd="0" destOrd="0" presId="urn:microsoft.com/office/officeart/2005/8/layout/vList2"/>
    <dgm:cxn modelId="{C6332C7C-DC24-4F79-8E4D-E5040266DC0F}" srcId="{CC622441-B7CC-488A-917C-1197152F0B4B}" destId="{818EE42C-0FB1-449C-8746-6A7BA806C932}" srcOrd="0" destOrd="0" parTransId="{BFB09D23-EE31-4A59-8CC8-5DCB20214B8E}" sibTransId="{05519099-5EED-4ACE-9FFB-C73E7155BA3E}"/>
    <dgm:cxn modelId="{781E1281-254C-4A11-9504-0904C69A2405}" type="presOf" srcId="{CC622441-B7CC-488A-917C-1197152F0B4B}" destId="{91893367-FA27-4EF1-B1DE-E5195C706DFE}" srcOrd="0" destOrd="0" presId="urn:microsoft.com/office/officeart/2005/8/layout/vList2"/>
    <dgm:cxn modelId="{1BD89EAB-69DC-442B-89B5-00BFE3C9584B}" type="presOf" srcId="{09D54E76-551D-4888-BE71-ECDB8A2705E0}" destId="{B04C1C07-3A5E-4738-BDAD-9BD17269A788}" srcOrd="0" destOrd="0" presId="urn:microsoft.com/office/officeart/2005/8/layout/vList2"/>
    <dgm:cxn modelId="{24ACA9B6-FB77-4644-9640-7A1AD459293B}" type="presOf" srcId="{818EE42C-0FB1-449C-8746-6A7BA806C932}" destId="{678BA3F2-0A06-4F91-A797-8CB06B245AA5}" srcOrd="0" destOrd="0" presId="urn:microsoft.com/office/officeart/2005/8/layout/vList2"/>
    <dgm:cxn modelId="{5D9E71BE-6CF4-4B5D-B9D4-1DC01F20EC6C}" srcId="{09D54E76-551D-4888-BE71-ECDB8A2705E0}" destId="{ADA166DD-6B05-429E-A3D1-BA81F461FB78}" srcOrd="2" destOrd="0" parTransId="{6AF49BC7-74D3-4E26-98FE-32CA1EE0D310}" sibTransId="{ED7E7AC5-C26D-4E39-9D1A-B33CF411E51B}"/>
    <dgm:cxn modelId="{591C34CE-0883-4D7A-A85E-1EE1E0E5E107}" srcId="{4D0462BF-8414-4027-B376-E72F7CEA7B22}" destId="{8C061876-A67C-45B3-AB93-7ACA5E9B11B3}" srcOrd="0" destOrd="0" parTransId="{20FBC373-71CB-447D-B5B2-9A2371ACFAEE}" sibTransId="{692EA5B3-807A-4453-9FFA-19DDFF70FA1F}"/>
    <dgm:cxn modelId="{778722AD-BFE0-47DB-BD5F-FA23567E0ADE}" type="presParOf" srcId="{B04C1C07-3A5E-4738-BDAD-9BD17269A788}" destId="{AE4E6C18-E6D6-4E33-A034-4111BF19BA14}" srcOrd="0" destOrd="0" presId="urn:microsoft.com/office/officeart/2005/8/layout/vList2"/>
    <dgm:cxn modelId="{D2F9565D-580B-45A6-A929-FC814514480E}" type="presParOf" srcId="{B04C1C07-3A5E-4738-BDAD-9BD17269A788}" destId="{7C94761F-CF65-40C8-AD80-41D2AB3C4E9F}" srcOrd="1" destOrd="0" presId="urn:microsoft.com/office/officeart/2005/8/layout/vList2"/>
    <dgm:cxn modelId="{E724758B-855E-45C5-B7E4-D924EA7C88F5}" type="presParOf" srcId="{B04C1C07-3A5E-4738-BDAD-9BD17269A788}" destId="{91893367-FA27-4EF1-B1DE-E5195C706DFE}" srcOrd="2" destOrd="0" presId="urn:microsoft.com/office/officeart/2005/8/layout/vList2"/>
    <dgm:cxn modelId="{D4C24538-5D86-45D2-803A-FFFF868D6294}" type="presParOf" srcId="{B04C1C07-3A5E-4738-BDAD-9BD17269A788}" destId="{678BA3F2-0A06-4F91-A797-8CB06B245AA5}" srcOrd="3" destOrd="0" presId="urn:microsoft.com/office/officeart/2005/8/layout/vList2"/>
    <dgm:cxn modelId="{074570EF-B600-497E-B79F-FAA39292965E}" type="presParOf" srcId="{B04C1C07-3A5E-4738-BDAD-9BD17269A788}" destId="{34F7BF6C-1D2E-4779-81DC-6737825EE20F}" srcOrd="4" destOrd="0" presId="urn:microsoft.com/office/officeart/2005/8/layout/vList2"/>
    <dgm:cxn modelId="{B2BB4A90-15A3-457B-86E5-802FFCA5E10F}" type="presParOf" srcId="{B04C1C07-3A5E-4738-BDAD-9BD17269A788}" destId="{8361DC1F-00EE-4BAC-8467-20819742CAB2}"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9D54E76-551D-4888-BE71-ECDB8A2705E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D0462BF-8414-4027-B376-E72F7CEA7B22}">
      <dgm:prSet phldrT="[Text]"/>
      <dgm:spPr>
        <a:solidFill>
          <a:schemeClr val="tx1">
            <a:lumMod val="65000"/>
            <a:lumOff val="35000"/>
          </a:schemeClr>
        </a:solidFill>
      </dgm:spPr>
      <dgm:t>
        <a:bodyPr/>
        <a:lstStyle/>
        <a:p>
          <a:r>
            <a:rPr lang="en-US" dirty="0"/>
            <a:t>Engagement Level Quality Control</a:t>
          </a:r>
        </a:p>
      </dgm:t>
    </dgm:pt>
    <dgm:pt modelId="{9A22A164-1C88-4FCE-82A4-A8076663F31F}" type="parTrans" cxnId="{2C830547-4352-443F-A8C9-F481D3B11B4A}">
      <dgm:prSet/>
      <dgm:spPr/>
      <dgm:t>
        <a:bodyPr/>
        <a:lstStyle/>
        <a:p>
          <a:endParaRPr lang="en-US"/>
        </a:p>
      </dgm:t>
    </dgm:pt>
    <dgm:pt modelId="{0FD00A1F-485D-4D21-A0A7-4B01B54AA0BF}" type="sibTrans" cxnId="{2C830547-4352-443F-A8C9-F481D3B11B4A}">
      <dgm:prSet/>
      <dgm:spPr/>
      <dgm:t>
        <a:bodyPr/>
        <a:lstStyle/>
        <a:p>
          <a:endParaRPr lang="en-US"/>
        </a:p>
      </dgm:t>
    </dgm:pt>
    <dgm:pt modelId="{CC622441-B7CC-488A-917C-1197152F0B4B}">
      <dgm:prSet phldrT="[Text]"/>
      <dgm:spPr>
        <a:solidFill>
          <a:schemeClr val="tx1">
            <a:lumMod val="65000"/>
            <a:lumOff val="35000"/>
          </a:schemeClr>
        </a:solidFill>
      </dgm:spPr>
      <dgm:t>
        <a:bodyPr/>
        <a:lstStyle/>
        <a:p>
          <a:r>
            <a:rPr lang="en-US" dirty="0"/>
            <a:t>Engagement Acceptance and Continuance</a:t>
          </a:r>
        </a:p>
      </dgm:t>
    </dgm:pt>
    <dgm:pt modelId="{2CCA279C-0B8C-46F2-86AE-09E7A56A2183}" type="parTrans" cxnId="{1A2AF336-E1D7-4E72-AE42-6CD57B727101}">
      <dgm:prSet/>
      <dgm:spPr/>
      <dgm:t>
        <a:bodyPr/>
        <a:lstStyle/>
        <a:p>
          <a:endParaRPr lang="en-US"/>
        </a:p>
      </dgm:t>
    </dgm:pt>
    <dgm:pt modelId="{10053DAC-770A-4E34-82D3-64C4E9169373}" type="sibTrans" cxnId="{1A2AF336-E1D7-4E72-AE42-6CD57B727101}">
      <dgm:prSet/>
      <dgm:spPr/>
      <dgm:t>
        <a:bodyPr/>
        <a:lstStyle/>
        <a:p>
          <a:endParaRPr lang="en-US"/>
        </a:p>
      </dgm:t>
    </dgm:pt>
    <dgm:pt modelId="{ADA166DD-6B05-429E-A3D1-BA81F461FB78}">
      <dgm:prSet phldrT="[Text]"/>
      <dgm:spPr>
        <a:solidFill>
          <a:schemeClr val="tx1">
            <a:lumMod val="65000"/>
            <a:lumOff val="35000"/>
          </a:schemeClr>
        </a:solidFill>
      </dgm:spPr>
      <dgm:t>
        <a:bodyPr/>
        <a:lstStyle/>
        <a:p>
          <a:r>
            <a:rPr lang="en-US" dirty="0"/>
            <a:t>Agreeing the Terms of the Engagement</a:t>
          </a:r>
        </a:p>
      </dgm:t>
    </dgm:pt>
    <dgm:pt modelId="{6AF49BC7-74D3-4E26-98FE-32CA1EE0D310}" type="parTrans" cxnId="{5D9E71BE-6CF4-4B5D-B9D4-1DC01F20EC6C}">
      <dgm:prSet/>
      <dgm:spPr/>
      <dgm:t>
        <a:bodyPr/>
        <a:lstStyle/>
        <a:p>
          <a:endParaRPr lang="en-US"/>
        </a:p>
      </dgm:t>
    </dgm:pt>
    <dgm:pt modelId="{ED7E7AC5-C26D-4E39-9D1A-B33CF411E51B}" type="sibTrans" cxnId="{5D9E71BE-6CF4-4B5D-B9D4-1DC01F20EC6C}">
      <dgm:prSet/>
      <dgm:spPr/>
      <dgm:t>
        <a:bodyPr/>
        <a:lstStyle/>
        <a:p>
          <a:endParaRPr lang="en-US"/>
        </a:p>
      </dgm:t>
    </dgm:pt>
    <dgm:pt modelId="{B1FC0F14-7082-4C69-906D-D576CB8DB5F3}">
      <dgm:prSet phldrT="[Text]"/>
      <dgm:spPr/>
      <dgm:t>
        <a:bodyPr/>
        <a:lstStyle/>
        <a:p>
          <a:r>
            <a:rPr lang="en-US" dirty="0"/>
            <a:t>Para. 22-25, A29A-A32</a:t>
          </a:r>
        </a:p>
      </dgm:t>
    </dgm:pt>
    <dgm:pt modelId="{4C4E9C28-B458-4FCF-9B1F-F5E8FA4418A6}" type="parTrans" cxnId="{7A209817-2E2B-428D-93BE-DD39861CD476}">
      <dgm:prSet/>
      <dgm:spPr/>
      <dgm:t>
        <a:bodyPr/>
        <a:lstStyle/>
        <a:p>
          <a:endParaRPr lang="en-US"/>
        </a:p>
      </dgm:t>
    </dgm:pt>
    <dgm:pt modelId="{64F94A7C-A57A-4FFA-BCF2-965D8220F368}" type="sibTrans" cxnId="{7A209817-2E2B-428D-93BE-DD39861CD476}">
      <dgm:prSet/>
      <dgm:spPr/>
      <dgm:t>
        <a:bodyPr/>
        <a:lstStyle/>
        <a:p>
          <a:endParaRPr lang="en-US"/>
        </a:p>
      </dgm:t>
    </dgm:pt>
    <dgm:pt modelId="{8C061876-A67C-45B3-AB93-7ACA5E9B11B3}">
      <dgm:prSet phldrT="[Text]"/>
      <dgm:spPr/>
      <dgm:t>
        <a:bodyPr/>
        <a:lstStyle/>
        <a:p>
          <a:r>
            <a:rPr lang="en-US" dirty="0"/>
            <a:t>Para. 17, A17-A19</a:t>
          </a:r>
        </a:p>
      </dgm:t>
    </dgm:pt>
    <dgm:pt modelId="{20FBC373-71CB-447D-B5B2-9A2371ACFAEE}" type="parTrans" cxnId="{591C34CE-0883-4D7A-A85E-1EE1E0E5E107}">
      <dgm:prSet/>
      <dgm:spPr/>
      <dgm:t>
        <a:bodyPr/>
        <a:lstStyle/>
        <a:p>
          <a:endParaRPr lang="en-US"/>
        </a:p>
      </dgm:t>
    </dgm:pt>
    <dgm:pt modelId="{692EA5B3-807A-4453-9FFA-19DDFF70FA1F}" type="sibTrans" cxnId="{591C34CE-0883-4D7A-A85E-1EE1E0E5E107}">
      <dgm:prSet/>
      <dgm:spPr/>
      <dgm:t>
        <a:bodyPr/>
        <a:lstStyle/>
        <a:p>
          <a:endParaRPr lang="en-US"/>
        </a:p>
      </dgm:t>
    </dgm:pt>
    <dgm:pt modelId="{818EE42C-0FB1-449C-8746-6A7BA806C932}">
      <dgm:prSet phldrT="[Text]"/>
      <dgm:spPr/>
      <dgm:t>
        <a:bodyPr/>
        <a:lstStyle/>
        <a:p>
          <a:r>
            <a:rPr lang="en-US" dirty="0"/>
            <a:t>Para. 20-21B, A19A-A25B</a:t>
          </a:r>
        </a:p>
      </dgm:t>
    </dgm:pt>
    <dgm:pt modelId="{BFB09D23-EE31-4A59-8CC8-5DCB20214B8E}" type="parTrans" cxnId="{C6332C7C-DC24-4F79-8E4D-E5040266DC0F}">
      <dgm:prSet/>
      <dgm:spPr/>
      <dgm:t>
        <a:bodyPr/>
        <a:lstStyle/>
        <a:p>
          <a:endParaRPr lang="en-US"/>
        </a:p>
      </dgm:t>
    </dgm:pt>
    <dgm:pt modelId="{05519099-5EED-4ACE-9FFB-C73E7155BA3E}" type="sibTrans" cxnId="{C6332C7C-DC24-4F79-8E4D-E5040266DC0F}">
      <dgm:prSet/>
      <dgm:spPr/>
      <dgm:t>
        <a:bodyPr/>
        <a:lstStyle/>
        <a:p>
          <a:endParaRPr lang="en-US"/>
        </a:p>
      </dgm:t>
    </dgm:pt>
    <dgm:pt modelId="{42A6B401-DC2A-4E1C-AE32-0C3B219CE673}">
      <dgm:prSet phldrT="[Text]"/>
      <dgm:spPr/>
      <dgm:t>
        <a:bodyPr/>
        <a:lstStyle/>
        <a:p>
          <a:r>
            <a:rPr lang="en-US" dirty="0"/>
            <a:t>Clarification of A25A and A25B – see handout</a:t>
          </a:r>
        </a:p>
      </dgm:t>
    </dgm:pt>
    <dgm:pt modelId="{C4EB3CDD-1FD6-49A1-9B9F-9E94CA6DB9B9}" type="parTrans" cxnId="{3C34A026-D471-44A5-9591-90AC7E3A8B60}">
      <dgm:prSet/>
      <dgm:spPr/>
      <dgm:t>
        <a:bodyPr/>
        <a:lstStyle/>
        <a:p>
          <a:endParaRPr lang="en-US"/>
        </a:p>
      </dgm:t>
    </dgm:pt>
    <dgm:pt modelId="{553FF3C8-FFBD-4EC5-8F40-6A66778B5895}" type="sibTrans" cxnId="{3C34A026-D471-44A5-9591-90AC7E3A8B60}">
      <dgm:prSet/>
      <dgm:spPr/>
      <dgm:t>
        <a:bodyPr/>
        <a:lstStyle/>
        <a:p>
          <a:endParaRPr lang="en-US"/>
        </a:p>
      </dgm:t>
    </dgm:pt>
    <dgm:pt modelId="{DDF3D81C-EFAC-48EB-8482-BFCB19B507B7}">
      <dgm:prSet phldrT="[Text]"/>
      <dgm:spPr/>
      <dgm:t>
        <a:bodyPr/>
        <a:lstStyle/>
        <a:p>
          <a:r>
            <a:rPr lang="en-US" dirty="0"/>
            <a:t>Redrafted A29C to make it more “factual” – see handout</a:t>
          </a:r>
        </a:p>
      </dgm:t>
    </dgm:pt>
    <dgm:pt modelId="{EDD8D9BF-4154-4D56-B4DB-6877B4A1C586}" type="parTrans" cxnId="{1FF98EA4-A9FB-4C6C-8BD9-2BE53364CD2C}">
      <dgm:prSet/>
      <dgm:spPr/>
      <dgm:t>
        <a:bodyPr/>
        <a:lstStyle/>
        <a:p>
          <a:endParaRPr lang="en-US"/>
        </a:p>
      </dgm:t>
    </dgm:pt>
    <dgm:pt modelId="{EDB80371-0A3F-452D-8EDF-0E3B547E2FAE}" type="sibTrans" cxnId="{1FF98EA4-A9FB-4C6C-8BD9-2BE53364CD2C}">
      <dgm:prSet/>
      <dgm:spPr/>
      <dgm:t>
        <a:bodyPr/>
        <a:lstStyle/>
        <a:p>
          <a:endParaRPr lang="en-US"/>
        </a:p>
      </dgm:t>
    </dgm:pt>
    <dgm:pt modelId="{37A620D4-FB09-411D-BC77-36EB04E2E0DA}">
      <dgm:prSet phldrT="[Text]"/>
      <dgm:spPr/>
      <dgm:t>
        <a:bodyPr/>
        <a:lstStyle/>
        <a:p>
          <a:r>
            <a:rPr lang="en-US" dirty="0"/>
            <a:t>Removed “capable of being objectively verified” from para. 22(e)(</a:t>
          </a:r>
          <a:r>
            <a:rPr lang="en-US" dirty="0" err="1"/>
            <a:t>iA</a:t>
          </a:r>
          <a:r>
            <a:rPr lang="en-US" dirty="0"/>
            <a:t>) – see handout</a:t>
          </a:r>
        </a:p>
      </dgm:t>
    </dgm:pt>
    <dgm:pt modelId="{17578EEF-2E4E-48B6-8A9E-D7F96BF6AA58}" type="sibTrans" cxnId="{7A145C04-51D6-4723-9A8E-DBF82CE28DE2}">
      <dgm:prSet/>
      <dgm:spPr/>
      <dgm:t>
        <a:bodyPr/>
        <a:lstStyle/>
        <a:p>
          <a:endParaRPr lang="en-US"/>
        </a:p>
      </dgm:t>
    </dgm:pt>
    <dgm:pt modelId="{362C427B-A216-4988-AFDA-D2D145F88DE9}" type="parTrans" cxnId="{7A145C04-51D6-4723-9A8E-DBF82CE28DE2}">
      <dgm:prSet/>
      <dgm:spPr/>
      <dgm:t>
        <a:bodyPr/>
        <a:lstStyle/>
        <a:p>
          <a:endParaRPr lang="en-US"/>
        </a:p>
      </dgm:t>
    </dgm:pt>
    <dgm:pt modelId="{B04C1C07-3A5E-4738-BDAD-9BD17269A788}" type="pres">
      <dgm:prSet presAssocID="{09D54E76-551D-4888-BE71-ECDB8A2705E0}" presName="linear" presStyleCnt="0">
        <dgm:presLayoutVars>
          <dgm:animLvl val="lvl"/>
          <dgm:resizeHandles val="exact"/>
        </dgm:presLayoutVars>
      </dgm:prSet>
      <dgm:spPr/>
    </dgm:pt>
    <dgm:pt modelId="{AE4E6C18-E6D6-4E33-A034-4111BF19BA14}" type="pres">
      <dgm:prSet presAssocID="{4D0462BF-8414-4027-B376-E72F7CEA7B22}" presName="parentText" presStyleLbl="node1" presStyleIdx="0" presStyleCnt="3">
        <dgm:presLayoutVars>
          <dgm:chMax val="0"/>
          <dgm:bulletEnabled val="1"/>
        </dgm:presLayoutVars>
      </dgm:prSet>
      <dgm:spPr/>
    </dgm:pt>
    <dgm:pt modelId="{7C94761F-CF65-40C8-AD80-41D2AB3C4E9F}" type="pres">
      <dgm:prSet presAssocID="{4D0462BF-8414-4027-B376-E72F7CEA7B22}" presName="childText" presStyleLbl="revTx" presStyleIdx="0" presStyleCnt="3">
        <dgm:presLayoutVars>
          <dgm:bulletEnabled val="1"/>
        </dgm:presLayoutVars>
      </dgm:prSet>
      <dgm:spPr/>
    </dgm:pt>
    <dgm:pt modelId="{91893367-FA27-4EF1-B1DE-E5195C706DFE}" type="pres">
      <dgm:prSet presAssocID="{CC622441-B7CC-488A-917C-1197152F0B4B}" presName="parentText" presStyleLbl="node1" presStyleIdx="1" presStyleCnt="3">
        <dgm:presLayoutVars>
          <dgm:chMax val="0"/>
          <dgm:bulletEnabled val="1"/>
        </dgm:presLayoutVars>
      </dgm:prSet>
      <dgm:spPr/>
    </dgm:pt>
    <dgm:pt modelId="{678BA3F2-0A06-4F91-A797-8CB06B245AA5}" type="pres">
      <dgm:prSet presAssocID="{CC622441-B7CC-488A-917C-1197152F0B4B}" presName="childText" presStyleLbl="revTx" presStyleIdx="1" presStyleCnt="3">
        <dgm:presLayoutVars>
          <dgm:bulletEnabled val="1"/>
        </dgm:presLayoutVars>
      </dgm:prSet>
      <dgm:spPr/>
    </dgm:pt>
    <dgm:pt modelId="{34F7BF6C-1D2E-4779-81DC-6737825EE20F}" type="pres">
      <dgm:prSet presAssocID="{ADA166DD-6B05-429E-A3D1-BA81F461FB78}" presName="parentText" presStyleLbl="node1" presStyleIdx="2" presStyleCnt="3">
        <dgm:presLayoutVars>
          <dgm:chMax val="0"/>
          <dgm:bulletEnabled val="1"/>
        </dgm:presLayoutVars>
      </dgm:prSet>
      <dgm:spPr/>
    </dgm:pt>
    <dgm:pt modelId="{8361DC1F-00EE-4BAC-8467-20819742CAB2}" type="pres">
      <dgm:prSet presAssocID="{ADA166DD-6B05-429E-A3D1-BA81F461FB78}" presName="childText" presStyleLbl="revTx" presStyleIdx="2" presStyleCnt="3">
        <dgm:presLayoutVars>
          <dgm:bulletEnabled val="1"/>
        </dgm:presLayoutVars>
      </dgm:prSet>
      <dgm:spPr/>
    </dgm:pt>
  </dgm:ptLst>
  <dgm:cxnLst>
    <dgm:cxn modelId="{7A145C04-51D6-4723-9A8E-DBF82CE28DE2}" srcId="{ADA166DD-6B05-429E-A3D1-BA81F461FB78}" destId="{37A620D4-FB09-411D-BC77-36EB04E2E0DA}" srcOrd="1" destOrd="0" parTransId="{362C427B-A216-4988-AFDA-D2D145F88DE9}" sibTransId="{17578EEF-2E4E-48B6-8A9E-D7F96BF6AA58}"/>
    <dgm:cxn modelId="{80C7CB04-485E-47D1-997A-547D91E85FE3}" type="presOf" srcId="{37A620D4-FB09-411D-BC77-36EB04E2E0DA}" destId="{8361DC1F-00EE-4BAC-8467-20819742CAB2}" srcOrd="0" destOrd="1" presId="urn:microsoft.com/office/officeart/2005/8/layout/vList2"/>
    <dgm:cxn modelId="{D8E8B50D-9EB1-4D6C-9AB9-CA0FB75644EE}" type="presOf" srcId="{ADA166DD-6B05-429E-A3D1-BA81F461FB78}" destId="{34F7BF6C-1D2E-4779-81DC-6737825EE20F}" srcOrd="0" destOrd="0" presId="urn:microsoft.com/office/officeart/2005/8/layout/vList2"/>
    <dgm:cxn modelId="{7A209817-2E2B-428D-93BE-DD39861CD476}" srcId="{ADA166DD-6B05-429E-A3D1-BA81F461FB78}" destId="{B1FC0F14-7082-4C69-906D-D576CB8DB5F3}" srcOrd="0" destOrd="0" parTransId="{4C4E9C28-B458-4FCF-9B1F-F5E8FA4418A6}" sibTransId="{64F94A7C-A57A-4FFA-BCF2-965D8220F368}"/>
    <dgm:cxn modelId="{7598D51A-AB74-4DD2-BFF9-D7D6EF15B701}" type="presOf" srcId="{DDF3D81C-EFAC-48EB-8482-BFCB19B507B7}" destId="{8361DC1F-00EE-4BAC-8467-20819742CAB2}" srcOrd="0" destOrd="2" presId="urn:microsoft.com/office/officeart/2005/8/layout/vList2"/>
    <dgm:cxn modelId="{3C34A026-D471-44A5-9591-90AC7E3A8B60}" srcId="{CC622441-B7CC-488A-917C-1197152F0B4B}" destId="{42A6B401-DC2A-4E1C-AE32-0C3B219CE673}" srcOrd="1" destOrd="0" parTransId="{C4EB3CDD-1FD6-49A1-9B9F-9E94CA6DB9B9}" sibTransId="{553FF3C8-FFBD-4EC5-8F40-6A66778B5895}"/>
    <dgm:cxn modelId="{45C8ED2A-2263-4780-9804-15B62DAC8C3F}" type="presOf" srcId="{B1FC0F14-7082-4C69-906D-D576CB8DB5F3}" destId="{8361DC1F-00EE-4BAC-8467-20819742CAB2}" srcOrd="0" destOrd="0" presId="urn:microsoft.com/office/officeart/2005/8/layout/vList2"/>
    <dgm:cxn modelId="{3D2E7F33-7433-442B-A075-472FEF17BBBA}" type="presOf" srcId="{8C061876-A67C-45B3-AB93-7ACA5E9B11B3}" destId="{7C94761F-CF65-40C8-AD80-41D2AB3C4E9F}" srcOrd="0" destOrd="0" presId="urn:microsoft.com/office/officeart/2005/8/layout/vList2"/>
    <dgm:cxn modelId="{1A2AF336-E1D7-4E72-AE42-6CD57B727101}" srcId="{09D54E76-551D-4888-BE71-ECDB8A2705E0}" destId="{CC622441-B7CC-488A-917C-1197152F0B4B}" srcOrd="1" destOrd="0" parTransId="{2CCA279C-0B8C-46F2-86AE-09E7A56A2183}" sibTransId="{10053DAC-770A-4E34-82D3-64C4E9169373}"/>
    <dgm:cxn modelId="{2C830547-4352-443F-A8C9-F481D3B11B4A}" srcId="{09D54E76-551D-4888-BE71-ECDB8A2705E0}" destId="{4D0462BF-8414-4027-B376-E72F7CEA7B22}" srcOrd="0" destOrd="0" parTransId="{9A22A164-1C88-4FCE-82A4-A8076663F31F}" sibTransId="{0FD00A1F-485D-4D21-A0A7-4B01B54AA0BF}"/>
    <dgm:cxn modelId="{C517CC4F-E046-44F1-A911-F4DF5769A18E}" type="presOf" srcId="{4D0462BF-8414-4027-B376-E72F7CEA7B22}" destId="{AE4E6C18-E6D6-4E33-A034-4111BF19BA14}" srcOrd="0" destOrd="0" presId="urn:microsoft.com/office/officeart/2005/8/layout/vList2"/>
    <dgm:cxn modelId="{E5CDED78-920F-4A20-9332-C89822B534B5}" type="presOf" srcId="{42A6B401-DC2A-4E1C-AE32-0C3B219CE673}" destId="{678BA3F2-0A06-4F91-A797-8CB06B245AA5}" srcOrd="0" destOrd="1" presId="urn:microsoft.com/office/officeart/2005/8/layout/vList2"/>
    <dgm:cxn modelId="{C6332C7C-DC24-4F79-8E4D-E5040266DC0F}" srcId="{CC622441-B7CC-488A-917C-1197152F0B4B}" destId="{818EE42C-0FB1-449C-8746-6A7BA806C932}" srcOrd="0" destOrd="0" parTransId="{BFB09D23-EE31-4A59-8CC8-5DCB20214B8E}" sibTransId="{05519099-5EED-4ACE-9FFB-C73E7155BA3E}"/>
    <dgm:cxn modelId="{781E1281-254C-4A11-9504-0904C69A2405}" type="presOf" srcId="{CC622441-B7CC-488A-917C-1197152F0B4B}" destId="{91893367-FA27-4EF1-B1DE-E5195C706DFE}" srcOrd="0" destOrd="0" presId="urn:microsoft.com/office/officeart/2005/8/layout/vList2"/>
    <dgm:cxn modelId="{1FF98EA4-A9FB-4C6C-8BD9-2BE53364CD2C}" srcId="{ADA166DD-6B05-429E-A3D1-BA81F461FB78}" destId="{DDF3D81C-EFAC-48EB-8482-BFCB19B507B7}" srcOrd="2" destOrd="0" parTransId="{EDD8D9BF-4154-4D56-B4DB-6877B4A1C586}" sibTransId="{EDB80371-0A3F-452D-8EDF-0E3B547E2FAE}"/>
    <dgm:cxn modelId="{1BD89EAB-69DC-442B-89B5-00BFE3C9584B}" type="presOf" srcId="{09D54E76-551D-4888-BE71-ECDB8A2705E0}" destId="{B04C1C07-3A5E-4738-BDAD-9BD17269A788}" srcOrd="0" destOrd="0" presId="urn:microsoft.com/office/officeart/2005/8/layout/vList2"/>
    <dgm:cxn modelId="{24ACA9B6-FB77-4644-9640-7A1AD459293B}" type="presOf" srcId="{818EE42C-0FB1-449C-8746-6A7BA806C932}" destId="{678BA3F2-0A06-4F91-A797-8CB06B245AA5}" srcOrd="0" destOrd="0" presId="urn:microsoft.com/office/officeart/2005/8/layout/vList2"/>
    <dgm:cxn modelId="{5D9E71BE-6CF4-4B5D-B9D4-1DC01F20EC6C}" srcId="{09D54E76-551D-4888-BE71-ECDB8A2705E0}" destId="{ADA166DD-6B05-429E-A3D1-BA81F461FB78}" srcOrd="2" destOrd="0" parTransId="{6AF49BC7-74D3-4E26-98FE-32CA1EE0D310}" sibTransId="{ED7E7AC5-C26D-4E39-9D1A-B33CF411E51B}"/>
    <dgm:cxn modelId="{591C34CE-0883-4D7A-A85E-1EE1E0E5E107}" srcId="{4D0462BF-8414-4027-B376-E72F7CEA7B22}" destId="{8C061876-A67C-45B3-AB93-7ACA5E9B11B3}" srcOrd="0" destOrd="0" parTransId="{20FBC373-71CB-447D-B5B2-9A2371ACFAEE}" sibTransId="{692EA5B3-807A-4453-9FFA-19DDFF70FA1F}"/>
    <dgm:cxn modelId="{778722AD-BFE0-47DB-BD5F-FA23567E0ADE}" type="presParOf" srcId="{B04C1C07-3A5E-4738-BDAD-9BD17269A788}" destId="{AE4E6C18-E6D6-4E33-A034-4111BF19BA14}" srcOrd="0" destOrd="0" presId="urn:microsoft.com/office/officeart/2005/8/layout/vList2"/>
    <dgm:cxn modelId="{D2F9565D-580B-45A6-A929-FC814514480E}" type="presParOf" srcId="{B04C1C07-3A5E-4738-BDAD-9BD17269A788}" destId="{7C94761F-CF65-40C8-AD80-41D2AB3C4E9F}" srcOrd="1" destOrd="0" presId="urn:microsoft.com/office/officeart/2005/8/layout/vList2"/>
    <dgm:cxn modelId="{E724758B-855E-45C5-B7E4-D924EA7C88F5}" type="presParOf" srcId="{B04C1C07-3A5E-4738-BDAD-9BD17269A788}" destId="{91893367-FA27-4EF1-B1DE-E5195C706DFE}" srcOrd="2" destOrd="0" presId="urn:microsoft.com/office/officeart/2005/8/layout/vList2"/>
    <dgm:cxn modelId="{D4C24538-5D86-45D2-803A-FFFF868D6294}" type="presParOf" srcId="{B04C1C07-3A5E-4738-BDAD-9BD17269A788}" destId="{678BA3F2-0A06-4F91-A797-8CB06B245AA5}" srcOrd="3" destOrd="0" presId="urn:microsoft.com/office/officeart/2005/8/layout/vList2"/>
    <dgm:cxn modelId="{074570EF-B600-497E-B79F-FAA39292965E}" type="presParOf" srcId="{B04C1C07-3A5E-4738-BDAD-9BD17269A788}" destId="{34F7BF6C-1D2E-4779-81DC-6737825EE20F}" srcOrd="4" destOrd="0" presId="urn:microsoft.com/office/officeart/2005/8/layout/vList2"/>
    <dgm:cxn modelId="{B2BB4A90-15A3-457B-86E5-802FFCA5E10F}" type="presParOf" srcId="{B04C1C07-3A5E-4738-BDAD-9BD17269A788}" destId="{8361DC1F-00EE-4BAC-8467-20819742CAB2}"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9D54E76-551D-4888-BE71-ECDB8A2705E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D0462BF-8414-4027-B376-E72F7CEA7B22}">
      <dgm:prSet phldrT="[Text]"/>
      <dgm:spPr>
        <a:solidFill>
          <a:schemeClr val="tx1">
            <a:lumMod val="65000"/>
            <a:lumOff val="35000"/>
          </a:schemeClr>
        </a:solidFill>
      </dgm:spPr>
      <dgm:t>
        <a:bodyPr/>
        <a:lstStyle/>
        <a:p>
          <a:r>
            <a:rPr lang="en-US" dirty="0"/>
            <a:t>Performing the AUP</a:t>
          </a:r>
        </a:p>
      </dgm:t>
    </dgm:pt>
    <dgm:pt modelId="{9A22A164-1C88-4FCE-82A4-A8076663F31F}" type="parTrans" cxnId="{2C830547-4352-443F-A8C9-F481D3B11B4A}">
      <dgm:prSet/>
      <dgm:spPr/>
      <dgm:t>
        <a:bodyPr/>
        <a:lstStyle/>
        <a:p>
          <a:endParaRPr lang="en-US"/>
        </a:p>
      </dgm:t>
    </dgm:pt>
    <dgm:pt modelId="{0FD00A1F-485D-4D21-A0A7-4B01B54AA0BF}" type="sibTrans" cxnId="{2C830547-4352-443F-A8C9-F481D3B11B4A}">
      <dgm:prSet/>
      <dgm:spPr/>
      <dgm:t>
        <a:bodyPr/>
        <a:lstStyle/>
        <a:p>
          <a:endParaRPr lang="en-US"/>
        </a:p>
      </dgm:t>
    </dgm:pt>
    <dgm:pt modelId="{CC622441-B7CC-488A-917C-1197152F0B4B}">
      <dgm:prSet phldrT="[Text]"/>
      <dgm:spPr>
        <a:solidFill>
          <a:schemeClr val="tx1">
            <a:lumMod val="65000"/>
            <a:lumOff val="35000"/>
          </a:schemeClr>
        </a:solidFill>
      </dgm:spPr>
      <dgm:t>
        <a:bodyPr/>
        <a:lstStyle/>
        <a:p>
          <a:r>
            <a:rPr lang="en-US" dirty="0"/>
            <a:t>Using the Work of a Practitioner’s Expert</a:t>
          </a:r>
        </a:p>
      </dgm:t>
    </dgm:pt>
    <dgm:pt modelId="{2CCA279C-0B8C-46F2-86AE-09E7A56A2183}" type="parTrans" cxnId="{1A2AF336-E1D7-4E72-AE42-6CD57B727101}">
      <dgm:prSet/>
      <dgm:spPr/>
      <dgm:t>
        <a:bodyPr/>
        <a:lstStyle/>
        <a:p>
          <a:endParaRPr lang="en-US"/>
        </a:p>
      </dgm:t>
    </dgm:pt>
    <dgm:pt modelId="{10053DAC-770A-4E34-82D3-64C4E9169373}" type="sibTrans" cxnId="{1A2AF336-E1D7-4E72-AE42-6CD57B727101}">
      <dgm:prSet/>
      <dgm:spPr/>
      <dgm:t>
        <a:bodyPr/>
        <a:lstStyle/>
        <a:p>
          <a:endParaRPr lang="en-US"/>
        </a:p>
      </dgm:t>
    </dgm:pt>
    <dgm:pt modelId="{ADA166DD-6B05-429E-A3D1-BA81F461FB78}">
      <dgm:prSet phldrT="[Text]"/>
      <dgm:spPr>
        <a:solidFill>
          <a:schemeClr val="tx1">
            <a:lumMod val="65000"/>
            <a:lumOff val="35000"/>
          </a:schemeClr>
        </a:solidFill>
      </dgm:spPr>
      <dgm:t>
        <a:bodyPr/>
        <a:lstStyle/>
        <a:p>
          <a:r>
            <a:rPr lang="en-US" dirty="0"/>
            <a:t>The AUP Report</a:t>
          </a:r>
        </a:p>
      </dgm:t>
    </dgm:pt>
    <dgm:pt modelId="{6AF49BC7-74D3-4E26-98FE-32CA1EE0D310}" type="parTrans" cxnId="{5D9E71BE-6CF4-4B5D-B9D4-1DC01F20EC6C}">
      <dgm:prSet/>
      <dgm:spPr/>
      <dgm:t>
        <a:bodyPr/>
        <a:lstStyle/>
        <a:p>
          <a:endParaRPr lang="en-US"/>
        </a:p>
      </dgm:t>
    </dgm:pt>
    <dgm:pt modelId="{ED7E7AC5-C26D-4E39-9D1A-B33CF411E51B}" type="sibTrans" cxnId="{5D9E71BE-6CF4-4B5D-B9D4-1DC01F20EC6C}">
      <dgm:prSet/>
      <dgm:spPr/>
      <dgm:t>
        <a:bodyPr/>
        <a:lstStyle/>
        <a:p>
          <a:endParaRPr lang="en-US"/>
        </a:p>
      </dgm:t>
    </dgm:pt>
    <dgm:pt modelId="{B1FC0F14-7082-4C69-906D-D576CB8DB5F3}">
      <dgm:prSet phldrT="[Text]"/>
      <dgm:spPr/>
      <dgm:t>
        <a:bodyPr/>
        <a:lstStyle/>
        <a:p>
          <a:r>
            <a:rPr lang="en-US" dirty="0"/>
            <a:t>Para. 30-32, A36B-A44</a:t>
          </a:r>
        </a:p>
      </dgm:t>
    </dgm:pt>
    <dgm:pt modelId="{4C4E9C28-B458-4FCF-9B1F-F5E8FA4418A6}" type="parTrans" cxnId="{7A209817-2E2B-428D-93BE-DD39861CD476}">
      <dgm:prSet/>
      <dgm:spPr/>
      <dgm:t>
        <a:bodyPr/>
        <a:lstStyle/>
        <a:p>
          <a:endParaRPr lang="en-US"/>
        </a:p>
      </dgm:t>
    </dgm:pt>
    <dgm:pt modelId="{64F94A7C-A57A-4FFA-BCF2-965D8220F368}" type="sibTrans" cxnId="{7A209817-2E2B-428D-93BE-DD39861CD476}">
      <dgm:prSet/>
      <dgm:spPr/>
      <dgm:t>
        <a:bodyPr/>
        <a:lstStyle/>
        <a:p>
          <a:endParaRPr lang="en-US"/>
        </a:p>
      </dgm:t>
    </dgm:pt>
    <dgm:pt modelId="{818EE42C-0FB1-449C-8746-6A7BA806C932}">
      <dgm:prSet phldrT="[Text]"/>
      <dgm:spPr/>
      <dgm:t>
        <a:bodyPr/>
        <a:lstStyle/>
        <a:p>
          <a:r>
            <a:rPr lang="en-US" dirty="0"/>
            <a:t>Para. 28, A34A-A36A</a:t>
          </a:r>
        </a:p>
      </dgm:t>
    </dgm:pt>
    <dgm:pt modelId="{BFB09D23-EE31-4A59-8CC8-5DCB20214B8E}" type="parTrans" cxnId="{C6332C7C-DC24-4F79-8E4D-E5040266DC0F}">
      <dgm:prSet/>
      <dgm:spPr/>
      <dgm:t>
        <a:bodyPr/>
        <a:lstStyle/>
        <a:p>
          <a:endParaRPr lang="en-US"/>
        </a:p>
      </dgm:t>
    </dgm:pt>
    <dgm:pt modelId="{05519099-5EED-4ACE-9FFB-C73E7155BA3E}" type="sibTrans" cxnId="{C6332C7C-DC24-4F79-8E4D-E5040266DC0F}">
      <dgm:prSet/>
      <dgm:spPr/>
      <dgm:t>
        <a:bodyPr/>
        <a:lstStyle/>
        <a:p>
          <a:endParaRPr lang="en-US"/>
        </a:p>
      </dgm:t>
    </dgm:pt>
    <dgm:pt modelId="{8C061876-A67C-45B3-AB93-7ACA5E9B11B3}">
      <dgm:prSet phldrT="[Text]"/>
      <dgm:spPr/>
      <dgm:t>
        <a:bodyPr/>
        <a:lstStyle/>
        <a:p>
          <a:r>
            <a:rPr lang="en-US" dirty="0"/>
            <a:t>Para. 26-27, A34</a:t>
          </a:r>
        </a:p>
      </dgm:t>
    </dgm:pt>
    <dgm:pt modelId="{692EA5B3-807A-4453-9FFA-19DDFF70FA1F}" type="sibTrans" cxnId="{591C34CE-0883-4D7A-A85E-1EE1E0E5E107}">
      <dgm:prSet/>
      <dgm:spPr/>
      <dgm:t>
        <a:bodyPr/>
        <a:lstStyle/>
        <a:p>
          <a:endParaRPr lang="en-US"/>
        </a:p>
      </dgm:t>
    </dgm:pt>
    <dgm:pt modelId="{20FBC373-71CB-447D-B5B2-9A2371ACFAEE}" type="parTrans" cxnId="{591C34CE-0883-4D7A-A85E-1EE1E0E5E107}">
      <dgm:prSet/>
      <dgm:spPr/>
      <dgm:t>
        <a:bodyPr/>
        <a:lstStyle/>
        <a:p>
          <a:endParaRPr lang="en-US"/>
        </a:p>
      </dgm:t>
    </dgm:pt>
    <dgm:pt modelId="{F7ABDD5C-D977-4B91-8A80-90E052FE8742}">
      <dgm:prSet phldrT="[Text]"/>
      <dgm:spPr/>
      <dgm:t>
        <a:bodyPr/>
        <a:lstStyle/>
        <a:p>
          <a:r>
            <a:rPr lang="en-US" dirty="0"/>
            <a:t>Removed “can be objectively verified” from para. 30(e)(</a:t>
          </a:r>
          <a:r>
            <a:rPr lang="en-US" dirty="0" err="1"/>
            <a:t>iA</a:t>
          </a:r>
          <a:r>
            <a:rPr lang="en-US" dirty="0"/>
            <a:t>) – see handout</a:t>
          </a:r>
        </a:p>
      </dgm:t>
    </dgm:pt>
    <dgm:pt modelId="{3868AAAE-97F9-49DC-9CFB-D58AC50D74C9}" type="parTrans" cxnId="{BAA09CD6-7B13-40D1-B526-75B3DABEABDE}">
      <dgm:prSet/>
      <dgm:spPr/>
    </dgm:pt>
    <dgm:pt modelId="{35932814-ECD6-4A71-972E-0927FC75464A}" type="sibTrans" cxnId="{BAA09CD6-7B13-40D1-B526-75B3DABEABDE}">
      <dgm:prSet/>
      <dgm:spPr/>
    </dgm:pt>
    <dgm:pt modelId="{B04C1C07-3A5E-4738-BDAD-9BD17269A788}" type="pres">
      <dgm:prSet presAssocID="{09D54E76-551D-4888-BE71-ECDB8A2705E0}" presName="linear" presStyleCnt="0">
        <dgm:presLayoutVars>
          <dgm:animLvl val="lvl"/>
          <dgm:resizeHandles val="exact"/>
        </dgm:presLayoutVars>
      </dgm:prSet>
      <dgm:spPr/>
    </dgm:pt>
    <dgm:pt modelId="{AE4E6C18-E6D6-4E33-A034-4111BF19BA14}" type="pres">
      <dgm:prSet presAssocID="{4D0462BF-8414-4027-B376-E72F7CEA7B22}" presName="parentText" presStyleLbl="node1" presStyleIdx="0" presStyleCnt="3">
        <dgm:presLayoutVars>
          <dgm:chMax val="0"/>
          <dgm:bulletEnabled val="1"/>
        </dgm:presLayoutVars>
      </dgm:prSet>
      <dgm:spPr/>
    </dgm:pt>
    <dgm:pt modelId="{7C94761F-CF65-40C8-AD80-41D2AB3C4E9F}" type="pres">
      <dgm:prSet presAssocID="{4D0462BF-8414-4027-B376-E72F7CEA7B22}" presName="childText" presStyleLbl="revTx" presStyleIdx="0" presStyleCnt="3">
        <dgm:presLayoutVars>
          <dgm:bulletEnabled val="1"/>
        </dgm:presLayoutVars>
      </dgm:prSet>
      <dgm:spPr/>
    </dgm:pt>
    <dgm:pt modelId="{91893367-FA27-4EF1-B1DE-E5195C706DFE}" type="pres">
      <dgm:prSet presAssocID="{CC622441-B7CC-488A-917C-1197152F0B4B}" presName="parentText" presStyleLbl="node1" presStyleIdx="1" presStyleCnt="3">
        <dgm:presLayoutVars>
          <dgm:chMax val="0"/>
          <dgm:bulletEnabled val="1"/>
        </dgm:presLayoutVars>
      </dgm:prSet>
      <dgm:spPr/>
    </dgm:pt>
    <dgm:pt modelId="{678BA3F2-0A06-4F91-A797-8CB06B245AA5}" type="pres">
      <dgm:prSet presAssocID="{CC622441-B7CC-488A-917C-1197152F0B4B}" presName="childText" presStyleLbl="revTx" presStyleIdx="1" presStyleCnt="3">
        <dgm:presLayoutVars>
          <dgm:bulletEnabled val="1"/>
        </dgm:presLayoutVars>
      </dgm:prSet>
      <dgm:spPr/>
    </dgm:pt>
    <dgm:pt modelId="{34F7BF6C-1D2E-4779-81DC-6737825EE20F}" type="pres">
      <dgm:prSet presAssocID="{ADA166DD-6B05-429E-A3D1-BA81F461FB78}" presName="parentText" presStyleLbl="node1" presStyleIdx="2" presStyleCnt="3">
        <dgm:presLayoutVars>
          <dgm:chMax val="0"/>
          <dgm:bulletEnabled val="1"/>
        </dgm:presLayoutVars>
      </dgm:prSet>
      <dgm:spPr/>
    </dgm:pt>
    <dgm:pt modelId="{8361DC1F-00EE-4BAC-8467-20819742CAB2}" type="pres">
      <dgm:prSet presAssocID="{ADA166DD-6B05-429E-A3D1-BA81F461FB78}" presName="childText" presStyleLbl="revTx" presStyleIdx="2" presStyleCnt="3">
        <dgm:presLayoutVars>
          <dgm:bulletEnabled val="1"/>
        </dgm:presLayoutVars>
      </dgm:prSet>
      <dgm:spPr/>
    </dgm:pt>
  </dgm:ptLst>
  <dgm:cxnLst>
    <dgm:cxn modelId="{D8E8B50D-9EB1-4D6C-9AB9-CA0FB75644EE}" type="presOf" srcId="{ADA166DD-6B05-429E-A3D1-BA81F461FB78}" destId="{34F7BF6C-1D2E-4779-81DC-6737825EE20F}" srcOrd="0" destOrd="0" presId="urn:microsoft.com/office/officeart/2005/8/layout/vList2"/>
    <dgm:cxn modelId="{7A209817-2E2B-428D-93BE-DD39861CD476}" srcId="{ADA166DD-6B05-429E-A3D1-BA81F461FB78}" destId="{B1FC0F14-7082-4C69-906D-D576CB8DB5F3}" srcOrd="0" destOrd="0" parTransId="{4C4E9C28-B458-4FCF-9B1F-F5E8FA4418A6}" sibTransId="{64F94A7C-A57A-4FFA-BCF2-965D8220F368}"/>
    <dgm:cxn modelId="{45C8ED2A-2263-4780-9804-15B62DAC8C3F}" type="presOf" srcId="{B1FC0F14-7082-4C69-906D-D576CB8DB5F3}" destId="{8361DC1F-00EE-4BAC-8467-20819742CAB2}" srcOrd="0" destOrd="0" presId="urn:microsoft.com/office/officeart/2005/8/layout/vList2"/>
    <dgm:cxn modelId="{3D2E7F33-7433-442B-A075-472FEF17BBBA}" type="presOf" srcId="{8C061876-A67C-45B3-AB93-7ACA5E9B11B3}" destId="{7C94761F-CF65-40C8-AD80-41D2AB3C4E9F}" srcOrd="0" destOrd="0" presId="urn:microsoft.com/office/officeart/2005/8/layout/vList2"/>
    <dgm:cxn modelId="{1A2AF336-E1D7-4E72-AE42-6CD57B727101}" srcId="{09D54E76-551D-4888-BE71-ECDB8A2705E0}" destId="{CC622441-B7CC-488A-917C-1197152F0B4B}" srcOrd="1" destOrd="0" parTransId="{2CCA279C-0B8C-46F2-86AE-09E7A56A2183}" sibTransId="{10053DAC-770A-4E34-82D3-64C4E9169373}"/>
    <dgm:cxn modelId="{98841042-0D6A-4056-A6CA-E6AA553A90AC}" type="presOf" srcId="{F7ABDD5C-D977-4B91-8A80-90E052FE8742}" destId="{8361DC1F-00EE-4BAC-8467-20819742CAB2}" srcOrd="0" destOrd="1" presId="urn:microsoft.com/office/officeart/2005/8/layout/vList2"/>
    <dgm:cxn modelId="{2C830547-4352-443F-A8C9-F481D3B11B4A}" srcId="{09D54E76-551D-4888-BE71-ECDB8A2705E0}" destId="{4D0462BF-8414-4027-B376-E72F7CEA7B22}" srcOrd="0" destOrd="0" parTransId="{9A22A164-1C88-4FCE-82A4-A8076663F31F}" sibTransId="{0FD00A1F-485D-4D21-A0A7-4B01B54AA0BF}"/>
    <dgm:cxn modelId="{C517CC4F-E046-44F1-A911-F4DF5769A18E}" type="presOf" srcId="{4D0462BF-8414-4027-B376-E72F7CEA7B22}" destId="{AE4E6C18-E6D6-4E33-A034-4111BF19BA14}" srcOrd="0" destOrd="0" presId="urn:microsoft.com/office/officeart/2005/8/layout/vList2"/>
    <dgm:cxn modelId="{C6332C7C-DC24-4F79-8E4D-E5040266DC0F}" srcId="{CC622441-B7CC-488A-917C-1197152F0B4B}" destId="{818EE42C-0FB1-449C-8746-6A7BA806C932}" srcOrd="0" destOrd="0" parTransId="{BFB09D23-EE31-4A59-8CC8-5DCB20214B8E}" sibTransId="{05519099-5EED-4ACE-9FFB-C73E7155BA3E}"/>
    <dgm:cxn modelId="{781E1281-254C-4A11-9504-0904C69A2405}" type="presOf" srcId="{CC622441-B7CC-488A-917C-1197152F0B4B}" destId="{91893367-FA27-4EF1-B1DE-E5195C706DFE}" srcOrd="0" destOrd="0" presId="urn:microsoft.com/office/officeart/2005/8/layout/vList2"/>
    <dgm:cxn modelId="{1BD89EAB-69DC-442B-89B5-00BFE3C9584B}" type="presOf" srcId="{09D54E76-551D-4888-BE71-ECDB8A2705E0}" destId="{B04C1C07-3A5E-4738-BDAD-9BD17269A788}" srcOrd="0" destOrd="0" presId="urn:microsoft.com/office/officeart/2005/8/layout/vList2"/>
    <dgm:cxn modelId="{24ACA9B6-FB77-4644-9640-7A1AD459293B}" type="presOf" srcId="{818EE42C-0FB1-449C-8746-6A7BA806C932}" destId="{678BA3F2-0A06-4F91-A797-8CB06B245AA5}" srcOrd="0" destOrd="0" presId="urn:microsoft.com/office/officeart/2005/8/layout/vList2"/>
    <dgm:cxn modelId="{5D9E71BE-6CF4-4B5D-B9D4-1DC01F20EC6C}" srcId="{09D54E76-551D-4888-BE71-ECDB8A2705E0}" destId="{ADA166DD-6B05-429E-A3D1-BA81F461FB78}" srcOrd="2" destOrd="0" parTransId="{6AF49BC7-74D3-4E26-98FE-32CA1EE0D310}" sibTransId="{ED7E7AC5-C26D-4E39-9D1A-B33CF411E51B}"/>
    <dgm:cxn modelId="{591C34CE-0883-4D7A-A85E-1EE1E0E5E107}" srcId="{4D0462BF-8414-4027-B376-E72F7CEA7B22}" destId="{8C061876-A67C-45B3-AB93-7ACA5E9B11B3}" srcOrd="0" destOrd="0" parTransId="{20FBC373-71CB-447D-B5B2-9A2371ACFAEE}" sibTransId="{692EA5B3-807A-4453-9FFA-19DDFF70FA1F}"/>
    <dgm:cxn modelId="{BAA09CD6-7B13-40D1-B526-75B3DABEABDE}" srcId="{ADA166DD-6B05-429E-A3D1-BA81F461FB78}" destId="{F7ABDD5C-D977-4B91-8A80-90E052FE8742}" srcOrd="1" destOrd="0" parTransId="{3868AAAE-97F9-49DC-9CFB-D58AC50D74C9}" sibTransId="{35932814-ECD6-4A71-972E-0927FC75464A}"/>
    <dgm:cxn modelId="{778722AD-BFE0-47DB-BD5F-FA23567E0ADE}" type="presParOf" srcId="{B04C1C07-3A5E-4738-BDAD-9BD17269A788}" destId="{AE4E6C18-E6D6-4E33-A034-4111BF19BA14}" srcOrd="0" destOrd="0" presId="urn:microsoft.com/office/officeart/2005/8/layout/vList2"/>
    <dgm:cxn modelId="{D2F9565D-580B-45A6-A929-FC814514480E}" type="presParOf" srcId="{B04C1C07-3A5E-4738-BDAD-9BD17269A788}" destId="{7C94761F-CF65-40C8-AD80-41D2AB3C4E9F}" srcOrd="1" destOrd="0" presId="urn:microsoft.com/office/officeart/2005/8/layout/vList2"/>
    <dgm:cxn modelId="{E724758B-855E-45C5-B7E4-D924EA7C88F5}" type="presParOf" srcId="{B04C1C07-3A5E-4738-BDAD-9BD17269A788}" destId="{91893367-FA27-4EF1-B1DE-E5195C706DFE}" srcOrd="2" destOrd="0" presId="urn:microsoft.com/office/officeart/2005/8/layout/vList2"/>
    <dgm:cxn modelId="{D4C24538-5D86-45D2-803A-FFFF868D6294}" type="presParOf" srcId="{B04C1C07-3A5E-4738-BDAD-9BD17269A788}" destId="{678BA3F2-0A06-4F91-A797-8CB06B245AA5}" srcOrd="3" destOrd="0" presId="urn:microsoft.com/office/officeart/2005/8/layout/vList2"/>
    <dgm:cxn modelId="{074570EF-B600-497E-B79F-FAA39292965E}" type="presParOf" srcId="{B04C1C07-3A5E-4738-BDAD-9BD17269A788}" destId="{34F7BF6C-1D2E-4779-81DC-6737825EE20F}" srcOrd="4" destOrd="0" presId="urn:microsoft.com/office/officeart/2005/8/layout/vList2"/>
    <dgm:cxn modelId="{B2BB4A90-15A3-457B-86E5-802FFCA5E10F}" type="presParOf" srcId="{B04C1C07-3A5E-4738-BDAD-9BD17269A788}" destId="{8361DC1F-00EE-4BAC-8467-20819742CAB2}"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9D54E76-551D-4888-BE71-ECDB8A2705E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D0462BF-8414-4027-B376-E72F7CEA7B22}">
      <dgm:prSet phldrT="[Text]"/>
      <dgm:spPr>
        <a:solidFill>
          <a:schemeClr val="tx1">
            <a:lumMod val="65000"/>
            <a:lumOff val="35000"/>
          </a:schemeClr>
        </a:solidFill>
      </dgm:spPr>
      <dgm:t>
        <a:bodyPr/>
        <a:lstStyle/>
        <a:p>
          <a:r>
            <a:rPr lang="en-US" dirty="0"/>
            <a:t>Undertaking an AUP Engagement Together with Another Engagement</a:t>
          </a:r>
        </a:p>
      </dgm:t>
    </dgm:pt>
    <dgm:pt modelId="{9A22A164-1C88-4FCE-82A4-A8076663F31F}" type="parTrans" cxnId="{2C830547-4352-443F-A8C9-F481D3B11B4A}">
      <dgm:prSet/>
      <dgm:spPr/>
      <dgm:t>
        <a:bodyPr/>
        <a:lstStyle/>
        <a:p>
          <a:endParaRPr lang="en-US"/>
        </a:p>
      </dgm:t>
    </dgm:pt>
    <dgm:pt modelId="{0FD00A1F-485D-4D21-A0A7-4B01B54AA0BF}" type="sibTrans" cxnId="{2C830547-4352-443F-A8C9-F481D3B11B4A}">
      <dgm:prSet/>
      <dgm:spPr/>
      <dgm:t>
        <a:bodyPr/>
        <a:lstStyle/>
        <a:p>
          <a:endParaRPr lang="en-US"/>
        </a:p>
      </dgm:t>
    </dgm:pt>
    <dgm:pt modelId="{CC622441-B7CC-488A-917C-1197152F0B4B}">
      <dgm:prSet phldrT="[Text]"/>
      <dgm:spPr>
        <a:solidFill>
          <a:schemeClr val="tx1">
            <a:lumMod val="65000"/>
            <a:lumOff val="35000"/>
          </a:schemeClr>
        </a:solidFill>
      </dgm:spPr>
      <dgm:t>
        <a:bodyPr/>
        <a:lstStyle/>
        <a:p>
          <a:r>
            <a:rPr lang="en-US" dirty="0"/>
            <a:t>Documentation</a:t>
          </a:r>
        </a:p>
      </dgm:t>
    </dgm:pt>
    <dgm:pt modelId="{2CCA279C-0B8C-46F2-86AE-09E7A56A2183}" type="parTrans" cxnId="{1A2AF336-E1D7-4E72-AE42-6CD57B727101}">
      <dgm:prSet/>
      <dgm:spPr/>
      <dgm:t>
        <a:bodyPr/>
        <a:lstStyle/>
        <a:p>
          <a:endParaRPr lang="en-US"/>
        </a:p>
      </dgm:t>
    </dgm:pt>
    <dgm:pt modelId="{10053DAC-770A-4E34-82D3-64C4E9169373}" type="sibTrans" cxnId="{1A2AF336-E1D7-4E72-AE42-6CD57B727101}">
      <dgm:prSet/>
      <dgm:spPr/>
      <dgm:t>
        <a:bodyPr/>
        <a:lstStyle/>
        <a:p>
          <a:endParaRPr lang="en-US"/>
        </a:p>
      </dgm:t>
    </dgm:pt>
    <dgm:pt modelId="{ADA166DD-6B05-429E-A3D1-BA81F461FB78}">
      <dgm:prSet phldrT="[Text]"/>
      <dgm:spPr>
        <a:solidFill>
          <a:schemeClr val="tx1">
            <a:lumMod val="65000"/>
            <a:lumOff val="35000"/>
          </a:schemeClr>
        </a:solidFill>
      </dgm:spPr>
      <dgm:t>
        <a:bodyPr/>
        <a:lstStyle/>
        <a:p>
          <a:r>
            <a:rPr lang="en-US" dirty="0"/>
            <a:t>Appendices</a:t>
          </a:r>
        </a:p>
      </dgm:t>
    </dgm:pt>
    <dgm:pt modelId="{6AF49BC7-74D3-4E26-98FE-32CA1EE0D310}" type="parTrans" cxnId="{5D9E71BE-6CF4-4B5D-B9D4-1DC01F20EC6C}">
      <dgm:prSet/>
      <dgm:spPr/>
      <dgm:t>
        <a:bodyPr/>
        <a:lstStyle/>
        <a:p>
          <a:endParaRPr lang="en-US"/>
        </a:p>
      </dgm:t>
    </dgm:pt>
    <dgm:pt modelId="{ED7E7AC5-C26D-4E39-9D1A-B33CF411E51B}" type="sibTrans" cxnId="{5D9E71BE-6CF4-4B5D-B9D4-1DC01F20EC6C}">
      <dgm:prSet/>
      <dgm:spPr/>
      <dgm:t>
        <a:bodyPr/>
        <a:lstStyle/>
        <a:p>
          <a:endParaRPr lang="en-US"/>
        </a:p>
      </dgm:t>
    </dgm:pt>
    <dgm:pt modelId="{B1FC0F14-7082-4C69-906D-D576CB8DB5F3}">
      <dgm:prSet phldrT="[Text]"/>
      <dgm:spPr/>
      <dgm:t>
        <a:bodyPr/>
        <a:lstStyle/>
        <a:p>
          <a:r>
            <a:rPr lang="en-US" dirty="0"/>
            <a:t>Appendix 1 – Illustrative Engagement Letter</a:t>
          </a:r>
        </a:p>
      </dgm:t>
    </dgm:pt>
    <dgm:pt modelId="{4C4E9C28-B458-4FCF-9B1F-F5E8FA4418A6}" type="parTrans" cxnId="{7A209817-2E2B-428D-93BE-DD39861CD476}">
      <dgm:prSet/>
      <dgm:spPr/>
      <dgm:t>
        <a:bodyPr/>
        <a:lstStyle/>
        <a:p>
          <a:endParaRPr lang="en-US"/>
        </a:p>
      </dgm:t>
    </dgm:pt>
    <dgm:pt modelId="{64F94A7C-A57A-4FFA-BCF2-965D8220F368}" type="sibTrans" cxnId="{7A209817-2E2B-428D-93BE-DD39861CD476}">
      <dgm:prSet/>
      <dgm:spPr/>
      <dgm:t>
        <a:bodyPr/>
        <a:lstStyle/>
        <a:p>
          <a:endParaRPr lang="en-US"/>
        </a:p>
      </dgm:t>
    </dgm:pt>
    <dgm:pt modelId="{8C061876-A67C-45B3-AB93-7ACA5E9B11B3}">
      <dgm:prSet phldrT="[Text]"/>
      <dgm:spPr/>
      <dgm:t>
        <a:bodyPr/>
        <a:lstStyle/>
        <a:p>
          <a:r>
            <a:rPr lang="en-US" dirty="0"/>
            <a:t>Para. 33, A45</a:t>
          </a:r>
        </a:p>
      </dgm:t>
    </dgm:pt>
    <dgm:pt modelId="{20FBC373-71CB-447D-B5B2-9A2371ACFAEE}" type="parTrans" cxnId="{591C34CE-0883-4D7A-A85E-1EE1E0E5E107}">
      <dgm:prSet/>
      <dgm:spPr/>
      <dgm:t>
        <a:bodyPr/>
        <a:lstStyle/>
        <a:p>
          <a:endParaRPr lang="en-US"/>
        </a:p>
      </dgm:t>
    </dgm:pt>
    <dgm:pt modelId="{692EA5B3-807A-4453-9FFA-19DDFF70FA1F}" type="sibTrans" cxnId="{591C34CE-0883-4D7A-A85E-1EE1E0E5E107}">
      <dgm:prSet/>
      <dgm:spPr/>
      <dgm:t>
        <a:bodyPr/>
        <a:lstStyle/>
        <a:p>
          <a:endParaRPr lang="en-US"/>
        </a:p>
      </dgm:t>
    </dgm:pt>
    <dgm:pt modelId="{818EE42C-0FB1-449C-8746-6A7BA806C932}">
      <dgm:prSet phldrT="[Text]"/>
      <dgm:spPr/>
      <dgm:t>
        <a:bodyPr/>
        <a:lstStyle/>
        <a:p>
          <a:r>
            <a:rPr lang="en-US" dirty="0"/>
            <a:t>Para. 34, A46</a:t>
          </a:r>
        </a:p>
      </dgm:t>
    </dgm:pt>
    <dgm:pt modelId="{BFB09D23-EE31-4A59-8CC8-5DCB20214B8E}" type="parTrans" cxnId="{C6332C7C-DC24-4F79-8E4D-E5040266DC0F}">
      <dgm:prSet/>
      <dgm:spPr/>
      <dgm:t>
        <a:bodyPr/>
        <a:lstStyle/>
        <a:p>
          <a:endParaRPr lang="en-US"/>
        </a:p>
      </dgm:t>
    </dgm:pt>
    <dgm:pt modelId="{05519099-5EED-4ACE-9FFB-C73E7155BA3E}" type="sibTrans" cxnId="{C6332C7C-DC24-4F79-8E4D-E5040266DC0F}">
      <dgm:prSet/>
      <dgm:spPr/>
      <dgm:t>
        <a:bodyPr/>
        <a:lstStyle/>
        <a:p>
          <a:endParaRPr lang="en-US"/>
        </a:p>
      </dgm:t>
    </dgm:pt>
    <dgm:pt modelId="{05368FFC-6CE1-4ABA-A6BE-9B05E4447062}">
      <dgm:prSet phldrT="[Text]"/>
      <dgm:spPr/>
      <dgm:t>
        <a:bodyPr/>
        <a:lstStyle/>
        <a:p>
          <a:r>
            <a:rPr lang="en-US" dirty="0"/>
            <a:t>Appendix 2 – Illustrative AUP Reports</a:t>
          </a:r>
        </a:p>
      </dgm:t>
    </dgm:pt>
    <dgm:pt modelId="{8C17D8BF-06BC-4F40-AECE-A1AA73268CFB}" type="parTrans" cxnId="{FB43923D-9BFE-49E3-BA8C-C775A823D2F4}">
      <dgm:prSet/>
      <dgm:spPr/>
      <dgm:t>
        <a:bodyPr/>
        <a:lstStyle/>
        <a:p>
          <a:endParaRPr lang="en-US"/>
        </a:p>
      </dgm:t>
    </dgm:pt>
    <dgm:pt modelId="{0B51EEB3-8930-4D06-89D7-852811E93309}" type="sibTrans" cxnId="{FB43923D-9BFE-49E3-BA8C-C775A823D2F4}">
      <dgm:prSet/>
      <dgm:spPr/>
      <dgm:t>
        <a:bodyPr/>
        <a:lstStyle/>
        <a:p>
          <a:endParaRPr lang="en-US"/>
        </a:p>
      </dgm:t>
    </dgm:pt>
    <dgm:pt modelId="{B04C1C07-3A5E-4738-BDAD-9BD17269A788}" type="pres">
      <dgm:prSet presAssocID="{09D54E76-551D-4888-BE71-ECDB8A2705E0}" presName="linear" presStyleCnt="0">
        <dgm:presLayoutVars>
          <dgm:animLvl val="lvl"/>
          <dgm:resizeHandles val="exact"/>
        </dgm:presLayoutVars>
      </dgm:prSet>
      <dgm:spPr/>
    </dgm:pt>
    <dgm:pt modelId="{AE4E6C18-E6D6-4E33-A034-4111BF19BA14}" type="pres">
      <dgm:prSet presAssocID="{4D0462BF-8414-4027-B376-E72F7CEA7B22}" presName="parentText" presStyleLbl="node1" presStyleIdx="0" presStyleCnt="3">
        <dgm:presLayoutVars>
          <dgm:chMax val="0"/>
          <dgm:bulletEnabled val="1"/>
        </dgm:presLayoutVars>
      </dgm:prSet>
      <dgm:spPr/>
    </dgm:pt>
    <dgm:pt modelId="{7C94761F-CF65-40C8-AD80-41D2AB3C4E9F}" type="pres">
      <dgm:prSet presAssocID="{4D0462BF-8414-4027-B376-E72F7CEA7B22}" presName="childText" presStyleLbl="revTx" presStyleIdx="0" presStyleCnt="3">
        <dgm:presLayoutVars>
          <dgm:bulletEnabled val="1"/>
        </dgm:presLayoutVars>
      </dgm:prSet>
      <dgm:spPr/>
    </dgm:pt>
    <dgm:pt modelId="{91893367-FA27-4EF1-B1DE-E5195C706DFE}" type="pres">
      <dgm:prSet presAssocID="{CC622441-B7CC-488A-917C-1197152F0B4B}" presName="parentText" presStyleLbl="node1" presStyleIdx="1" presStyleCnt="3">
        <dgm:presLayoutVars>
          <dgm:chMax val="0"/>
          <dgm:bulletEnabled val="1"/>
        </dgm:presLayoutVars>
      </dgm:prSet>
      <dgm:spPr/>
    </dgm:pt>
    <dgm:pt modelId="{678BA3F2-0A06-4F91-A797-8CB06B245AA5}" type="pres">
      <dgm:prSet presAssocID="{CC622441-B7CC-488A-917C-1197152F0B4B}" presName="childText" presStyleLbl="revTx" presStyleIdx="1" presStyleCnt="3">
        <dgm:presLayoutVars>
          <dgm:bulletEnabled val="1"/>
        </dgm:presLayoutVars>
      </dgm:prSet>
      <dgm:spPr/>
    </dgm:pt>
    <dgm:pt modelId="{34F7BF6C-1D2E-4779-81DC-6737825EE20F}" type="pres">
      <dgm:prSet presAssocID="{ADA166DD-6B05-429E-A3D1-BA81F461FB78}" presName="parentText" presStyleLbl="node1" presStyleIdx="2" presStyleCnt="3">
        <dgm:presLayoutVars>
          <dgm:chMax val="0"/>
          <dgm:bulletEnabled val="1"/>
        </dgm:presLayoutVars>
      </dgm:prSet>
      <dgm:spPr/>
    </dgm:pt>
    <dgm:pt modelId="{8361DC1F-00EE-4BAC-8467-20819742CAB2}" type="pres">
      <dgm:prSet presAssocID="{ADA166DD-6B05-429E-A3D1-BA81F461FB78}" presName="childText" presStyleLbl="revTx" presStyleIdx="2" presStyleCnt="3">
        <dgm:presLayoutVars>
          <dgm:bulletEnabled val="1"/>
        </dgm:presLayoutVars>
      </dgm:prSet>
      <dgm:spPr/>
    </dgm:pt>
  </dgm:ptLst>
  <dgm:cxnLst>
    <dgm:cxn modelId="{D8E8B50D-9EB1-4D6C-9AB9-CA0FB75644EE}" type="presOf" srcId="{ADA166DD-6B05-429E-A3D1-BA81F461FB78}" destId="{34F7BF6C-1D2E-4779-81DC-6737825EE20F}" srcOrd="0" destOrd="0" presId="urn:microsoft.com/office/officeart/2005/8/layout/vList2"/>
    <dgm:cxn modelId="{7A209817-2E2B-428D-93BE-DD39861CD476}" srcId="{ADA166DD-6B05-429E-A3D1-BA81F461FB78}" destId="{B1FC0F14-7082-4C69-906D-D576CB8DB5F3}" srcOrd="0" destOrd="0" parTransId="{4C4E9C28-B458-4FCF-9B1F-F5E8FA4418A6}" sibTransId="{64F94A7C-A57A-4FFA-BCF2-965D8220F368}"/>
    <dgm:cxn modelId="{45C8ED2A-2263-4780-9804-15B62DAC8C3F}" type="presOf" srcId="{B1FC0F14-7082-4C69-906D-D576CB8DB5F3}" destId="{8361DC1F-00EE-4BAC-8467-20819742CAB2}" srcOrd="0" destOrd="0" presId="urn:microsoft.com/office/officeart/2005/8/layout/vList2"/>
    <dgm:cxn modelId="{3D2E7F33-7433-442B-A075-472FEF17BBBA}" type="presOf" srcId="{8C061876-A67C-45B3-AB93-7ACA5E9B11B3}" destId="{7C94761F-CF65-40C8-AD80-41D2AB3C4E9F}" srcOrd="0" destOrd="0" presId="urn:microsoft.com/office/officeart/2005/8/layout/vList2"/>
    <dgm:cxn modelId="{1A2AF336-E1D7-4E72-AE42-6CD57B727101}" srcId="{09D54E76-551D-4888-BE71-ECDB8A2705E0}" destId="{CC622441-B7CC-488A-917C-1197152F0B4B}" srcOrd="1" destOrd="0" parTransId="{2CCA279C-0B8C-46F2-86AE-09E7A56A2183}" sibTransId="{10053DAC-770A-4E34-82D3-64C4E9169373}"/>
    <dgm:cxn modelId="{FB43923D-9BFE-49E3-BA8C-C775A823D2F4}" srcId="{ADA166DD-6B05-429E-A3D1-BA81F461FB78}" destId="{05368FFC-6CE1-4ABA-A6BE-9B05E4447062}" srcOrd="1" destOrd="0" parTransId="{8C17D8BF-06BC-4F40-AECE-A1AA73268CFB}" sibTransId="{0B51EEB3-8930-4D06-89D7-852811E93309}"/>
    <dgm:cxn modelId="{9520B65D-68AC-4DE4-B6EE-0B533DA8C383}" type="presOf" srcId="{05368FFC-6CE1-4ABA-A6BE-9B05E4447062}" destId="{8361DC1F-00EE-4BAC-8467-20819742CAB2}" srcOrd="0" destOrd="1" presId="urn:microsoft.com/office/officeart/2005/8/layout/vList2"/>
    <dgm:cxn modelId="{2C830547-4352-443F-A8C9-F481D3B11B4A}" srcId="{09D54E76-551D-4888-BE71-ECDB8A2705E0}" destId="{4D0462BF-8414-4027-B376-E72F7CEA7B22}" srcOrd="0" destOrd="0" parTransId="{9A22A164-1C88-4FCE-82A4-A8076663F31F}" sibTransId="{0FD00A1F-485D-4D21-A0A7-4B01B54AA0BF}"/>
    <dgm:cxn modelId="{C517CC4F-E046-44F1-A911-F4DF5769A18E}" type="presOf" srcId="{4D0462BF-8414-4027-B376-E72F7CEA7B22}" destId="{AE4E6C18-E6D6-4E33-A034-4111BF19BA14}" srcOrd="0" destOrd="0" presId="urn:microsoft.com/office/officeart/2005/8/layout/vList2"/>
    <dgm:cxn modelId="{C6332C7C-DC24-4F79-8E4D-E5040266DC0F}" srcId="{CC622441-B7CC-488A-917C-1197152F0B4B}" destId="{818EE42C-0FB1-449C-8746-6A7BA806C932}" srcOrd="0" destOrd="0" parTransId="{BFB09D23-EE31-4A59-8CC8-5DCB20214B8E}" sibTransId="{05519099-5EED-4ACE-9FFB-C73E7155BA3E}"/>
    <dgm:cxn modelId="{781E1281-254C-4A11-9504-0904C69A2405}" type="presOf" srcId="{CC622441-B7CC-488A-917C-1197152F0B4B}" destId="{91893367-FA27-4EF1-B1DE-E5195C706DFE}" srcOrd="0" destOrd="0" presId="urn:microsoft.com/office/officeart/2005/8/layout/vList2"/>
    <dgm:cxn modelId="{1BD89EAB-69DC-442B-89B5-00BFE3C9584B}" type="presOf" srcId="{09D54E76-551D-4888-BE71-ECDB8A2705E0}" destId="{B04C1C07-3A5E-4738-BDAD-9BD17269A788}" srcOrd="0" destOrd="0" presId="urn:microsoft.com/office/officeart/2005/8/layout/vList2"/>
    <dgm:cxn modelId="{24ACA9B6-FB77-4644-9640-7A1AD459293B}" type="presOf" srcId="{818EE42C-0FB1-449C-8746-6A7BA806C932}" destId="{678BA3F2-0A06-4F91-A797-8CB06B245AA5}" srcOrd="0" destOrd="0" presId="urn:microsoft.com/office/officeart/2005/8/layout/vList2"/>
    <dgm:cxn modelId="{5D9E71BE-6CF4-4B5D-B9D4-1DC01F20EC6C}" srcId="{09D54E76-551D-4888-BE71-ECDB8A2705E0}" destId="{ADA166DD-6B05-429E-A3D1-BA81F461FB78}" srcOrd="2" destOrd="0" parTransId="{6AF49BC7-74D3-4E26-98FE-32CA1EE0D310}" sibTransId="{ED7E7AC5-C26D-4E39-9D1A-B33CF411E51B}"/>
    <dgm:cxn modelId="{591C34CE-0883-4D7A-A85E-1EE1E0E5E107}" srcId="{4D0462BF-8414-4027-B376-E72F7CEA7B22}" destId="{8C061876-A67C-45B3-AB93-7ACA5E9B11B3}" srcOrd="0" destOrd="0" parTransId="{20FBC373-71CB-447D-B5B2-9A2371ACFAEE}" sibTransId="{692EA5B3-807A-4453-9FFA-19DDFF70FA1F}"/>
    <dgm:cxn modelId="{778722AD-BFE0-47DB-BD5F-FA23567E0ADE}" type="presParOf" srcId="{B04C1C07-3A5E-4738-BDAD-9BD17269A788}" destId="{AE4E6C18-E6D6-4E33-A034-4111BF19BA14}" srcOrd="0" destOrd="0" presId="urn:microsoft.com/office/officeart/2005/8/layout/vList2"/>
    <dgm:cxn modelId="{D2F9565D-580B-45A6-A929-FC814514480E}" type="presParOf" srcId="{B04C1C07-3A5E-4738-BDAD-9BD17269A788}" destId="{7C94761F-CF65-40C8-AD80-41D2AB3C4E9F}" srcOrd="1" destOrd="0" presId="urn:microsoft.com/office/officeart/2005/8/layout/vList2"/>
    <dgm:cxn modelId="{E724758B-855E-45C5-B7E4-D924EA7C88F5}" type="presParOf" srcId="{B04C1C07-3A5E-4738-BDAD-9BD17269A788}" destId="{91893367-FA27-4EF1-B1DE-E5195C706DFE}" srcOrd="2" destOrd="0" presId="urn:microsoft.com/office/officeart/2005/8/layout/vList2"/>
    <dgm:cxn modelId="{D4C24538-5D86-45D2-803A-FFFF868D6294}" type="presParOf" srcId="{B04C1C07-3A5E-4738-BDAD-9BD17269A788}" destId="{678BA3F2-0A06-4F91-A797-8CB06B245AA5}" srcOrd="3" destOrd="0" presId="urn:microsoft.com/office/officeart/2005/8/layout/vList2"/>
    <dgm:cxn modelId="{074570EF-B600-497E-B79F-FAA39292965E}" type="presParOf" srcId="{B04C1C07-3A5E-4738-BDAD-9BD17269A788}" destId="{34F7BF6C-1D2E-4779-81DC-6737825EE20F}" srcOrd="4" destOrd="0" presId="urn:microsoft.com/office/officeart/2005/8/layout/vList2"/>
    <dgm:cxn modelId="{B2BB4A90-15A3-457B-86E5-802FFCA5E10F}" type="presParOf" srcId="{B04C1C07-3A5E-4738-BDAD-9BD17269A788}" destId="{8361DC1F-00EE-4BAC-8467-20819742CAB2}"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A49670-A754-43A7-A9BB-EDFC3D1D4CDD}">
      <dsp:nvSpPr>
        <dsp:cNvPr id="0" name=""/>
        <dsp:cNvSpPr/>
      </dsp:nvSpPr>
      <dsp:spPr>
        <a:xfrm>
          <a:off x="0" y="31613"/>
          <a:ext cx="8229600" cy="575639"/>
        </a:xfrm>
        <a:prstGeom prst="roundRect">
          <a:avLst/>
        </a:prstGeom>
        <a:solidFill>
          <a:schemeClr val="tx1">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Task Force Members</a:t>
          </a:r>
        </a:p>
      </dsp:txBody>
      <dsp:txXfrm>
        <a:off x="28100" y="59713"/>
        <a:ext cx="8173400" cy="519439"/>
      </dsp:txXfrm>
    </dsp:sp>
    <dsp:sp modelId="{BB4EB8FC-AA89-4C93-B3ED-EE7DAABA7461}">
      <dsp:nvSpPr>
        <dsp:cNvPr id="0" name=""/>
        <dsp:cNvSpPr/>
      </dsp:nvSpPr>
      <dsp:spPr>
        <a:xfrm>
          <a:off x="0" y="607253"/>
          <a:ext cx="8229600" cy="13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t>Eric Turner</a:t>
          </a:r>
        </a:p>
        <a:p>
          <a:pPr marL="171450" lvl="1" indent="-171450" algn="l" defTabSz="844550">
            <a:lnSpc>
              <a:spcPct val="90000"/>
            </a:lnSpc>
            <a:spcBef>
              <a:spcPct val="0"/>
            </a:spcBef>
            <a:spcAft>
              <a:spcPct val="20000"/>
            </a:spcAft>
            <a:buChar char="•"/>
          </a:pPr>
          <a:r>
            <a:rPr lang="en-US" sz="1900" kern="1200" dirty="0"/>
            <a:t>Isabelle Tracq-Sengeissen</a:t>
          </a:r>
        </a:p>
        <a:p>
          <a:pPr marL="171450" lvl="1" indent="-171450" algn="l" defTabSz="844550">
            <a:lnSpc>
              <a:spcPct val="90000"/>
            </a:lnSpc>
            <a:spcBef>
              <a:spcPct val="0"/>
            </a:spcBef>
            <a:spcAft>
              <a:spcPct val="20000"/>
            </a:spcAft>
            <a:buChar char="•"/>
          </a:pPr>
          <a:r>
            <a:rPr lang="en-US" sz="1900" kern="1200" dirty="0"/>
            <a:t>Viviene Bauer</a:t>
          </a:r>
        </a:p>
        <a:p>
          <a:pPr marL="171450" lvl="1" indent="-171450" algn="l" defTabSz="844550">
            <a:lnSpc>
              <a:spcPct val="90000"/>
            </a:lnSpc>
            <a:spcBef>
              <a:spcPct val="0"/>
            </a:spcBef>
            <a:spcAft>
              <a:spcPct val="20000"/>
            </a:spcAft>
            <a:buChar char="•"/>
          </a:pPr>
          <a:r>
            <a:rPr lang="en-US" sz="1900" kern="1200" dirty="0"/>
            <a:t>Roger Simnett</a:t>
          </a:r>
        </a:p>
      </dsp:txBody>
      <dsp:txXfrm>
        <a:off x="0" y="607253"/>
        <a:ext cx="8229600" cy="1316520"/>
      </dsp:txXfrm>
    </dsp:sp>
    <dsp:sp modelId="{DCA941AB-3DF9-4B2E-BEC4-83890E5947E8}">
      <dsp:nvSpPr>
        <dsp:cNvPr id="0" name=""/>
        <dsp:cNvSpPr/>
      </dsp:nvSpPr>
      <dsp:spPr>
        <a:xfrm>
          <a:off x="0" y="1923774"/>
          <a:ext cx="8229600" cy="575639"/>
        </a:xfrm>
        <a:prstGeom prst="roundRect">
          <a:avLst/>
        </a:prstGeom>
        <a:solidFill>
          <a:schemeClr val="tx1">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Staff</a:t>
          </a:r>
        </a:p>
      </dsp:txBody>
      <dsp:txXfrm>
        <a:off x="28100" y="1951874"/>
        <a:ext cx="8173400" cy="519439"/>
      </dsp:txXfrm>
    </dsp:sp>
    <dsp:sp modelId="{6B2D891E-581A-43F1-91CA-729ACA455256}">
      <dsp:nvSpPr>
        <dsp:cNvPr id="0" name=""/>
        <dsp:cNvSpPr/>
      </dsp:nvSpPr>
      <dsp:spPr>
        <a:xfrm>
          <a:off x="0" y="2499414"/>
          <a:ext cx="8229600" cy="6582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t>Phil Minnaar</a:t>
          </a:r>
        </a:p>
        <a:p>
          <a:pPr marL="171450" lvl="1" indent="-171450" algn="l" defTabSz="844550">
            <a:lnSpc>
              <a:spcPct val="90000"/>
            </a:lnSpc>
            <a:spcBef>
              <a:spcPct val="0"/>
            </a:spcBef>
            <a:spcAft>
              <a:spcPct val="20000"/>
            </a:spcAft>
            <a:buChar char="•"/>
          </a:pPr>
          <a:r>
            <a:rPr lang="en-US" sz="1900" kern="1200" dirty="0"/>
            <a:t>Chi Ho Ng</a:t>
          </a:r>
        </a:p>
      </dsp:txBody>
      <dsp:txXfrm>
        <a:off x="0" y="2499414"/>
        <a:ext cx="8229600" cy="6582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A49670-A754-43A7-A9BB-EDFC3D1D4CDD}">
      <dsp:nvSpPr>
        <dsp:cNvPr id="0" name=""/>
        <dsp:cNvSpPr/>
      </dsp:nvSpPr>
      <dsp:spPr>
        <a:xfrm>
          <a:off x="0" y="66781"/>
          <a:ext cx="8229600" cy="647595"/>
        </a:xfrm>
        <a:prstGeom prst="roundRect">
          <a:avLst/>
        </a:prstGeom>
        <a:solidFill>
          <a:schemeClr val="tx1">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Task Force Activities since August 2019</a:t>
          </a:r>
        </a:p>
      </dsp:txBody>
      <dsp:txXfrm>
        <a:off x="31613" y="98394"/>
        <a:ext cx="8166374" cy="584369"/>
      </dsp:txXfrm>
    </dsp:sp>
    <dsp:sp modelId="{BB4EB8FC-AA89-4C93-B3ED-EE7DAABA7461}">
      <dsp:nvSpPr>
        <dsp:cNvPr id="0" name=""/>
        <dsp:cNvSpPr/>
      </dsp:nvSpPr>
      <dsp:spPr>
        <a:xfrm>
          <a:off x="0" y="714376"/>
          <a:ext cx="8229600" cy="447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dirty="0"/>
            <a:t>2 in-person meetings and 1 teleconference</a:t>
          </a:r>
        </a:p>
      </dsp:txBody>
      <dsp:txXfrm>
        <a:off x="0" y="714376"/>
        <a:ext cx="8229600" cy="447120"/>
      </dsp:txXfrm>
    </dsp:sp>
    <dsp:sp modelId="{DCA941AB-3DF9-4B2E-BEC4-83890E5947E8}">
      <dsp:nvSpPr>
        <dsp:cNvPr id="0" name=""/>
        <dsp:cNvSpPr/>
      </dsp:nvSpPr>
      <dsp:spPr>
        <a:xfrm>
          <a:off x="0" y="1161496"/>
          <a:ext cx="8229600" cy="647595"/>
        </a:xfrm>
        <a:prstGeom prst="roundRect">
          <a:avLst/>
        </a:prstGeom>
        <a:solidFill>
          <a:schemeClr val="tx1">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Outreach</a:t>
          </a:r>
        </a:p>
      </dsp:txBody>
      <dsp:txXfrm>
        <a:off x="31613" y="1193109"/>
        <a:ext cx="8166374" cy="584369"/>
      </dsp:txXfrm>
    </dsp:sp>
    <dsp:sp modelId="{6B2D891E-581A-43F1-91CA-729ACA455256}">
      <dsp:nvSpPr>
        <dsp:cNvPr id="0" name=""/>
        <dsp:cNvSpPr/>
      </dsp:nvSpPr>
      <dsp:spPr>
        <a:xfrm>
          <a:off x="0" y="1809091"/>
          <a:ext cx="8229600" cy="13134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dirty="0"/>
            <a:t>The Task Force Chair provided an update to the IAASB’s Consultative Advisory Group in September 2019</a:t>
          </a:r>
        </a:p>
        <a:p>
          <a:pPr marL="228600" lvl="1" indent="-228600" algn="l" defTabSz="933450">
            <a:lnSpc>
              <a:spcPct val="90000"/>
            </a:lnSpc>
            <a:spcBef>
              <a:spcPct val="0"/>
            </a:spcBef>
            <a:spcAft>
              <a:spcPct val="20000"/>
            </a:spcAft>
            <a:buChar char="•"/>
          </a:pPr>
          <a:r>
            <a:rPr lang="en-US" sz="2100" kern="1200" dirty="0"/>
            <a:t>IAASB staff provided an update to the Small and Medium Practices Committee meeting in October 2019</a:t>
          </a:r>
        </a:p>
      </dsp:txBody>
      <dsp:txXfrm>
        <a:off x="0" y="1809091"/>
        <a:ext cx="8229600" cy="13134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A49670-A754-43A7-A9BB-EDFC3D1D4CDD}">
      <dsp:nvSpPr>
        <dsp:cNvPr id="0" name=""/>
        <dsp:cNvSpPr/>
      </dsp:nvSpPr>
      <dsp:spPr>
        <a:xfrm>
          <a:off x="0" y="60947"/>
          <a:ext cx="8229600" cy="455715"/>
        </a:xfrm>
        <a:prstGeom prst="roundRect">
          <a:avLst/>
        </a:prstGeom>
        <a:solidFill>
          <a:schemeClr val="tx1">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Professional Judgment</a:t>
          </a:r>
        </a:p>
      </dsp:txBody>
      <dsp:txXfrm>
        <a:off x="22246" y="83193"/>
        <a:ext cx="8185108" cy="411223"/>
      </dsp:txXfrm>
    </dsp:sp>
    <dsp:sp modelId="{FBA4B603-C2CC-4E32-8F10-AF6D954ADE9D}">
      <dsp:nvSpPr>
        <dsp:cNvPr id="0" name=""/>
        <dsp:cNvSpPr/>
      </dsp:nvSpPr>
      <dsp:spPr>
        <a:xfrm>
          <a:off x="0" y="516662"/>
          <a:ext cx="8229600" cy="7276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t>General agreement that professional judgment is limited in an AUP engagement</a:t>
          </a:r>
        </a:p>
        <a:p>
          <a:pPr marL="114300" lvl="1" indent="-114300" algn="l" defTabSz="666750">
            <a:lnSpc>
              <a:spcPct val="90000"/>
            </a:lnSpc>
            <a:spcBef>
              <a:spcPct val="0"/>
            </a:spcBef>
            <a:spcAft>
              <a:spcPct val="20000"/>
            </a:spcAft>
            <a:buChar char="•"/>
          </a:pPr>
          <a:r>
            <a:rPr lang="en-US" sz="1500" kern="1200" dirty="0"/>
            <a:t>Discomfort with wording suggesting that professional judgment can be “switched off” when performing procedures</a:t>
          </a:r>
        </a:p>
      </dsp:txBody>
      <dsp:txXfrm>
        <a:off x="0" y="516662"/>
        <a:ext cx="8229600" cy="727605"/>
      </dsp:txXfrm>
    </dsp:sp>
    <dsp:sp modelId="{AA425136-1A3D-40E6-9DE9-A2FA8807D8C0}">
      <dsp:nvSpPr>
        <dsp:cNvPr id="0" name=""/>
        <dsp:cNvSpPr/>
      </dsp:nvSpPr>
      <dsp:spPr>
        <a:xfrm>
          <a:off x="0" y="1244267"/>
          <a:ext cx="8229600" cy="455715"/>
        </a:xfrm>
        <a:prstGeom prst="round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Independence</a:t>
          </a:r>
        </a:p>
      </dsp:txBody>
      <dsp:txXfrm>
        <a:off x="22246" y="1266513"/>
        <a:ext cx="8185108" cy="411223"/>
      </dsp:txXfrm>
    </dsp:sp>
    <dsp:sp modelId="{6D33D790-CC26-4E98-A864-C053DB1CC4D3}">
      <dsp:nvSpPr>
        <dsp:cNvPr id="0" name=""/>
        <dsp:cNvSpPr/>
      </dsp:nvSpPr>
      <dsp:spPr>
        <a:xfrm>
          <a:off x="0" y="1699982"/>
          <a:ext cx="8229600" cy="2123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t>Most representatives agreed with not requiring independence to be a precondition for an AUP engagement. Reasons in support of this position included:</a:t>
          </a:r>
        </a:p>
        <a:p>
          <a:pPr marL="228600" lvl="2" indent="-114300" algn="l" defTabSz="666750">
            <a:lnSpc>
              <a:spcPct val="90000"/>
            </a:lnSpc>
            <a:spcBef>
              <a:spcPct val="0"/>
            </a:spcBef>
            <a:spcAft>
              <a:spcPct val="20000"/>
            </a:spcAft>
            <a:buFont typeface="Courier New" panose="02070309020205020404" pitchFamily="49" charset="0"/>
            <a:buChar char="o"/>
          </a:pPr>
          <a:r>
            <a:rPr lang="en-US" sz="1500" kern="1200" dirty="0"/>
            <a:t>Independence may not be essential (or relevant) in many circumstances</a:t>
          </a:r>
        </a:p>
        <a:p>
          <a:pPr marL="228600" lvl="2" indent="-114300" algn="l" defTabSz="666750">
            <a:lnSpc>
              <a:spcPct val="90000"/>
            </a:lnSpc>
            <a:spcBef>
              <a:spcPct val="0"/>
            </a:spcBef>
            <a:spcAft>
              <a:spcPct val="20000"/>
            </a:spcAft>
            <a:buFont typeface="Courier New" panose="02070309020205020404" pitchFamily="49" charset="0"/>
            <a:buChar char="o"/>
          </a:pPr>
          <a:r>
            <a:rPr lang="en-US" sz="1500" kern="1200" dirty="0"/>
            <a:t>It is not possible to determine that the practitioner is not independent in the absence of an independence framework</a:t>
          </a:r>
        </a:p>
        <a:p>
          <a:pPr marL="114300" lvl="1" indent="-114300" algn="l" defTabSz="666750">
            <a:lnSpc>
              <a:spcPct val="90000"/>
            </a:lnSpc>
            <a:spcBef>
              <a:spcPct val="0"/>
            </a:spcBef>
            <a:spcAft>
              <a:spcPct val="20000"/>
            </a:spcAft>
            <a:buChar char="•"/>
          </a:pPr>
          <a:r>
            <a:rPr lang="en-US" sz="1500" kern="1200" dirty="0"/>
            <a:t>A few representatives were of the view that independence should be a precondition for an AUP engagement. Reason in support of this position included:</a:t>
          </a:r>
        </a:p>
        <a:p>
          <a:pPr marL="228600" lvl="2" indent="-114300" algn="l" defTabSz="666750" rtl="0">
            <a:lnSpc>
              <a:spcPct val="90000"/>
            </a:lnSpc>
            <a:spcBef>
              <a:spcPct val="0"/>
            </a:spcBef>
            <a:spcAft>
              <a:spcPct val="20000"/>
            </a:spcAft>
            <a:buFont typeface="Courier New" panose="02070309020205020404" pitchFamily="49" charset="0"/>
            <a:buChar char="o"/>
          </a:pPr>
          <a:r>
            <a:rPr lang="en-US" sz="1500" kern="1200" dirty="0"/>
            <a:t>The general public may presume that the practitioner is independent</a:t>
          </a:r>
          <a:r>
            <a:rPr lang="en-US" sz="1500" kern="1200" dirty="0">
              <a:latin typeface="Calibri"/>
            </a:rPr>
            <a:t> when the practitioner is the auditor</a:t>
          </a:r>
          <a:endParaRPr lang="en-US" sz="1500" kern="1200" dirty="0"/>
        </a:p>
      </dsp:txBody>
      <dsp:txXfrm>
        <a:off x="0" y="1699982"/>
        <a:ext cx="8229600" cy="21238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A49670-A754-43A7-A9BB-EDFC3D1D4CDD}">
      <dsp:nvSpPr>
        <dsp:cNvPr id="0" name=""/>
        <dsp:cNvSpPr/>
      </dsp:nvSpPr>
      <dsp:spPr>
        <a:xfrm>
          <a:off x="0" y="109142"/>
          <a:ext cx="8229600" cy="527670"/>
        </a:xfrm>
        <a:prstGeom prst="roundRect">
          <a:avLst/>
        </a:prstGeom>
        <a:solidFill>
          <a:schemeClr val="tx1">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Independence</a:t>
          </a:r>
        </a:p>
      </dsp:txBody>
      <dsp:txXfrm>
        <a:off x="25759" y="134901"/>
        <a:ext cx="8178082" cy="476152"/>
      </dsp:txXfrm>
    </dsp:sp>
    <dsp:sp modelId="{FBA4B603-C2CC-4E32-8F10-AF6D954ADE9D}">
      <dsp:nvSpPr>
        <dsp:cNvPr id="0" name=""/>
        <dsp:cNvSpPr/>
      </dsp:nvSpPr>
      <dsp:spPr>
        <a:xfrm>
          <a:off x="0" y="636812"/>
          <a:ext cx="8229600" cy="774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“We support the view that proposed ISRS 4400 (Revised) should not require the practitioner to be independent or require the practitioner to determine independence.”</a:t>
          </a:r>
        </a:p>
      </dsp:txBody>
      <dsp:txXfrm>
        <a:off x="0" y="636812"/>
        <a:ext cx="8229600" cy="774180"/>
      </dsp:txXfrm>
    </dsp:sp>
    <dsp:sp modelId="{35DA90FA-04EA-4D47-821C-9B9821339904}">
      <dsp:nvSpPr>
        <dsp:cNvPr id="0" name=""/>
        <dsp:cNvSpPr/>
      </dsp:nvSpPr>
      <dsp:spPr>
        <a:xfrm>
          <a:off x="0" y="1410992"/>
          <a:ext cx="8229600" cy="527670"/>
        </a:xfrm>
        <a:prstGeom prst="round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Professional Judgment (PJ)</a:t>
          </a:r>
        </a:p>
      </dsp:txBody>
      <dsp:txXfrm>
        <a:off x="25759" y="1436751"/>
        <a:ext cx="8178082" cy="476152"/>
      </dsp:txXfrm>
    </dsp:sp>
    <dsp:sp modelId="{41246052-36EC-4262-9C95-77FA3760CD4C}">
      <dsp:nvSpPr>
        <dsp:cNvPr id="0" name=""/>
        <dsp:cNvSpPr/>
      </dsp:nvSpPr>
      <dsp:spPr>
        <a:xfrm>
          <a:off x="0" y="1938663"/>
          <a:ext cx="8229600" cy="5350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“We also support the Board’s view that the practitioner exercises PJ throughout an AUP engagement, acknowledging that it may be limited when performing AUPs.”</a:t>
          </a:r>
        </a:p>
      </dsp:txBody>
      <dsp:txXfrm>
        <a:off x="0" y="1938663"/>
        <a:ext cx="8229600" cy="535095"/>
      </dsp:txXfrm>
    </dsp:sp>
    <dsp:sp modelId="{AA425136-1A3D-40E6-9DE9-A2FA8807D8C0}">
      <dsp:nvSpPr>
        <dsp:cNvPr id="0" name=""/>
        <dsp:cNvSpPr/>
      </dsp:nvSpPr>
      <dsp:spPr>
        <a:xfrm>
          <a:off x="0" y="2473758"/>
          <a:ext cx="8229600" cy="527670"/>
        </a:xfrm>
        <a:prstGeom prst="round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Effective Date</a:t>
          </a:r>
        </a:p>
      </dsp:txBody>
      <dsp:txXfrm>
        <a:off x="25759" y="2499517"/>
        <a:ext cx="8178082" cy="476152"/>
      </dsp:txXfrm>
    </dsp:sp>
    <dsp:sp modelId="{6D33D790-CC26-4E98-A864-C053DB1CC4D3}">
      <dsp:nvSpPr>
        <dsp:cNvPr id="0" name=""/>
        <dsp:cNvSpPr/>
      </dsp:nvSpPr>
      <dsp:spPr>
        <a:xfrm>
          <a:off x="0" y="3001428"/>
          <a:ext cx="8229600" cy="774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“The SMPC is supportive of the IAASB approving the revised standard and an effective date for AUP engagements for which the terms of engagement are agreed as on, or after, December 31, 2021.”</a:t>
          </a:r>
        </a:p>
      </dsp:txBody>
      <dsp:txXfrm>
        <a:off x="0" y="3001428"/>
        <a:ext cx="8229600" cy="7741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A49670-A754-43A7-A9BB-EDFC3D1D4CDD}">
      <dsp:nvSpPr>
        <dsp:cNvPr id="0" name=""/>
        <dsp:cNvSpPr/>
      </dsp:nvSpPr>
      <dsp:spPr>
        <a:xfrm>
          <a:off x="0" y="11875"/>
          <a:ext cx="8229600" cy="719549"/>
        </a:xfrm>
        <a:prstGeom prst="roundRect">
          <a:avLst/>
        </a:prstGeom>
        <a:solidFill>
          <a:schemeClr val="tx1">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IAASB-IESBA liaison member and IESBA staff</a:t>
          </a:r>
        </a:p>
      </dsp:txBody>
      <dsp:txXfrm>
        <a:off x="35125" y="47000"/>
        <a:ext cx="8159350" cy="649299"/>
      </dsp:txXfrm>
    </dsp:sp>
    <dsp:sp modelId="{FBA4B603-C2CC-4E32-8F10-AF6D954ADE9D}">
      <dsp:nvSpPr>
        <dsp:cNvPr id="0" name=""/>
        <dsp:cNvSpPr/>
      </dsp:nvSpPr>
      <dsp:spPr>
        <a:xfrm>
          <a:off x="0" y="731425"/>
          <a:ext cx="8229600" cy="1366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8100" rIns="213360" bIns="38100" numCol="1" spcCol="1270" anchor="t" anchorCtr="0">
          <a:noAutofit/>
        </a:bodyPr>
        <a:lstStyle/>
        <a:p>
          <a:pPr marL="228600" lvl="1" indent="-228600" algn="l" defTabSz="1022350" rtl="0">
            <a:lnSpc>
              <a:spcPct val="90000"/>
            </a:lnSpc>
            <a:spcBef>
              <a:spcPct val="0"/>
            </a:spcBef>
            <a:spcAft>
              <a:spcPct val="20000"/>
            </a:spcAft>
            <a:buChar char="•"/>
          </a:pPr>
          <a:r>
            <a:rPr lang="en-US" sz="2300" kern="1200" dirty="0"/>
            <a:t>Agreement with the Task Force’s proposed definitions of professional judgment, references to relevant ethical requirements, and requirements and application </a:t>
          </a:r>
          <a:r>
            <a:rPr lang="en-US" sz="2300" kern="1200" dirty="0">
              <a:latin typeface="Calibri"/>
            </a:rPr>
            <a:t>material relating </a:t>
          </a:r>
          <a:r>
            <a:rPr lang="en-US" sz="2300" kern="1200" dirty="0"/>
            <a:t>to independence</a:t>
          </a:r>
          <a:r>
            <a:rPr lang="en-US" sz="2300" kern="1200" dirty="0">
              <a:latin typeface="Calibri"/>
            </a:rPr>
            <a:t> </a:t>
          </a:r>
          <a:endParaRPr lang="en-US" sz="2300" kern="1200" dirty="0"/>
        </a:p>
      </dsp:txBody>
      <dsp:txXfrm>
        <a:off x="0" y="731425"/>
        <a:ext cx="8229600" cy="1366200"/>
      </dsp:txXfrm>
    </dsp:sp>
    <dsp:sp modelId="{AA425136-1A3D-40E6-9DE9-A2FA8807D8C0}">
      <dsp:nvSpPr>
        <dsp:cNvPr id="0" name=""/>
        <dsp:cNvSpPr/>
      </dsp:nvSpPr>
      <dsp:spPr>
        <a:xfrm>
          <a:off x="0" y="2097625"/>
          <a:ext cx="8229600" cy="719549"/>
        </a:xfrm>
        <a:prstGeom prst="round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IESBA meeting on December 4</a:t>
          </a:r>
        </a:p>
      </dsp:txBody>
      <dsp:txXfrm>
        <a:off x="35125" y="2132750"/>
        <a:ext cx="8159350" cy="649299"/>
      </dsp:txXfrm>
    </dsp:sp>
    <dsp:sp modelId="{6D33D790-CC26-4E98-A864-C053DB1CC4D3}">
      <dsp:nvSpPr>
        <dsp:cNvPr id="0" name=""/>
        <dsp:cNvSpPr/>
      </dsp:nvSpPr>
      <dsp:spPr>
        <a:xfrm>
          <a:off x="0" y="2817175"/>
          <a:ext cx="8229600" cy="1055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n-US" sz="2300" kern="1200" dirty="0"/>
            <a:t>Unanimous agreement with the Task Force’s proposed approach to independence and the proposed requirements and application material relating to independence</a:t>
          </a:r>
        </a:p>
      </dsp:txBody>
      <dsp:txXfrm>
        <a:off x="0" y="2817175"/>
        <a:ext cx="8229600" cy="10557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361C68-A528-4DE6-9468-60AA8CB0FA18}">
      <dsp:nvSpPr>
        <dsp:cNvPr id="0" name=""/>
        <dsp:cNvSpPr/>
      </dsp:nvSpPr>
      <dsp:spPr>
        <a:xfrm>
          <a:off x="0" y="16488"/>
          <a:ext cx="8229600" cy="455715"/>
        </a:xfrm>
        <a:prstGeom prst="roundRect">
          <a:avLst/>
        </a:prstGeom>
        <a:solidFill>
          <a:schemeClr val="tx1">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Effective Date</a:t>
          </a:r>
        </a:p>
      </dsp:txBody>
      <dsp:txXfrm>
        <a:off x="22246" y="38734"/>
        <a:ext cx="8185108" cy="411223"/>
      </dsp:txXfrm>
    </dsp:sp>
    <dsp:sp modelId="{7741C814-2539-43C7-A8F3-439D849ED6DA}">
      <dsp:nvSpPr>
        <dsp:cNvPr id="0" name=""/>
        <dsp:cNvSpPr/>
      </dsp:nvSpPr>
      <dsp:spPr>
        <a:xfrm>
          <a:off x="0" y="472203"/>
          <a:ext cx="8229600" cy="314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t>Potentially lengthy implementation of ISRS 4400 (Revised)</a:t>
          </a:r>
        </a:p>
      </dsp:txBody>
      <dsp:txXfrm>
        <a:off x="0" y="472203"/>
        <a:ext cx="8229600" cy="314640"/>
      </dsp:txXfrm>
    </dsp:sp>
    <dsp:sp modelId="{1FA49670-A754-43A7-A9BB-EDFC3D1D4CDD}">
      <dsp:nvSpPr>
        <dsp:cNvPr id="0" name=""/>
        <dsp:cNvSpPr/>
      </dsp:nvSpPr>
      <dsp:spPr>
        <a:xfrm>
          <a:off x="0" y="786843"/>
          <a:ext cx="8229600" cy="455715"/>
        </a:xfrm>
        <a:prstGeom prst="roundRect">
          <a:avLst/>
        </a:prstGeom>
        <a:solidFill>
          <a:schemeClr val="tx1">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Definition of Practitioner’s Expert</a:t>
          </a:r>
        </a:p>
      </dsp:txBody>
      <dsp:txXfrm>
        <a:off x="22246" y="809089"/>
        <a:ext cx="8185108" cy="411223"/>
      </dsp:txXfrm>
    </dsp:sp>
    <dsp:sp modelId="{FBA4B603-C2CC-4E32-8F10-AF6D954ADE9D}">
      <dsp:nvSpPr>
        <dsp:cNvPr id="0" name=""/>
        <dsp:cNvSpPr/>
      </dsp:nvSpPr>
      <dsp:spPr>
        <a:xfrm>
          <a:off x="0" y="1242558"/>
          <a:ext cx="8229600" cy="314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4130" rIns="135128" bIns="24130" numCol="1" spcCol="1270" anchor="t" anchorCtr="0">
          <a:noAutofit/>
        </a:bodyPr>
        <a:lstStyle/>
        <a:p>
          <a:pPr marL="114300" lvl="1" indent="-114300" algn="l" defTabSz="666750" rtl="0">
            <a:lnSpc>
              <a:spcPct val="90000"/>
            </a:lnSpc>
            <a:spcBef>
              <a:spcPct val="0"/>
            </a:spcBef>
            <a:spcAft>
              <a:spcPct val="20000"/>
            </a:spcAft>
            <a:buChar char="•"/>
          </a:pPr>
          <a:r>
            <a:rPr lang="en-US" sz="1500" kern="1200" dirty="0"/>
            <a:t>Expert’s field of expertise</a:t>
          </a:r>
        </a:p>
      </dsp:txBody>
      <dsp:txXfrm>
        <a:off x="0" y="1242558"/>
        <a:ext cx="8229600" cy="314640"/>
      </dsp:txXfrm>
    </dsp:sp>
    <dsp:sp modelId="{72BC9B26-B738-4063-AC96-B1C1B82E411D}">
      <dsp:nvSpPr>
        <dsp:cNvPr id="0" name=""/>
        <dsp:cNvSpPr/>
      </dsp:nvSpPr>
      <dsp:spPr>
        <a:xfrm>
          <a:off x="0" y="1557198"/>
          <a:ext cx="8229600" cy="455715"/>
        </a:xfrm>
        <a:prstGeom prst="round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Independence</a:t>
          </a:r>
        </a:p>
      </dsp:txBody>
      <dsp:txXfrm>
        <a:off x="22246" y="1579444"/>
        <a:ext cx="8185108" cy="411223"/>
      </dsp:txXfrm>
    </dsp:sp>
    <dsp:sp modelId="{B49822F4-835D-4D44-AAD1-2A73E19936DD}">
      <dsp:nvSpPr>
        <dsp:cNvPr id="0" name=""/>
        <dsp:cNvSpPr/>
      </dsp:nvSpPr>
      <dsp:spPr>
        <a:xfrm>
          <a:off x="0" y="2012913"/>
          <a:ext cx="8229600" cy="314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t>Clarification of para. A25A and A25B</a:t>
          </a:r>
        </a:p>
      </dsp:txBody>
      <dsp:txXfrm>
        <a:off x="0" y="2012913"/>
        <a:ext cx="8229600" cy="314640"/>
      </dsp:txXfrm>
    </dsp:sp>
    <dsp:sp modelId="{D4A1C70C-ECD3-4FA9-A217-42F7C81601EC}">
      <dsp:nvSpPr>
        <dsp:cNvPr id="0" name=""/>
        <dsp:cNvSpPr/>
      </dsp:nvSpPr>
      <dsp:spPr>
        <a:xfrm>
          <a:off x="0" y="2327553"/>
          <a:ext cx="8229600" cy="455715"/>
        </a:xfrm>
        <a:prstGeom prst="round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Explanation of Findings in the Engagement Letter and AUP Report</a:t>
          </a:r>
        </a:p>
      </dsp:txBody>
      <dsp:txXfrm>
        <a:off x="22246" y="2349799"/>
        <a:ext cx="8185108" cy="411223"/>
      </dsp:txXfrm>
    </dsp:sp>
    <dsp:sp modelId="{31CF8247-0905-4038-8413-FFB25293325A}">
      <dsp:nvSpPr>
        <dsp:cNvPr id="0" name=""/>
        <dsp:cNvSpPr/>
      </dsp:nvSpPr>
      <dsp:spPr>
        <a:xfrm>
          <a:off x="0" y="2783268"/>
          <a:ext cx="8229600" cy="314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t>Misinterpretation of “objectively verified”</a:t>
          </a:r>
        </a:p>
      </dsp:txBody>
      <dsp:txXfrm>
        <a:off x="0" y="2783268"/>
        <a:ext cx="8229600" cy="314640"/>
      </dsp:txXfrm>
    </dsp:sp>
    <dsp:sp modelId="{AA425136-1A3D-40E6-9DE9-A2FA8807D8C0}">
      <dsp:nvSpPr>
        <dsp:cNvPr id="0" name=""/>
        <dsp:cNvSpPr/>
      </dsp:nvSpPr>
      <dsp:spPr>
        <a:xfrm>
          <a:off x="0" y="3097908"/>
          <a:ext cx="8229600" cy="455715"/>
        </a:xfrm>
        <a:prstGeom prst="round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Quantitative Threshold</a:t>
          </a:r>
        </a:p>
      </dsp:txBody>
      <dsp:txXfrm>
        <a:off x="22246" y="3120154"/>
        <a:ext cx="8185108" cy="411223"/>
      </dsp:txXfrm>
    </dsp:sp>
    <dsp:sp modelId="{6D33D790-CC26-4E98-A864-C053DB1CC4D3}">
      <dsp:nvSpPr>
        <dsp:cNvPr id="0" name=""/>
        <dsp:cNvSpPr/>
      </dsp:nvSpPr>
      <dsp:spPr>
        <a:xfrm>
          <a:off x="0" y="3553623"/>
          <a:ext cx="8229600" cy="314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t>Application material that appear to be a requirement</a:t>
          </a:r>
        </a:p>
      </dsp:txBody>
      <dsp:txXfrm>
        <a:off x="0" y="3553623"/>
        <a:ext cx="8229600" cy="31464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4E6C18-E6D6-4E33-A034-4111BF19BA14}">
      <dsp:nvSpPr>
        <dsp:cNvPr id="0" name=""/>
        <dsp:cNvSpPr/>
      </dsp:nvSpPr>
      <dsp:spPr>
        <a:xfrm>
          <a:off x="0" y="13388"/>
          <a:ext cx="8229600" cy="623610"/>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Introduction</a:t>
          </a:r>
        </a:p>
      </dsp:txBody>
      <dsp:txXfrm>
        <a:off x="30442" y="43830"/>
        <a:ext cx="8168716" cy="562726"/>
      </dsp:txXfrm>
    </dsp:sp>
    <dsp:sp modelId="{7C94761F-CF65-40C8-AD80-41D2AB3C4E9F}">
      <dsp:nvSpPr>
        <dsp:cNvPr id="0" name=""/>
        <dsp:cNvSpPr/>
      </dsp:nvSpPr>
      <dsp:spPr>
        <a:xfrm>
          <a:off x="0" y="636998"/>
          <a:ext cx="82296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Para. 1-10, A1-A8</a:t>
          </a:r>
        </a:p>
      </dsp:txBody>
      <dsp:txXfrm>
        <a:off x="0" y="636998"/>
        <a:ext cx="8229600" cy="430560"/>
      </dsp:txXfrm>
    </dsp:sp>
    <dsp:sp modelId="{91893367-FA27-4EF1-B1DE-E5195C706DFE}">
      <dsp:nvSpPr>
        <dsp:cNvPr id="0" name=""/>
        <dsp:cNvSpPr/>
      </dsp:nvSpPr>
      <dsp:spPr>
        <a:xfrm>
          <a:off x="0" y="1067558"/>
          <a:ext cx="8229600" cy="623610"/>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Effective Date</a:t>
          </a:r>
        </a:p>
      </dsp:txBody>
      <dsp:txXfrm>
        <a:off x="30442" y="1098000"/>
        <a:ext cx="8168716" cy="562726"/>
      </dsp:txXfrm>
    </dsp:sp>
    <dsp:sp modelId="{678BA3F2-0A06-4F91-A797-8CB06B245AA5}">
      <dsp:nvSpPr>
        <dsp:cNvPr id="0" name=""/>
        <dsp:cNvSpPr/>
      </dsp:nvSpPr>
      <dsp:spPr>
        <a:xfrm>
          <a:off x="0" y="1691169"/>
          <a:ext cx="82296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Para. 11 and Footnote 1 – see handout</a:t>
          </a:r>
        </a:p>
      </dsp:txBody>
      <dsp:txXfrm>
        <a:off x="0" y="1691169"/>
        <a:ext cx="8229600" cy="430560"/>
      </dsp:txXfrm>
    </dsp:sp>
    <dsp:sp modelId="{34F7BF6C-1D2E-4779-81DC-6737825EE20F}">
      <dsp:nvSpPr>
        <dsp:cNvPr id="0" name=""/>
        <dsp:cNvSpPr/>
      </dsp:nvSpPr>
      <dsp:spPr>
        <a:xfrm>
          <a:off x="0" y="2121729"/>
          <a:ext cx="8229600" cy="623610"/>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Objectives and Definitions</a:t>
          </a:r>
        </a:p>
      </dsp:txBody>
      <dsp:txXfrm>
        <a:off x="30442" y="2152171"/>
        <a:ext cx="8168716" cy="562726"/>
      </dsp:txXfrm>
    </dsp:sp>
    <dsp:sp modelId="{8361DC1F-00EE-4BAC-8467-20819742CAB2}">
      <dsp:nvSpPr>
        <dsp:cNvPr id="0" name=""/>
        <dsp:cNvSpPr/>
      </dsp:nvSpPr>
      <dsp:spPr>
        <a:xfrm>
          <a:off x="0" y="2745339"/>
          <a:ext cx="82296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Para. 12-13, A8B-A11</a:t>
          </a:r>
        </a:p>
      </dsp:txBody>
      <dsp:txXfrm>
        <a:off x="0" y="2745339"/>
        <a:ext cx="8229600" cy="43056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4E6C18-E6D6-4E33-A034-4111BF19BA14}">
      <dsp:nvSpPr>
        <dsp:cNvPr id="0" name=""/>
        <dsp:cNvSpPr/>
      </dsp:nvSpPr>
      <dsp:spPr>
        <a:xfrm>
          <a:off x="0" y="13388"/>
          <a:ext cx="8229600" cy="623610"/>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Conduct of an AUP Engagement</a:t>
          </a:r>
        </a:p>
      </dsp:txBody>
      <dsp:txXfrm>
        <a:off x="30442" y="43830"/>
        <a:ext cx="8168716" cy="562726"/>
      </dsp:txXfrm>
    </dsp:sp>
    <dsp:sp modelId="{7C94761F-CF65-40C8-AD80-41D2AB3C4E9F}">
      <dsp:nvSpPr>
        <dsp:cNvPr id="0" name=""/>
        <dsp:cNvSpPr/>
      </dsp:nvSpPr>
      <dsp:spPr>
        <a:xfrm>
          <a:off x="0" y="636998"/>
          <a:ext cx="82296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Para. 14-16</a:t>
          </a:r>
        </a:p>
      </dsp:txBody>
      <dsp:txXfrm>
        <a:off x="0" y="636998"/>
        <a:ext cx="8229600" cy="430560"/>
      </dsp:txXfrm>
    </dsp:sp>
    <dsp:sp modelId="{91893367-FA27-4EF1-B1DE-E5195C706DFE}">
      <dsp:nvSpPr>
        <dsp:cNvPr id="0" name=""/>
        <dsp:cNvSpPr/>
      </dsp:nvSpPr>
      <dsp:spPr>
        <a:xfrm>
          <a:off x="0" y="1067558"/>
          <a:ext cx="8229600" cy="623610"/>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Relevant Ethical Requirements</a:t>
          </a:r>
        </a:p>
      </dsp:txBody>
      <dsp:txXfrm>
        <a:off x="30442" y="1098000"/>
        <a:ext cx="8168716" cy="562726"/>
      </dsp:txXfrm>
    </dsp:sp>
    <dsp:sp modelId="{678BA3F2-0A06-4F91-A797-8CB06B245AA5}">
      <dsp:nvSpPr>
        <dsp:cNvPr id="0" name=""/>
        <dsp:cNvSpPr/>
      </dsp:nvSpPr>
      <dsp:spPr>
        <a:xfrm>
          <a:off x="0" y="1691169"/>
          <a:ext cx="82296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Para. 17, A12-A13G</a:t>
          </a:r>
        </a:p>
      </dsp:txBody>
      <dsp:txXfrm>
        <a:off x="0" y="1691169"/>
        <a:ext cx="8229600" cy="430560"/>
      </dsp:txXfrm>
    </dsp:sp>
    <dsp:sp modelId="{34F7BF6C-1D2E-4779-81DC-6737825EE20F}">
      <dsp:nvSpPr>
        <dsp:cNvPr id="0" name=""/>
        <dsp:cNvSpPr/>
      </dsp:nvSpPr>
      <dsp:spPr>
        <a:xfrm>
          <a:off x="0" y="2121729"/>
          <a:ext cx="8229600" cy="623610"/>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Professional Judgment</a:t>
          </a:r>
        </a:p>
      </dsp:txBody>
      <dsp:txXfrm>
        <a:off x="30442" y="2152171"/>
        <a:ext cx="8168716" cy="562726"/>
      </dsp:txXfrm>
    </dsp:sp>
    <dsp:sp modelId="{8361DC1F-00EE-4BAC-8467-20819742CAB2}">
      <dsp:nvSpPr>
        <dsp:cNvPr id="0" name=""/>
        <dsp:cNvSpPr/>
      </dsp:nvSpPr>
      <dsp:spPr>
        <a:xfrm>
          <a:off x="0" y="2745339"/>
          <a:ext cx="82296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Para. 18, A14-A16A</a:t>
          </a:r>
        </a:p>
      </dsp:txBody>
      <dsp:txXfrm>
        <a:off x="0" y="2745339"/>
        <a:ext cx="8229600" cy="43056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4E6C18-E6D6-4E33-A034-4111BF19BA14}">
      <dsp:nvSpPr>
        <dsp:cNvPr id="0" name=""/>
        <dsp:cNvSpPr/>
      </dsp:nvSpPr>
      <dsp:spPr>
        <a:xfrm>
          <a:off x="0" y="21218"/>
          <a:ext cx="8229600" cy="479700"/>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Engagement Level Quality Control</a:t>
          </a:r>
        </a:p>
      </dsp:txBody>
      <dsp:txXfrm>
        <a:off x="23417" y="44635"/>
        <a:ext cx="8182766" cy="432866"/>
      </dsp:txXfrm>
    </dsp:sp>
    <dsp:sp modelId="{7C94761F-CF65-40C8-AD80-41D2AB3C4E9F}">
      <dsp:nvSpPr>
        <dsp:cNvPr id="0" name=""/>
        <dsp:cNvSpPr/>
      </dsp:nvSpPr>
      <dsp:spPr>
        <a:xfrm>
          <a:off x="0" y="500919"/>
          <a:ext cx="8229600" cy="331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Para. 17, A17-A19</a:t>
          </a:r>
        </a:p>
      </dsp:txBody>
      <dsp:txXfrm>
        <a:off x="0" y="500919"/>
        <a:ext cx="8229600" cy="331200"/>
      </dsp:txXfrm>
    </dsp:sp>
    <dsp:sp modelId="{91893367-FA27-4EF1-B1DE-E5195C706DFE}">
      <dsp:nvSpPr>
        <dsp:cNvPr id="0" name=""/>
        <dsp:cNvSpPr/>
      </dsp:nvSpPr>
      <dsp:spPr>
        <a:xfrm>
          <a:off x="0" y="832119"/>
          <a:ext cx="8229600" cy="479700"/>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Engagement Acceptance and Continuance</a:t>
          </a:r>
        </a:p>
      </dsp:txBody>
      <dsp:txXfrm>
        <a:off x="23417" y="855536"/>
        <a:ext cx="8182766" cy="432866"/>
      </dsp:txXfrm>
    </dsp:sp>
    <dsp:sp modelId="{678BA3F2-0A06-4F91-A797-8CB06B245AA5}">
      <dsp:nvSpPr>
        <dsp:cNvPr id="0" name=""/>
        <dsp:cNvSpPr/>
      </dsp:nvSpPr>
      <dsp:spPr>
        <a:xfrm>
          <a:off x="0" y="1311819"/>
          <a:ext cx="8229600" cy="548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Para. 20-21B, A19A-A25B</a:t>
          </a:r>
        </a:p>
        <a:p>
          <a:pPr marL="171450" lvl="1" indent="-171450" algn="l" defTabSz="711200">
            <a:lnSpc>
              <a:spcPct val="90000"/>
            </a:lnSpc>
            <a:spcBef>
              <a:spcPct val="0"/>
            </a:spcBef>
            <a:spcAft>
              <a:spcPct val="20000"/>
            </a:spcAft>
            <a:buChar char="•"/>
          </a:pPr>
          <a:r>
            <a:rPr lang="en-US" sz="1600" kern="1200" dirty="0"/>
            <a:t>Clarification of A25A and A25B – see handout</a:t>
          </a:r>
        </a:p>
      </dsp:txBody>
      <dsp:txXfrm>
        <a:off x="0" y="1311819"/>
        <a:ext cx="8229600" cy="548550"/>
      </dsp:txXfrm>
    </dsp:sp>
    <dsp:sp modelId="{34F7BF6C-1D2E-4779-81DC-6737825EE20F}">
      <dsp:nvSpPr>
        <dsp:cNvPr id="0" name=""/>
        <dsp:cNvSpPr/>
      </dsp:nvSpPr>
      <dsp:spPr>
        <a:xfrm>
          <a:off x="0" y="1860369"/>
          <a:ext cx="8229600" cy="479700"/>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Agreeing the Terms of the Engagement</a:t>
          </a:r>
        </a:p>
      </dsp:txBody>
      <dsp:txXfrm>
        <a:off x="23417" y="1883786"/>
        <a:ext cx="8182766" cy="432866"/>
      </dsp:txXfrm>
    </dsp:sp>
    <dsp:sp modelId="{8361DC1F-00EE-4BAC-8467-20819742CAB2}">
      <dsp:nvSpPr>
        <dsp:cNvPr id="0" name=""/>
        <dsp:cNvSpPr/>
      </dsp:nvSpPr>
      <dsp:spPr>
        <a:xfrm>
          <a:off x="0" y="2340069"/>
          <a:ext cx="8229600" cy="82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Para. 22-25, A29A-A32</a:t>
          </a:r>
        </a:p>
        <a:p>
          <a:pPr marL="171450" lvl="1" indent="-171450" algn="l" defTabSz="711200">
            <a:lnSpc>
              <a:spcPct val="90000"/>
            </a:lnSpc>
            <a:spcBef>
              <a:spcPct val="0"/>
            </a:spcBef>
            <a:spcAft>
              <a:spcPct val="20000"/>
            </a:spcAft>
            <a:buChar char="•"/>
          </a:pPr>
          <a:r>
            <a:rPr lang="en-US" sz="1600" kern="1200" dirty="0"/>
            <a:t>Removed “capable of being objectively verified” from para. 22(e)(</a:t>
          </a:r>
          <a:r>
            <a:rPr lang="en-US" sz="1600" kern="1200" dirty="0" err="1"/>
            <a:t>iA</a:t>
          </a:r>
          <a:r>
            <a:rPr lang="en-US" sz="1600" kern="1200" dirty="0"/>
            <a:t>) – see handout</a:t>
          </a:r>
        </a:p>
        <a:p>
          <a:pPr marL="171450" lvl="1" indent="-171450" algn="l" defTabSz="711200">
            <a:lnSpc>
              <a:spcPct val="90000"/>
            </a:lnSpc>
            <a:spcBef>
              <a:spcPct val="0"/>
            </a:spcBef>
            <a:spcAft>
              <a:spcPct val="20000"/>
            </a:spcAft>
            <a:buChar char="•"/>
          </a:pPr>
          <a:r>
            <a:rPr lang="en-US" sz="1600" kern="1200" dirty="0"/>
            <a:t>Redrafted A29C to make it more “factual” – see handout</a:t>
          </a:r>
        </a:p>
      </dsp:txBody>
      <dsp:txXfrm>
        <a:off x="0" y="2340069"/>
        <a:ext cx="8229600" cy="8280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4E6C18-E6D6-4E33-A034-4111BF19BA14}">
      <dsp:nvSpPr>
        <dsp:cNvPr id="0" name=""/>
        <dsp:cNvSpPr/>
      </dsp:nvSpPr>
      <dsp:spPr>
        <a:xfrm>
          <a:off x="0" y="4614"/>
          <a:ext cx="8229600" cy="575639"/>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Performing the AUP</a:t>
          </a:r>
        </a:p>
      </dsp:txBody>
      <dsp:txXfrm>
        <a:off x="28100" y="32714"/>
        <a:ext cx="8173400" cy="519439"/>
      </dsp:txXfrm>
    </dsp:sp>
    <dsp:sp modelId="{7C94761F-CF65-40C8-AD80-41D2AB3C4E9F}">
      <dsp:nvSpPr>
        <dsp:cNvPr id="0" name=""/>
        <dsp:cNvSpPr/>
      </dsp:nvSpPr>
      <dsp:spPr>
        <a:xfrm>
          <a:off x="0" y="580254"/>
          <a:ext cx="8229600"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t>Para. 26-27, A34</a:t>
          </a:r>
        </a:p>
      </dsp:txBody>
      <dsp:txXfrm>
        <a:off x="0" y="580254"/>
        <a:ext cx="8229600" cy="397440"/>
      </dsp:txXfrm>
    </dsp:sp>
    <dsp:sp modelId="{91893367-FA27-4EF1-B1DE-E5195C706DFE}">
      <dsp:nvSpPr>
        <dsp:cNvPr id="0" name=""/>
        <dsp:cNvSpPr/>
      </dsp:nvSpPr>
      <dsp:spPr>
        <a:xfrm>
          <a:off x="0" y="977694"/>
          <a:ext cx="8229600" cy="575639"/>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Using the Work of a Practitioner’s Expert</a:t>
          </a:r>
        </a:p>
      </dsp:txBody>
      <dsp:txXfrm>
        <a:off x="28100" y="1005794"/>
        <a:ext cx="8173400" cy="519439"/>
      </dsp:txXfrm>
    </dsp:sp>
    <dsp:sp modelId="{678BA3F2-0A06-4F91-A797-8CB06B245AA5}">
      <dsp:nvSpPr>
        <dsp:cNvPr id="0" name=""/>
        <dsp:cNvSpPr/>
      </dsp:nvSpPr>
      <dsp:spPr>
        <a:xfrm>
          <a:off x="0" y="1553333"/>
          <a:ext cx="8229600"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t>Para. 28, A34A-A36A</a:t>
          </a:r>
        </a:p>
      </dsp:txBody>
      <dsp:txXfrm>
        <a:off x="0" y="1553333"/>
        <a:ext cx="8229600" cy="397440"/>
      </dsp:txXfrm>
    </dsp:sp>
    <dsp:sp modelId="{34F7BF6C-1D2E-4779-81DC-6737825EE20F}">
      <dsp:nvSpPr>
        <dsp:cNvPr id="0" name=""/>
        <dsp:cNvSpPr/>
      </dsp:nvSpPr>
      <dsp:spPr>
        <a:xfrm>
          <a:off x="0" y="1950773"/>
          <a:ext cx="8229600" cy="575639"/>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The AUP Report</a:t>
          </a:r>
        </a:p>
      </dsp:txBody>
      <dsp:txXfrm>
        <a:off x="28100" y="1978873"/>
        <a:ext cx="8173400" cy="519439"/>
      </dsp:txXfrm>
    </dsp:sp>
    <dsp:sp modelId="{8361DC1F-00EE-4BAC-8467-20819742CAB2}">
      <dsp:nvSpPr>
        <dsp:cNvPr id="0" name=""/>
        <dsp:cNvSpPr/>
      </dsp:nvSpPr>
      <dsp:spPr>
        <a:xfrm>
          <a:off x="0" y="2526413"/>
          <a:ext cx="8229600" cy="6582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t>Para. 30-32, A36B-A44</a:t>
          </a:r>
        </a:p>
        <a:p>
          <a:pPr marL="171450" lvl="1" indent="-171450" algn="l" defTabSz="844550">
            <a:lnSpc>
              <a:spcPct val="90000"/>
            </a:lnSpc>
            <a:spcBef>
              <a:spcPct val="0"/>
            </a:spcBef>
            <a:spcAft>
              <a:spcPct val="20000"/>
            </a:spcAft>
            <a:buChar char="•"/>
          </a:pPr>
          <a:r>
            <a:rPr lang="en-US" sz="1900" kern="1200" dirty="0"/>
            <a:t>Removed “can be objectively verified” from para. 30(e)(</a:t>
          </a:r>
          <a:r>
            <a:rPr lang="en-US" sz="1900" kern="1200" dirty="0" err="1"/>
            <a:t>iA</a:t>
          </a:r>
          <a:r>
            <a:rPr lang="en-US" sz="1900" kern="1200" dirty="0"/>
            <a:t>) – see handout</a:t>
          </a:r>
        </a:p>
      </dsp:txBody>
      <dsp:txXfrm>
        <a:off x="0" y="2526413"/>
        <a:ext cx="8229600" cy="65826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4E6C18-E6D6-4E33-A034-4111BF19BA14}">
      <dsp:nvSpPr>
        <dsp:cNvPr id="0" name=""/>
        <dsp:cNvSpPr/>
      </dsp:nvSpPr>
      <dsp:spPr>
        <a:xfrm>
          <a:off x="0" y="142809"/>
          <a:ext cx="8229600" cy="527670"/>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Undertaking an AUP Engagement Together with Another Engagement</a:t>
          </a:r>
        </a:p>
      </dsp:txBody>
      <dsp:txXfrm>
        <a:off x="25759" y="168568"/>
        <a:ext cx="8178082" cy="476152"/>
      </dsp:txXfrm>
    </dsp:sp>
    <dsp:sp modelId="{7C94761F-CF65-40C8-AD80-41D2AB3C4E9F}">
      <dsp:nvSpPr>
        <dsp:cNvPr id="0" name=""/>
        <dsp:cNvSpPr/>
      </dsp:nvSpPr>
      <dsp:spPr>
        <a:xfrm>
          <a:off x="0" y="670479"/>
          <a:ext cx="8229600" cy="364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Para. 33, A45</a:t>
          </a:r>
        </a:p>
      </dsp:txBody>
      <dsp:txXfrm>
        <a:off x="0" y="670479"/>
        <a:ext cx="8229600" cy="364320"/>
      </dsp:txXfrm>
    </dsp:sp>
    <dsp:sp modelId="{91893367-FA27-4EF1-B1DE-E5195C706DFE}">
      <dsp:nvSpPr>
        <dsp:cNvPr id="0" name=""/>
        <dsp:cNvSpPr/>
      </dsp:nvSpPr>
      <dsp:spPr>
        <a:xfrm>
          <a:off x="0" y="1034799"/>
          <a:ext cx="8229600" cy="527670"/>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Documentation</a:t>
          </a:r>
        </a:p>
      </dsp:txBody>
      <dsp:txXfrm>
        <a:off x="25759" y="1060558"/>
        <a:ext cx="8178082" cy="476152"/>
      </dsp:txXfrm>
    </dsp:sp>
    <dsp:sp modelId="{678BA3F2-0A06-4F91-A797-8CB06B245AA5}">
      <dsp:nvSpPr>
        <dsp:cNvPr id="0" name=""/>
        <dsp:cNvSpPr/>
      </dsp:nvSpPr>
      <dsp:spPr>
        <a:xfrm>
          <a:off x="0" y="1562469"/>
          <a:ext cx="8229600" cy="364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Para. 34, A46</a:t>
          </a:r>
        </a:p>
      </dsp:txBody>
      <dsp:txXfrm>
        <a:off x="0" y="1562469"/>
        <a:ext cx="8229600" cy="364320"/>
      </dsp:txXfrm>
    </dsp:sp>
    <dsp:sp modelId="{34F7BF6C-1D2E-4779-81DC-6737825EE20F}">
      <dsp:nvSpPr>
        <dsp:cNvPr id="0" name=""/>
        <dsp:cNvSpPr/>
      </dsp:nvSpPr>
      <dsp:spPr>
        <a:xfrm>
          <a:off x="0" y="1926789"/>
          <a:ext cx="8229600" cy="527670"/>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Appendices</a:t>
          </a:r>
        </a:p>
      </dsp:txBody>
      <dsp:txXfrm>
        <a:off x="25759" y="1952548"/>
        <a:ext cx="8178082" cy="476152"/>
      </dsp:txXfrm>
    </dsp:sp>
    <dsp:sp modelId="{8361DC1F-00EE-4BAC-8467-20819742CAB2}">
      <dsp:nvSpPr>
        <dsp:cNvPr id="0" name=""/>
        <dsp:cNvSpPr/>
      </dsp:nvSpPr>
      <dsp:spPr>
        <a:xfrm>
          <a:off x="0" y="2454459"/>
          <a:ext cx="8229600" cy="5920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Appendix 1 – Illustrative Engagement Letter</a:t>
          </a:r>
        </a:p>
        <a:p>
          <a:pPr marL="171450" lvl="1" indent="-171450" algn="l" defTabSz="755650">
            <a:lnSpc>
              <a:spcPct val="90000"/>
            </a:lnSpc>
            <a:spcBef>
              <a:spcPct val="0"/>
            </a:spcBef>
            <a:spcAft>
              <a:spcPct val="20000"/>
            </a:spcAft>
            <a:buChar char="•"/>
          </a:pPr>
          <a:r>
            <a:rPr lang="en-US" sz="1700" kern="1200" dirty="0"/>
            <a:t>Appendix 2 – Illustrative AUP Reports</a:t>
          </a:r>
        </a:p>
      </dsp:txBody>
      <dsp:txXfrm>
        <a:off x="0" y="2454459"/>
        <a:ext cx="8229600" cy="59202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sz="quarter" idx="1"/>
          </p:nvPr>
        </p:nvSpPr>
        <p:spPr>
          <a:xfrm>
            <a:off x="3936768" y="0"/>
            <a:ext cx="3011699" cy="461804"/>
          </a:xfrm>
          <a:prstGeom prst="rect">
            <a:avLst/>
          </a:prstGeom>
        </p:spPr>
        <p:txBody>
          <a:bodyPr vert="horz" lIns="92492" tIns="46246" rIns="92492" bIns="46246" rtlCol="0"/>
          <a:lstStyle>
            <a:lvl1pPr algn="r">
              <a:defRPr sz="1200"/>
            </a:lvl1pPr>
          </a:lstStyle>
          <a:p>
            <a:fld id="{1E59F908-4FD1-BC49-B361-D833AB0555FC}" type="datetimeFigureOut">
              <a:rPr lang="en-US" smtClean="0"/>
              <a:t>12/16/2019</a:t>
            </a:fld>
            <a:endParaRPr lang="en-US"/>
          </a:p>
        </p:txBody>
      </p:sp>
      <p:sp>
        <p:nvSpPr>
          <p:cNvPr id="4" name="Footer Placeholder 3"/>
          <p:cNvSpPr>
            <a:spLocks noGrp="1"/>
          </p:cNvSpPr>
          <p:nvPr>
            <p:ph type="ftr" sz="quarter" idx="2"/>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a:p>
        </p:txBody>
      </p:sp>
      <p:sp>
        <p:nvSpPr>
          <p:cNvPr id="5" name="Slide Number Placeholder 4"/>
          <p:cNvSpPr>
            <a:spLocks noGrp="1"/>
          </p:cNvSpPr>
          <p:nvPr>
            <p:ph type="sldNum" sz="quarter" idx="3"/>
          </p:nvPr>
        </p:nvSpPr>
        <p:spPr>
          <a:xfrm>
            <a:off x="3936768" y="8772668"/>
            <a:ext cx="3011699" cy="461804"/>
          </a:xfrm>
          <a:prstGeom prst="rect">
            <a:avLst/>
          </a:prstGeom>
        </p:spPr>
        <p:txBody>
          <a:bodyPr vert="horz" lIns="92492" tIns="46246" rIns="92492" bIns="46246" rtlCol="0" anchor="b"/>
          <a:lstStyle>
            <a:lvl1pPr algn="r">
              <a:defRPr sz="1200"/>
            </a:lvl1pPr>
          </a:lstStyle>
          <a:p>
            <a:fld id="{EA8AE4AE-12A8-4846-97A9-6CB7DEDDF69D}" type="slidenum">
              <a:rPr lang="en-US" smtClean="0"/>
              <a:t>‹#›</a:t>
            </a:fld>
            <a:endParaRPr lang="en-US"/>
          </a:p>
        </p:txBody>
      </p:sp>
    </p:spTree>
    <p:extLst>
      <p:ext uri="{BB962C8B-B14F-4D97-AF65-F5344CB8AC3E}">
        <p14:creationId xmlns:p14="http://schemas.microsoft.com/office/powerpoint/2010/main" val="24353285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vl1pPr>
          </a:lstStyle>
          <a:p>
            <a:fld id="{7745D6F9-5033-7542-84AC-41926A84456D}" type="datetimeFigureOut">
              <a:rPr lang="en-US" smtClean="0"/>
              <a:t>12/16/2019</a:t>
            </a:fld>
            <a:endParaRPr lang="en-US"/>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92" tIns="46246" rIns="92492" bIns="46246"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vl1pPr>
          </a:lstStyle>
          <a:p>
            <a:fld id="{4D410189-AC31-7546-878A-F48FDE4A29F5}" type="slidenum">
              <a:rPr lang="en-US" smtClean="0"/>
              <a:t>‹#›</a:t>
            </a:fld>
            <a:endParaRPr lang="en-US"/>
          </a:p>
        </p:txBody>
      </p:sp>
    </p:spTree>
    <p:extLst>
      <p:ext uri="{BB962C8B-B14F-4D97-AF65-F5344CB8AC3E}">
        <p14:creationId xmlns:p14="http://schemas.microsoft.com/office/powerpoint/2010/main" val="525539108"/>
      </p:ext>
    </p:extLst>
  </p:cSld>
  <p:clrMap bg1="lt1" tx1="dk1" bg2="lt2" tx2="dk2" accent1="accent1" accent2="accent2" accent3="accent3" accent4="accent4" accent5="accent5" accent6="accent6" hlink="hlink" folHlink="folHlink"/>
  <p:hf hdr="0" ftr="0" dt="0"/>
  <p:notesStyle>
    <a:lvl1pPr marL="0" algn="l" defTabSz="342900" rtl="0" eaLnBrk="1" latinLnBrk="0" hangingPunct="1">
      <a:defRPr sz="900" kern="1200">
        <a:solidFill>
          <a:schemeClr val="tx1"/>
        </a:solidFill>
        <a:latin typeface="+mn-lt"/>
        <a:ea typeface="+mn-ea"/>
        <a:cs typeface="+mn-cs"/>
      </a:defRPr>
    </a:lvl1pPr>
    <a:lvl2pPr marL="342900" algn="l" defTabSz="342900" rtl="0" eaLnBrk="1" latinLnBrk="0" hangingPunct="1">
      <a:defRPr sz="900" kern="1200">
        <a:solidFill>
          <a:schemeClr val="tx1"/>
        </a:solidFill>
        <a:latin typeface="+mn-lt"/>
        <a:ea typeface="+mn-ea"/>
        <a:cs typeface="+mn-cs"/>
      </a:defRPr>
    </a:lvl2pPr>
    <a:lvl3pPr marL="685800" algn="l" defTabSz="342900" rtl="0" eaLnBrk="1" latinLnBrk="0" hangingPunct="1">
      <a:defRPr sz="900" kern="1200">
        <a:solidFill>
          <a:schemeClr val="tx1"/>
        </a:solidFill>
        <a:latin typeface="+mn-lt"/>
        <a:ea typeface="+mn-ea"/>
        <a:cs typeface="+mn-cs"/>
      </a:defRPr>
    </a:lvl3pPr>
    <a:lvl4pPr marL="1028700" algn="l" defTabSz="342900" rtl="0" eaLnBrk="1" latinLnBrk="0" hangingPunct="1">
      <a:defRPr sz="900" kern="1200">
        <a:solidFill>
          <a:schemeClr val="tx1"/>
        </a:solidFill>
        <a:latin typeface="+mn-lt"/>
        <a:ea typeface="+mn-ea"/>
        <a:cs typeface="+mn-cs"/>
      </a:defRPr>
    </a:lvl4pPr>
    <a:lvl5pPr marL="1371600" algn="l" defTabSz="342900" rtl="0" eaLnBrk="1" latinLnBrk="0" hangingPunct="1">
      <a:defRPr sz="900" kern="1200">
        <a:solidFill>
          <a:schemeClr val="tx1"/>
        </a:solidFill>
        <a:latin typeface="+mn-lt"/>
        <a:ea typeface="+mn-ea"/>
        <a:cs typeface="+mn-cs"/>
      </a:defRPr>
    </a:lvl5pPr>
    <a:lvl6pPr marL="1714500" algn="l" defTabSz="342900" rtl="0" eaLnBrk="1" latinLnBrk="0" hangingPunct="1">
      <a:defRPr sz="900" kern="1200">
        <a:solidFill>
          <a:schemeClr val="tx1"/>
        </a:solidFill>
        <a:latin typeface="+mn-lt"/>
        <a:ea typeface="+mn-ea"/>
        <a:cs typeface="+mn-cs"/>
      </a:defRPr>
    </a:lvl6pPr>
    <a:lvl7pPr marL="2057400" algn="l" defTabSz="342900" rtl="0" eaLnBrk="1" latinLnBrk="0" hangingPunct="1">
      <a:defRPr sz="900" kern="1200">
        <a:solidFill>
          <a:schemeClr val="tx1"/>
        </a:solidFill>
        <a:latin typeface="+mn-lt"/>
        <a:ea typeface="+mn-ea"/>
        <a:cs typeface="+mn-cs"/>
      </a:defRPr>
    </a:lvl7pPr>
    <a:lvl8pPr marL="2400300" algn="l" defTabSz="342900" rtl="0" eaLnBrk="1" latinLnBrk="0" hangingPunct="1">
      <a:defRPr sz="900" kern="1200">
        <a:solidFill>
          <a:schemeClr val="tx1"/>
        </a:solidFill>
        <a:latin typeface="+mn-lt"/>
        <a:ea typeface="+mn-ea"/>
        <a:cs typeface="+mn-cs"/>
      </a:defRPr>
    </a:lvl8pPr>
    <a:lvl9pPr marL="2743200" algn="l" defTabSz="3429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1</a:t>
            </a:fld>
            <a:endParaRPr lang="en-US"/>
          </a:p>
        </p:txBody>
      </p:sp>
    </p:spTree>
    <p:extLst>
      <p:ext uri="{BB962C8B-B14F-4D97-AF65-F5344CB8AC3E}">
        <p14:creationId xmlns:p14="http://schemas.microsoft.com/office/powerpoint/2010/main" val="41711938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2</a:t>
            </a:fld>
            <a:endParaRPr lang="en-US"/>
          </a:p>
        </p:txBody>
      </p:sp>
    </p:spTree>
    <p:extLst>
      <p:ext uri="{BB962C8B-B14F-4D97-AF65-F5344CB8AC3E}">
        <p14:creationId xmlns:p14="http://schemas.microsoft.com/office/powerpoint/2010/main" val="20243660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3</a:t>
            </a:fld>
            <a:endParaRPr lang="en-US"/>
          </a:p>
        </p:txBody>
      </p:sp>
    </p:spTree>
    <p:extLst>
      <p:ext uri="{BB962C8B-B14F-4D97-AF65-F5344CB8AC3E}">
        <p14:creationId xmlns:p14="http://schemas.microsoft.com/office/powerpoint/2010/main" val="486768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4</a:t>
            </a:fld>
            <a:endParaRPr lang="en-US"/>
          </a:p>
        </p:txBody>
      </p:sp>
    </p:spTree>
    <p:extLst>
      <p:ext uri="{BB962C8B-B14F-4D97-AF65-F5344CB8AC3E}">
        <p14:creationId xmlns:p14="http://schemas.microsoft.com/office/powerpoint/2010/main" val="33006068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5</a:t>
            </a:fld>
            <a:endParaRPr lang="en-US"/>
          </a:p>
        </p:txBody>
      </p:sp>
    </p:spTree>
    <p:extLst>
      <p:ext uri="{BB962C8B-B14F-4D97-AF65-F5344CB8AC3E}">
        <p14:creationId xmlns:p14="http://schemas.microsoft.com/office/powerpoint/2010/main" val="3483941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6</a:t>
            </a:fld>
            <a:endParaRPr lang="en-US"/>
          </a:p>
        </p:txBody>
      </p:sp>
    </p:spTree>
    <p:extLst>
      <p:ext uri="{BB962C8B-B14F-4D97-AF65-F5344CB8AC3E}">
        <p14:creationId xmlns:p14="http://schemas.microsoft.com/office/powerpoint/2010/main" val="2005463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7</a:t>
            </a:fld>
            <a:endParaRPr lang="en-US"/>
          </a:p>
        </p:txBody>
      </p:sp>
    </p:spTree>
    <p:extLst>
      <p:ext uri="{BB962C8B-B14F-4D97-AF65-F5344CB8AC3E}">
        <p14:creationId xmlns:p14="http://schemas.microsoft.com/office/powerpoint/2010/main" val="3116713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8</a:t>
            </a:fld>
            <a:endParaRPr lang="en-US"/>
          </a:p>
        </p:txBody>
      </p:sp>
    </p:spTree>
    <p:extLst>
      <p:ext uri="{BB962C8B-B14F-4D97-AF65-F5344CB8AC3E}">
        <p14:creationId xmlns:p14="http://schemas.microsoft.com/office/powerpoint/2010/main" val="21337240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a:p>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9</a:t>
            </a:fld>
            <a:endParaRPr lang="en-US"/>
          </a:p>
        </p:txBody>
      </p:sp>
    </p:spTree>
    <p:extLst>
      <p:ext uri="{BB962C8B-B14F-4D97-AF65-F5344CB8AC3E}">
        <p14:creationId xmlns:p14="http://schemas.microsoft.com/office/powerpoint/2010/main" val="14598545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10</a:t>
            </a:fld>
            <a:endParaRPr lang="en-US"/>
          </a:p>
        </p:txBody>
      </p:sp>
    </p:spTree>
    <p:extLst>
      <p:ext uri="{BB962C8B-B14F-4D97-AF65-F5344CB8AC3E}">
        <p14:creationId xmlns:p14="http://schemas.microsoft.com/office/powerpoint/2010/main" val="25056298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11</a:t>
            </a:fld>
            <a:endParaRPr lang="en-US"/>
          </a:p>
        </p:txBody>
      </p:sp>
    </p:spTree>
    <p:extLst>
      <p:ext uri="{BB962C8B-B14F-4D97-AF65-F5344CB8AC3E}">
        <p14:creationId xmlns:p14="http://schemas.microsoft.com/office/powerpoint/2010/main" val="4567157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12</a:t>
            </a:fld>
            <a:endParaRPr lang="en-US"/>
          </a:p>
        </p:txBody>
      </p:sp>
    </p:spTree>
    <p:extLst>
      <p:ext uri="{BB962C8B-B14F-4D97-AF65-F5344CB8AC3E}">
        <p14:creationId xmlns:p14="http://schemas.microsoft.com/office/powerpoint/2010/main" val="19707521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www.iaasb.org/" TargetMode="External"/><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hyperlink" Target="mailto:permissions@ifac.org" TargetMode="External"/><Relationship Id="rId5" Type="http://schemas.openxmlformats.org/officeDocument/2006/relationships/image" Target="../media/image7.png"/><Relationship Id="rId10" Type="http://schemas.openxmlformats.org/officeDocument/2006/relationships/hyperlink" Target="http://www.ifac.org/about-ifac/translations-permissions" TargetMode="External"/><Relationship Id="rId4" Type="http://schemas.openxmlformats.org/officeDocument/2006/relationships/image" Target="../media/image6.png"/><Relationship Id="rId9"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07"/>
            <a:ext cx="9144000" cy="2345159"/>
          </a:xfrm>
          <a:prstGeom prst="rect">
            <a:avLst/>
          </a:prstGeom>
        </p:spPr>
      </p:pic>
    </p:spTree>
    <p:extLst>
      <p:ext uri="{BB962C8B-B14F-4D97-AF65-F5344CB8AC3E}">
        <p14:creationId xmlns:p14="http://schemas.microsoft.com/office/powerpoint/2010/main" val="3121637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l="210" t="12331" r="-210" b="13383"/>
          <a:stretch/>
        </p:blipFill>
        <p:spPr>
          <a:xfrm>
            <a:off x="1" y="1"/>
            <a:ext cx="9156700" cy="2377439"/>
          </a:xfrm>
          <a:prstGeom prst="rect">
            <a:avLst/>
          </a:prstGeom>
        </p:spPr>
      </p:pic>
    </p:spTree>
    <p:extLst>
      <p:ext uri="{BB962C8B-B14F-4D97-AF65-F5344CB8AC3E}">
        <p14:creationId xmlns:p14="http://schemas.microsoft.com/office/powerpoint/2010/main" val="2838877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2900"/>
            <a:ext cx="2776694" cy="487674"/>
          </a:xfrm>
          <a:prstGeom prst="rect">
            <a:avLst/>
          </a:prstGeom>
        </p:spPr>
      </p:pic>
      <p:pic>
        <p:nvPicPr>
          <p:cNvPr id="9" name="Picture 8" descr="Ribbon_orange_top.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0" y="1201152"/>
            <a:ext cx="9144000" cy="1236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2588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642938" indent="-171450">
              <a:defRPr>
                <a:solidFill>
                  <a:srgbClr val="808080"/>
                </a:solidFill>
                <a:latin typeface="Arial" panose="020B0604020202020204" pitchFamily="34" charset="0"/>
                <a:cs typeface="Arial" panose="020B0604020202020204" pitchFamily="34" charset="0"/>
              </a:defRPr>
            </a:lvl4pPr>
            <a:lvl5pPr marL="813197" indent="-171450">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5928852" y="4883295"/>
            <a:ext cx="2757948" cy="228309"/>
          </a:xfrm>
        </p:spPr>
        <p:txBody>
          <a:bodyPr/>
          <a:lstStyle>
            <a:lvl1pPr marL="0" marR="0" indent="0" algn="r" defTabSz="342900" rtl="0" eaLnBrk="1" fontAlgn="auto" latinLnBrk="0" hangingPunct="1">
              <a:lnSpc>
                <a:spcPct val="100000"/>
              </a:lnSpc>
              <a:spcBef>
                <a:spcPts val="0"/>
              </a:spcBef>
              <a:spcAft>
                <a:spcPts val="0"/>
              </a:spcAft>
              <a:buClrTx/>
              <a:buSzTx/>
              <a:buFontTx/>
              <a:buNone/>
              <a:tabLst/>
              <a:defRPr sz="675">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2576669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208161"/>
            <a:ext cx="9144000" cy="393916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4299439"/>
            <a:ext cx="9144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4299438"/>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193993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6606012" y="4873085"/>
            <a:ext cx="2080788" cy="251831"/>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5203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013017"/>
            <a:ext cx="4040188"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502736"/>
            <a:ext cx="4040188"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6" y="1013017"/>
            <a:ext cx="4041775"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502736"/>
            <a:ext cx="4041775"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5498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9045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47768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2268002" y="1561874"/>
            <a:ext cx="4393108" cy="732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3821898" y="3756887"/>
            <a:ext cx="1310039" cy="300082"/>
          </a:xfrm>
          <a:prstGeom prst="rect">
            <a:avLst/>
          </a:prstGeom>
        </p:spPr>
        <p:txBody>
          <a:bodyPr wrap="none">
            <a:spAutoFit/>
          </a:bodyPr>
          <a:lstStyle/>
          <a:p>
            <a:pPr marL="0" marR="0">
              <a:spcBef>
                <a:spcPts val="0"/>
              </a:spcBef>
              <a:spcAft>
                <a:spcPts val="0"/>
              </a:spcAft>
            </a:pPr>
            <a:r>
              <a:rPr lang="en-US" sz="1350" u="none" dirty="0">
                <a:solidFill>
                  <a:srgbClr val="1F497D"/>
                </a:solidFill>
                <a:effectLst/>
                <a:latin typeface="Arial" panose="020B0604020202020204" pitchFamily="34" charset="0"/>
                <a:ea typeface="Calibri" panose="020F0502020204030204" pitchFamily="34" charset="0"/>
                <a:cs typeface="Arial" panose="020B0604020202020204" pitchFamily="34" charset="0"/>
                <a:hlinkClick r:id="rId3"/>
              </a:rPr>
              <a:t>www.iaasb.org</a:t>
            </a:r>
            <a:endParaRPr lang="en-US" sz="1500" u="none" dirty="0">
              <a:effectLst/>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381000" y="4822821"/>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3" name="Picture 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79559" y="4168326"/>
            <a:ext cx="577805" cy="193152"/>
          </a:xfrm>
          <a:prstGeom prst="rect">
            <a:avLst/>
          </a:prstGeom>
        </p:spPr>
      </p:pic>
      <p:pic>
        <p:nvPicPr>
          <p:cNvPr id="4" name="Picture 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268002" y="4175640"/>
            <a:ext cx="437481" cy="193152"/>
          </a:xfrm>
          <a:prstGeom prst="rect">
            <a:avLst/>
          </a:prstGeom>
        </p:spPr>
      </p:pic>
      <p:pic>
        <p:nvPicPr>
          <p:cNvPr id="6" name="Picture 5"/>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30292" y="4165672"/>
            <a:ext cx="577805" cy="193152"/>
          </a:xfrm>
          <a:prstGeom prst="rect">
            <a:avLst/>
          </a:prstGeom>
        </p:spPr>
      </p:pic>
      <p:pic>
        <p:nvPicPr>
          <p:cNvPr id="8" name="Picture 7"/>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875897" y="4168326"/>
            <a:ext cx="577805" cy="234424"/>
          </a:xfrm>
          <a:prstGeom prst="rect">
            <a:avLst/>
          </a:prstGeom>
        </p:spPr>
      </p:pic>
      <p:pic>
        <p:nvPicPr>
          <p:cNvPr id="9" name="Picture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178511" y="4168326"/>
            <a:ext cx="577805" cy="193152"/>
          </a:xfrm>
          <a:prstGeom prst="rect">
            <a:avLst/>
          </a:prstGeom>
        </p:spPr>
      </p:pic>
      <p:pic>
        <p:nvPicPr>
          <p:cNvPr id="10" name="Picture 9"/>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335213" y="4165202"/>
            <a:ext cx="577805" cy="193152"/>
          </a:xfrm>
          <a:prstGeom prst="rect">
            <a:avLst/>
          </a:prstGeom>
        </p:spPr>
      </p:pic>
      <p:sp>
        <p:nvSpPr>
          <p:cNvPr id="11" name="Rectangle 10"/>
          <p:cNvSpPr/>
          <p:nvPr userDrawn="1"/>
        </p:nvSpPr>
        <p:spPr>
          <a:xfrm>
            <a:off x="698501" y="4608029"/>
            <a:ext cx="8128000" cy="230832"/>
          </a:xfrm>
          <a:prstGeom prst="rect">
            <a:avLst/>
          </a:prstGeom>
        </p:spPr>
        <p:txBody>
          <a:bodyPr wrap="square">
            <a:spAutoFit/>
          </a:bodyPr>
          <a:lstStyle/>
          <a:p>
            <a:pPr algn="l"/>
            <a:r>
              <a:rPr lang="en-US" sz="900" dirty="0">
                <a:effectLst/>
                <a:latin typeface="Arial" panose="020B0604020202020204" pitchFamily="34" charset="0"/>
                <a:ea typeface="Calibri" panose="020F0502020204030204" pitchFamily="34" charset="0"/>
              </a:rPr>
              <a:t>For copyright, trademark, and permissions information, please go to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900" dirty="0">
                <a:effectLst/>
                <a:latin typeface="Arial" panose="020B0604020202020204" pitchFamily="34" charset="0"/>
                <a:ea typeface="Calibri" panose="020F0502020204030204" pitchFamily="34" charset="0"/>
              </a:rPr>
              <a:t> or contact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900" dirty="0">
                <a:effectLst/>
                <a:latin typeface="Arial" panose="020B0604020202020204" pitchFamily="34" charset="0"/>
                <a:ea typeface="Calibri" panose="020F0502020204030204" pitchFamily="34" charset="0"/>
              </a:rPr>
              <a:t>.</a:t>
            </a:r>
            <a:endParaRPr lang="en-US" sz="900" dirty="0"/>
          </a:p>
        </p:txBody>
      </p:sp>
    </p:spTree>
    <p:extLst>
      <p:ext uri="{BB962C8B-B14F-4D97-AF65-F5344CB8AC3E}">
        <p14:creationId xmlns:p14="http://schemas.microsoft.com/office/powerpoint/2010/main" val="375457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427437"/>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 name="Title Placeholder 1"/>
          <p:cNvSpPr>
            <a:spLocks noGrp="1"/>
          </p:cNvSpPr>
          <p:nvPr>
            <p:ph type="title"/>
          </p:nvPr>
        </p:nvSpPr>
        <p:spPr>
          <a:xfrm>
            <a:off x="457200" y="427437"/>
            <a:ext cx="8229600" cy="403875"/>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200151"/>
            <a:ext cx="8229600" cy="3188677"/>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454985" y="4883295"/>
            <a:ext cx="2057400" cy="228309"/>
          </a:xfrm>
          <a:prstGeom prst="rect">
            <a:avLst/>
          </a:prstGeom>
        </p:spPr>
        <p:txBody>
          <a:bodyPr vert="horz" lIns="91440" tIns="45720" rIns="91440" bIns="45720" rtlCol="0" anchor="ctr"/>
          <a:lstStyle>
            <a:lvl1pPr algn="l">
              <a:defRPr sz="675">
                <a:solidFill>
                  <a:schemeClr val="tx1">
                    <a:tint val="75000"/>
                  </a:schemeClr>
                </a:solidFill>
                <a:latin typeface="Arial" panose="020B0604020202020204" pitchFamily="34" charset="0"/>
              </a:defRPr>
            </a:lvl1pPr>
          </a:lstStyle>
          <a:p>
            <a:fld id="{AF73A935-0AD8-4B38-AD39-55437B5CA1D2}" type="datetime1">
              <a:rPr lang="en-US" smtClean="0"/>
              <a:t>12/16/2019</a:t>
            </a:fld>
            <a:endParaRPr lang="en-US" dirty="0"/>
          </a:p>
        </p:txBody>
      </p:sp>
      <p:sp>
        <p:nvSpPr>
          <p:cNvPr id="5" name="Footer Placeholder 4"/>
          <p:cNvSpPr>
            <a:spLocks noGrp="1"/>
          </p:cNvSpPr>
          <p:nvPr>
            <p:ph type="ftr" sz="quarter" idx="3"/>
          </p:nvPr>
        </p:nvSpPr>
        <p:spPr>
          <a:xfrm>
            <a:off x="3016148" y="4883295"/>
            <a:ext cx="3086100" cy="228309"/>
          </a:xfrm>
          <a:prstGeom prst="rect">
            <a:avLst/>
          </a:prstGeom>
        </p:spPr>
        <p:txBody>
          <a:bodyPr vert="horz" lIns="91440" tIns="45720" rIns="91440" bIns="45720" rtlCol="0" anchor="ctr"/>
          <a:lstStyle>
            <a:lvl1pPr algn="ctr">
              <a:defRPr sz="675">
                <a:solidFill>
                  <a:schemeClr val="tx1">
                    <a:tint val="75000"/>
                  </a:schemeClr>
                </a:solidFill>
                <a:latin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6606012" y="4883295"/>
            <a:ext cx="2080788" cy="228309"/>
          </a:xfrm>
          <a:prstGeom prst="rect">
            <a:avLst/>
          </a:prstGeom>
        </p:spPr>
        <p:txBody>
          <a:bodyPr vert="horz" lIns="0" tIns="0" rIns="0" bIns="0" rtlCol="0" anchor="ctr"/>
          <a:lstStyle>
            <a:lvl1pPr algn="ctr">
              <a:defRPr sz="675">
                <a:solidFill>
                  <a:srgbClr val="808080"/>
                </a:solidFill>
                <a:latin typeface="Arial Narrow"/>
                <a:cs typeface="Arial Narrow"/>
              </a:defRPr>
            </a:lvl1p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381000" y="4822228"/>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11" name="Picture 10" descr="IAASB Logo with FullName.jpg"/>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6899368" y="55409"/>
            <a:ext cx="1787432" cy="313929"/>
          </a:xfrm>
          <a:prstGeom prst="rect">
            <a:avLst/>
          </a:prstGeom>
        </p:spPr>
      </p:pic>
    </p:spTree>
    <p:extLst>
      <p:ext uri="{BB962C8B-B14F-4D97-AF65-F5344CB8AC3E}">
        <p14:creationId xmlns:p14="http://schemas.microsoft.com/office/powerpoint/2010/main" val="1054232877"/>
      </p:ext>
    </p:extLst>
  </p:cSld>
  <p:clrMap bg1="lt1" tx1="dk1" bg2="lt2" tx2="dk2" accent1="accent1" accent2="accent2" accent3="accent3" accent4="accent4" accent5="accent5" accent6="accent6" hlink="hlink" folHlink="folHlink"/>
  <p:sldLayoutIdLst>
    <p:sldLayoutId id="2147483657" r:id="rId1"/>
    <p:sldLayoutId id="2147483660"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hf hdr="0" ftr="0" dt="0"/>
  <p:txStyles>
    <p:title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p:titleStyle>
    <p:bodyStyle>
      <a:lvl1pPr marL="129779" indent="-129779" algn="l" defTabSz="342900" rtl="0" eaLnBrk="1" latinLnBrk="0" hangingPunct="1">
        <a:spcBef>
          <a:spcPts val="900"/>
        </a:spcBef>
        <a:buFont typeface="Arial"/>
        <a:buChar char="•"/>
        <a:defRPr sz="15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2001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4pPr>
      <a:lvl5pPr marL="15430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0.xml.rels><?xml version="1.0" encoding="UTF-8" standalone="yes"?>
<Relationships xmlns="http://schemas.openxmlformats.org/package/2006/relationships"><Relationship Id="rId8" Type="http://schemas.openxmlformats.org/officeDocument/2006/relationships/comments" Target="../comments/comment1.xml"/><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Arial"/>
                <a:cs typeface="Arial"/>
              </a:rPr>
              <a:t>Proposed ISRS 4400 (Revised) Agreed-Upon Procedures Engagements</a:t>
            </a:r>
            <a:endParaRPr lang="en-US" dirty="0"/>
          </a:p>
        </p:txBody>
      </p:sp>
      <p:sp>
        <p:nvSpPr>
          <p:cNvPr id="6" name="Subtitle 5"/>
          <p:cNvSpPr>
            <a:spLocks noGrp="1"/>
          </p:cNvSpPr>
          <p:nvPr>
            <p:ph type="subTitle" idx="1"/>
          </p:nvPr>
        </p:nvSpPr>
        <p:spPr>
          <a:xfrm>
            <a:off x="685801" y="3221372"/>
            <a:ext cx="4732867" cy="1419203"/>
          </a:xfrm>
        </p:spPr>
        <p:txBody>
          <a:bodyPr/>
          <a:lstStyle/>
          <a:p>
            <a:r>
              <a:rPr lang="en-US" dirty="0">
                <a:latin typeface="Arial"/>
                <a:cs typeface="Arial"/>
              </a:rPr>
              <a:t>Eric Turner, Agreed-Upon Procedures Task Force Chair</a:t>
            </a:r>
          </a:p>
          <a:p>
            <a:r>
              <a:rPr lang="en-US" dirty="0"/>
              <a:t>IAASB Meeting, New York</a:t>
            </a:r>
          </a:p>
          <a:p>
            <a:r>
              <a:rPr lang="en-US" dirty="0"/>
              <a:t>Agenda Item 4</a:t>
            </a:r>
          </a:p>
          <a:p>
            <a:r>
              <a:rPr lang="en-US" dirty="0"/>
              <a:t>December 10, 2019 </a:t>
            </a:r>
          </a:p>
        </p:txBody>
      </p:sp>
    </p:spTree>
    <p:extLst>
      <p:ext uri="{BB962C8B-B14F-4D97-AF65-F5344CB8AC3E}">
        <p14:creationId xmlns:p14="http://schemas.microsoft.com/office/powerpoint/2010/main" val="4240407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 Force Members </a:t>
            </a:r>
            <a:r>
              <a:rPr lang="en-US"/>
              <a:t>and Staff</a:t>
            </a:r>
            <a:endParaRPr lang="en-US" dirty="0"/>
          </a:p>
        </p:txBody>
      </p:sp>
      <p:graphicFrame>
        <p:nvGraphicFramePr>
          <p:cNvPr id="5" name="Content Placeholder 4">
            <a:extLst>
              <a:ext uri="{FF2B5EF4-FFF2-40B4-BE49-F238E27FC236}">
                <a16:creationId xmlns:a16="http://schemas.microsoft.com/office/drawing/2014/main" id="{226A3FF3-E52C-40E5-950D-4D9369CD9916}"/>
              </a:ext>
            </a:extLst>
          </p:cNvPr>
          <p:cNvGraphicFramePr>
            <a:graphicFrameLocks noGrp="1"/>
          </p:cNvGraphicFramePr>
          <p:nvPr>
            <p:ph idx="1"/>
            <p:extLst>
              <p:ext uri="{D42A27DB-BD31-4B8C-83A1-F6EECF244321}">
                <p14:modId xmlns:p14="http://schemas.microsoft.com/office/powerpoint/2010/main" val="4211787278"/>
              </p:ext>
            </p:extLst>
          </p:nvPr>
        </p:nvGraphicFramePr>
        <p:xfrm>
          <a:off x="457200" y="1200150"/>
          <a:ext cx="8229600" cy="3189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2875900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Activities since August 2019</a:t>
            </a:r>
          </a:p>
        </p:txBody>
      </p:sp>
      <p:graphicFrame>
        <p:nvGraphicFramePr>
          <p:cNvPr id="5" name="Content Placeholder 4">
            <a:extLst>
              <a:ext uri="{FF2B5EF4-FFF2-40B4-BE49-F238E27FC236}">
                <a16:creationId xmlns:a16="http://schemas.microsoft.com/office/drawing/2014/main" id="{226A3FF3-E52C-40E5-950D-4D9369CD9916}"/>
              </a:ext>
            </a:extLst>
          </p:cNvPr>
          <p:cNvGraphicFramePr>
            <a:graphicFrameLocks noGrp="1"/>
          </p:cNvGraphicFramePr>
          <p:nvPr>
            <p:ph idx="1"/>
          </p:nvPr>
        </p:nvGraphicFramePr>
        <p:xfrm>
          <a:off x="457200" y="1200150"/>
          <a:ext cx="8229600" cy="3189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3</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856877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CAG Discussion</a:t>
            </a:r>
          </a:p>
        </p:txBody>
      </p:sp>
      <p:graphicFrame>
        <p:nvGraphicFramePr>
          <p:cNvPr id="5" name="Content Placeholder 4">
            <a:extLst>
              <a:ext uri="{FF2B5EF4-FFF2-40B4-BE49-F238E27FC236}">
                <a16:creationId xmlns:a16="http://schemas.microsoft.com/office/drawing/2014/main" id="{226A3FF3-E52C-40E5-950D-4D9369CD9916}"/>
              </a:ext>
            </a:extLst>
          </p:cNvPr>
          <p:cNvGraphicFramePr>
            <a:graphicFrameLocks noGrp="1"/>
          </p:cNvGraphicFramePr>
          <p:nvPr>
            <p:ph idx="1"/>
            <p:extLst>
              <p:ext uri="{D42A27DB-BD31-4B8C-83A1-F6EECF244321}">
                <p14:modId xmlns:p14="http://schemas.microsoft.com/office/powerpoint/2010/main" val="1805480047"/>
              </p:ext>
            </p:extLst>
          </p:nvPr>
        </p:nvGraphicFramePr>
        <p:xfrm>
          <a:off x="457200" y="831311"/>
          <a:ext cx="8229600" cy="38847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4</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2429568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SMPC Letter</a:t>
            </a:r>
          </a:p>
        </p:txBody>
      </p:sp>
      <p:graphicFrame>
        <p:nvGraphicFramePr>
          <p:cNvPr id="5" name="Content Placeholder 4">
            <a:extLst>
              <a:ext uri="{FF2B5EF4-FFF2-40B4-BE49-F238E27FC236}">
                <a16:creationId xmlns:a16="http://schemas.microsoft.com/office/drawing/2014/main" id="{226A3FF3-E52C-40E5-950D-4D9369CD9916}"/>
              </a:ext>
            </a:extLst>
          </p:cNvPr>
          <p:cNvGraphicFramePr>
            <a:graphicFrameLocks noGrp="1"/>
          </p:cNvGraphicFramePr>
          <p:nvPr>
            <p:ph idx="1"/>
            <p:extLst>
              <p:ext uri="{D42A27DB-BD31-4B8C-83A1-F6EECF244321}">
                <p14:modId xmlns:p14="http://schemas.microsoft.com/office/powerpoint/2010/main" val="1075878130"/>
              </p:ext>
            </p:extLst>
          </p:nvPr>
        </p:nvGraphicFramePr>
        <p:xfrm>
          <a:off x="457200" y="831311"/>
          <a:ext cx="8229600" cy="38847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5</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2702743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IESBA Coordination</a:t>
            </a:r>
          </a:p>
        </p:txBody>
      </p:sp>
      <p:graphicFrame>
        <p:nvGraphicFramePr>
          <p:cNvPr id="5" name="Content Placeholder 4">
            <a:extLst>
              <a:ext uri="{FF2B5EF4-FFF2-40B4-BE49-F238E27FC236}">
                <a16:creationId xmlns:a16="http://schemas.microsoft.com/office/drawing/2014/main" id="{226A3FF3-E52C-40E5-950D-4D9369CD9916}"/>
              </a:ext>
            </a:extLst>
          </p:cNvPr>
          <p:cNvGraphicFramePr>
            <a:graphicFrameLocks noGrp="1"/>
          </p:cNvGraphicFramePr>
          <p:nvPr>
            <p:ph idx="1"/>
            <p:extLst>
              <p:ext uri="{D42A27DB-BD31-4B8C-83A1-F6EECF244321}">
                <p14:modId xmlns:p14="http://schemas.microsoft.com/office/powerpoint/2010/main" val="371696309"/>
              </p:ext>
            </p:extLst>
          </p:nvPr>
        </p:nvGraphicFramePr>
        <p:xfrm>
          <a:off x="457200" y="831311"/>
          <a:ext cx="8229600" cy="38847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6</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645035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Significant Comments on Most Recent Proposed ISRS 4400 (Revised</a:t>
            </a:r>
          </a:p>
        </p:txBody>
      </p:sp>
      <p:graphicFrame>
        <p:nvGraphicFramePr>
          <p:cNvPr id="5" name="Content Placeholder 4">
            <a:extLst>
              <a:ext uri="{FF2B5EF4-FFF2-40B4-BE49-F238E27FC236}">
                <a16:creationId xmlns:a16="http://schemas.microsoft.com/office/drawing/2014/main" id="{226A3FF3-E52C-40E5-950D-4D9369CD9916}"/>
              </a:ext>
            </a:extLst>
          </p:cNvPr>
          <p:cNvGraphicFramePr>
            <a:graphicFrameLocks noGrp="1"/>
          </p:cNvGraphicFramePr>
          <p:nvPr>
            <p:ph idx="1"/>
            <p:extLst>
              <p:ext uri="{D42A27DB-BD31-4B8C-83A1-F6EECF244321}">
                <p14:modId xmlns:p14="http://schemas.microsoft.com/office/powerpoint/2010/main" val="2460765271"/>
              </p:ext>
            </p:extLst>
          </p:nvPr>
        </p:nvGraphicFramePr>
        <p:xfrm>
          <a:off x="457200" y="831311"/>
          <a:ext cx="8229600" cy="38847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7</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336519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3021-BDD3-4667-9D25-119472AAF194}"/>
              </a:ext>
            </a:extLst>
          </p:cNvPr>
          <p:cNvSpPr>
            <a:spLocks noGrp="1"/>
          </p:cNvSpPr>
          <p:nvPr>
            <p:ph type="title"/>
          </p:nvPr>
        </p:nvSpPr>
        <p:spPr/>
        <p:txBody>
          <a:bodyPr/>
          <a:lstStyle/>
          <a:p>
            <a:r>
              <a:rPr lang="en-US" dirty="0"/>
              <a:t>Proposed </a:t>
            </a:r>
            <a:r>
              <a:rPr lang="en-US" dirty="0" err="1"/>
              <a:t>ISRS</a:t>
            </a:r>
            <a:r>
              <a:rPr lang="en-US" dirty="0"/>
              <a:t> 4400 (Revised)</a:t>
            </a:r>
          </a:p>
        </p:txBody>
      </p:sp>
      <p:sp>
        <p:nvSpPr>
          <p:cNvPr id="4" name="Slide Number Placeholder 3">
            <a:extLst>
              <a:ext uri="{FF2B5EF4-FFF2-40B4-BE49-F238E27FC236}">
                <a16:creationId xmlns:a16="http://schemas.microsoft.com/office/drawing/2014/main" id="{9967CA50-A329-4342-B25B-DCFF8549741D}"/>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8</a:t>
            </a:fld>
            <a:endParaRPr lang="en-US" dirty="0">
              <a:latin typeface="Arial" panose="020B0604020202020204" pitchFamily="34" charset="0"/>
              <a:cs typeface="MS PGothic" charset="0"/>
            </a:endParaRPr>
          </a:p>
        </p:txBody>
      </p:sp>
      <p:graphicFrame>
        <p:nvGraphicFramePr>
          <p:cNvPr id="7" name="Content Placeholder 6">
            <a:extLst>
              <a:ext uri="{FF2B5EF4-FFF2-40B4-BE49-F238E27FC236}">
                <a16:creationId xmlns:a16="http://schemas.microsoft.com/office/drawing/2014/main" id="{BBB5F02E-4511-475E-B936-A6950154B536}"/>
              </a:ext>
            </a:extLst>
          </p:cNvPr>
          <p:cNvGraphicFramePr>
            <a:graphicFrameLocks noGrp="1"/>
          </p:cNvGraphicFramePr>
          <p:nvPr>
            <p:ph idx="1"/>
            <p:extLst>
              <p:ext uri="{D42A27DB-BD31-4B8C-83A1-F6EECF244321}">
                <p14:modId xmlns:p14="http://schemas.microsoft.com/office/powerpoint/2010/main" val="2740240467"/>
              </p:ext>
            </p:extLst>
          </p:nvPr>
        </p:nvGraphicFramePr>
        <p:xfrm>
          <a:off x="457200" y="1200150"/>
          <a:ext cx="8229600" cy="3189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15573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3021-BDD3-4667-9D25-119472AAF194}"/>
              </a:ext>
            </a:extLst>
          </p:cNvPr>
          <p:cNvSpPr>
            <a:spLocks noGrp="1"/>
          </p:cNvSpPr>
          <p:nvPr>
            <p:ph type="title"/>
          </p:nvPr>
        </p:nvSpPr>
        <p:spPr/>
        <p:txBody>
          <a:bodyPr/>
          <a:lstStyle/>
          <a:p>
            <a:r>
              <a:rPr lang="en-US" dirty="0"/>
              <a:t>Proposed </a:t>
            </a:r>
            <a:r>
              <a:rPr lang="en-US" dirty="0" err="1"/>
              <a:t>ISRS</a:t>
            </a:r>
            <a:r>
              <a:rPr lang="en-US" dirty="0"/>
              <a:t> 4400 (Revised)</a:t>
            </a:r>
          </a:p>
        </p:txBody>
      </p:sp>
      <p:sp>
        <p:nvSpPr>
          <p:cNvPr id="4" name="Slide Number Placeholder 3">
            <a:extLst>
              <a:ext uri="{FF2B5EF4-FFF2-40B4-BE49-F238E27FC236}">
                <a16:creationId xmlns:a16="http://schemas.microsoft.com/office/drawing/2014/main" id="{9967CA50-A329-4342-B25B-DCFF8549741D}"/>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9</a:t>
            </a:fld>
            <a:endParaRPr lang="en-US" dirty="0">
              <a:latin typeface="Arial" panose="020B0604020202020204" pitchFamily="34" charset="0"/>
              <a:cs typeface="MS PGothic" charset="0"/>
            </a:endParaRPr>
          </a:p>
        </p:txBody>
      </p:sp>
      <p:graphicFrame>
        <p:nvGraphicFramePr>
          <p:cNvPr id="7" name="Content Placeholder 6">
            <a:extLst>
              <a:ext uri="{FF2B5EF4-FFF2-40B4-BE49-F238E27FC236}">
                <a16:creationId xmlns:a16="http://schemas.microsoft.com/office/drawing/2014/main" id="{BBB5F02E-4511-475E-B936-A6950154B536}"/>
              </a:ext>
            </a:extLst>
          </p:cNvPr>
          <p:cNvGraphicFramePr>
            <a:graphicFrameLocks noGrp="1"/>
          </p:cNvGraphicFramePr>
          <p:nvPr>
            <p:ph idx="1"/>
            <p:extLst>
              <p:ext uri="{D42A27DB-BD31-4B8C-83A1-F6EECF244321}">
                <p14:modId xmlns:p14="http://schemas.microsoft.com/office/powerpoint/2010/main" val="4143590339"/>
              </p:ext>
            </p:extLst>
          </p:nvPr>
        </p:nvGraphicFramePr>
        <p:xfrm>
          <a:off x="457200" y="1200150"/>
          <a:ext cx="8229600" cy="3189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59291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3021-BDD3-4667-9D25-119472AAF194}"/>
              </a:ext>
            </a:extLst>
          </p:cNvPr>
          <p:cNvSpPr>
            <a:spLocks noGrp="1"/>
          </p:cNvSpPr>
          <p:nvPr>
            <p:ph type="title"/>
          </p:nvPr>
        </p:nvSpPr>
        <p:spPr/>
        <p:txBody>
          <a:bodyPr/>
          <a:lstStyle/>
          <a:p>
            <a:r>
              <a:rPr lang="en-US" dirty="0"/>
              <a:t>Proposed </a:t>
            </a:r>
            <a:r>
              <a:rPr lang="en-US" dirty="0" err="1"/>
              <a:t>ISRS</a:t>
            </a:r>
            <a:r>
              <a:rPr lang="en-US" dirty="0"/>
              <a:t> 4400 (Revised)</a:t>
            </a:r>
          </a:p>
        </p:txBody>
      </p:sp>
      <p:sp>
        <p:nvSpPr>
          <p:cNvPr id="4" name="Slide Number Placeholder 3">
            <a:extLst>
              <a:ext uri="{FF2B5EF4-FFF2-40B4-BE49-F238E27FC236}">
                <a16:creationId xmlns:a16="http://schemas.microsoft.com/office/drawing/2014/main" id="{9967CA50-A329-4342-B25B-DCFF8549741D}"/>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10</a:t>
            </a:fld>
            <a:endParaRPr lang="en-US" dirty="0">
              <a:latin typeface="Arial" panose="020B0604020202020204" pitchFamily="34" charset="0"/>
              <a:cs typeface="MS PGothic" charset="0"/>
            </a:endParaRPr>
          </a:p>
        </p:txBody>
      </p:sp>
      <p:graphicFrame>
        <p:nvGraphicFramePr>
          <p:cNvPr id="7" name="Content Placeholder 6">
            <a:extLst>
              <a:ext uri="{FF2B5EF4-FFF2-40B4-BE49-F238E27FC236}">
                <a16:creationId xmlns:a16="http://schemas.microsoft.com/office/drawing/2014/main" id="{BBB5F02E-4511-475E-B936-A6950154B536}"/>
              </a:ext>
            </a:extLst>
          </p:cNvPr>
          <p:cNvGraphicFramePr>
            <a:graphicFrameLocks noGrp="1"/>
          </p:cNvGraphicFramePr>
          <p:nvPr>
            <p:ph idx="1"/>
            <p:extLst>
              <p:ext uri="{D42A27DB-BD31-4B8C-83A1-F6EECF244321}">
                <p14:modId xmlns:p14="http://schemas.microsoft.com/office/powerpoint/2010/main" val="2883200652"/>
              </p:ext>
            </p:extLst>
          </p:nvPr>
        </p:nvGraphicFramePr>
        <p:xfrm>
          <a:off x="457200" y="1200150"/>
          <a:ext cx="8229600" cy="3189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97354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3021-BDD3-4667-9D25-119472AAF194}"/>
              </a:ext>
            </a:extLst>
          </p:cNvPr>
          <p:cNvSpPr>
            <a:spLocks noGrp="1"/>
          </p:cNvSpPr>
          <p:nvPr>
            <p:ph type="title"/>
          </p:nvPr>
        </p:nvSpPr>
        <p:spPr/>
        <p:txBody>
          <a:bodyPr/>
          <a:lstStyle/>
          <a:p>
            <a:r>
              <a:rPr lang="en-US" dirty="0"/>
              <a:t>Proposed </a:t>
            </a:r>
            <a:r>
              <a:rPr lang="en-US" dirty="0" err="1"/>
              <a:t>ISRS</a:t>
            </a:r>
            <a:r>
              <a:rPr lang="en-US" dirty="0"/>
              <a:t> 4400 (Revised)</a:t>
            </a:r>
          </a:p>
        </p:txBody>
      </p:sp>
      <p:sp>
        <p:nvSpPr>
          <p:cNvPr id="4" name="Slide Number Placeholder 3">
            <a:extLst>
              <a:ext uri="{FF2B5EF4-FFF2-40B4-BE49-F238E27FC236}">
                <a16:creationId xmlns:a16="http://schemas.microsoft.com/office/drawing/2014/main" id="{9967CA50-A329-4342-B25B-DCFF8549741D}"/>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11</a:t>
            </a:fld>
            <a:endParaRPr lang="en-US" dirty="0">
              <a:latin typeface="Arial" panose="020B0604020202020204" pitchFamily="34" charset="0"/>
              <a:cs typeface="MS PGothic" charset="0"/>
            </a:endParaRPr>
          </a:p>
        </p:txBody>
      </p:sp>
      <p:graphicFrame>
        <p:nvGraphicFramePr>
          <p:cNvPr id="7" name="Content Placeholder 6">
            <a:extLst>
              <a:ext uri="{FF2B5EF4-FFF2-40B4-BE49-F238E27FC236}">
                <a16:creationId xmlns:a16="http://schemas.microsoft.com/office/drawing/2014/main" id="{BBB5F02E-4511-475E-B936-A6950154B536}"/>
              </a:ext>
            </a:extLst>
          </p:cNvPr>
          <p:cNvGraphicFramePr>
            <a:graphicFrameLocks noGrp="1"/>
          </p:cNvGraphicFramePr>
          <p:nvPr>
            <p:ph idx="1"/>
            <p:extLst>
              <p:ext uri="{D42A27DB-BD31-4B8C-83A1-F6EECF244321}">
                <p14:modId xmlns:p14="http://schemas.microsoft.com/office/powerpoint/2010/main" val="1394090553"/>
              </p:ext>
            </p:extLst>
          </p:nvPr>
        </p:nvGraphicFramePr>
        <p:xfrm>
          <a:off x="457200" y="1200150"/>
          <a:ext cx="8229600" cy="3189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87239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3021-BDD3-4667-9D25-119472AAF194}"/>
              </a:ext>
            </a:extLst>
          </p:cNvPr>
          <p:cNvSpPr>
            <a:spLocks noGrp="1"/>
          </p:cNvSpPr>
          <p:nvPr>
            <p:ph type="title"/>
          </p:nvPr>
        </p:nvSpPr>
        <p:spPr/>
        <p:txBody>
          <a:bodyPr/>
          <a:lstStyle/>
          <a:p>
            <a:r>
              <a:rPr lang="en-US" dirty="0"/>
              <a:t>Proposed </a:t>
            </a:r>
            <a:r>
              <a:rPr lang="en-US" dirty="0" err="1"/>
              <a:t>ISRS</a:t>
            </a:r>
            <a:r>
              <a:rPr lang="en-US" dirty="0"/>
              <a:t> 4400 (Revised)</a:t>
            </a:r>
          </a:p>
        </p:txBody>
      </p:sp>
      <p:sp>
        <p:nvSpPr>
          <p:cNvPr id="4" name="Slide Number Placeholder 3">
            <a:extLst>
              <a:ext uri="{FF2B5EF4-FFF2-40B4-BE49-F238E27FC236}">
                <a16:creationId xmlns:a16="http://schemas.microsoft.com/office/drawing/2014/main" id="{9967CA50-A329-4342-B25B-DCFF8549741D}"/>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12</a:t>
            </a:fld>
            <a:endParaRPr lang="en-US" dirty="0">
              <a:latin typeface="Arial" panose="020B0604020202020204" pitchFamily="34" charset="0"/>
              <a:cs typeface="MS PGothic" charset="0"/>
            </a:endParaRPr>
          </a:p>
        </p:txBody>
      </p:sp>
      <p:graphicFrame>
        <p:nvGraphicFramePr>
          <p:cNvPr id="7" name="Content Placeholder 6">
            <a:extLst>
              <a:ext uri="{FF2B5EF4-FFF2-40B4-BE49-F238E27FC236}">
                <a16:creationId xmlns:a16="http://schemas.microsoft.com/office/drawing/2014/main" id="{BBB5F02E-4511-475E-B936-A6950154B536}"/>
              </a:ext>
            </a:extLst>
          </p:cNvPr>
          <p:cNvGraphicFramePr>
            <a:graphicFrameLocks noGrp="1"/>
          </p:cNvGraphicFramePr>
          <p:nvPr>
            <p:ph idx="1"/>
            <p:extLst>
              <p:ext uri="{D42A27DB-BD31-4B8C-83A1-F6EECF244321}">
                <p14:modId xmlns:p14="http://schemas.microsoft.com/office/powerpoint/2010/main" val="3455217448"/>
              </p:ext>
            </p:extLst>
          </p:nvPr>
        </p:nvGraphicFramePr>
        <p:xfrm>
          <a:off x="457200" y="1200150"/>
          <a:ext cx="8229600" cy="3189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055785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6737148"/>
      </p:ext>
    </p:extLst>
  </p:cSld>
  <p:clrMapOvr>
    <a:masterClrMapping/>
  </p:clrMapOvr>
</p:sld>
</file>

<file path=ppt/theme/theme1.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IAASB_Powerpoint_template_2016_Widescreen</Template>
  <TotalTime>10178</TotalTime>
  <Words>713</Words>
  <Application>Microsoft Office PowerPoint</Application>
  <PresentationFormat>On-screen Show (16:9)</PresentationFormat>
  <Paragraphs>116</Paragraphs>
  <Slides>13</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Arial Narrow</vt:lpstr>
      <vt:lpstr>Calibri</vt:lpstr>
      <vt:lpstr>Courier New</vt:lpstr>
      <vt:lpstr>Office Theme</vt:lpstr>
      <vt:lpstr>Proposed ISRS 4400 (Revised) Agreed-Upon Procedures Engagements</vt:lpstr>
      <vt:lpstr>Task Force Members and Staff</vt:lpstr>
      <vt:lpstr>Activities since August 2019</vt:lpstr>
      <vt:lpstr>CAG Discussion</vt:lpstr>
      <vt:lpstr>SMPC Letter</vt:lpstr>
      <vt:lpstr>IESBA Coordination</vt:lpstr>
      <vt:lpstr>Significant Comments on Most Recent Proposed ISRS 4400 (Revised</vt:lpstr>
      <vt:lpstr>Proposed ISRS 4400 (Revised)</vt:lpstr>
      <vt:lpstr>Proposed ISRS 4400 (Revised)</vt:lpstr>
      <vt:lpstr>Proposed ISRS 4400 (Revised)</vt:lpstr>
      <vt:lpstr>Proposed ISRS 4400 (Revised)</vt:lpstr>
      <vt:lpstr>Proposed ISRS 4400 (Revised)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Bradley Williams</dc:creator>
  <cp:lastModifiedBy>Armand Kotze</cp:lastModifiedBy>
  <cp:revision>274</cp:revision>
  <cp:lastPrinted>2016-03-04T17:09:52Z</cp:lastPrinted>
  <dcterms:created xsi:type="dcterms:W3CDTF">2016-11-09T14:56:20Z</dcterms:created>
  <dcterms:modified xsi:type="dcterms:W3CDTF">2019-12-16T15:40:05Z</dcterms:modified>
</cp:coreProperties>
</file>