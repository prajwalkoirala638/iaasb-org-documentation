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4"/>
  </p:notesMasterIdLst>
  <p:handoutMasterIdLst>
    <p:handoutMasterId r:id="rId25"/>
  </p:handoutMasterIdLst>
  <p:sldIdLst>
    <p:sldId id="256" r:id="rId2"/>
    <p:sldId id="400" r:id="rId3"/>
    <p:sldId id="402" r:id="rId4"/>
    <p:sldId id="404" r:id="rId5"/>
    <p:sldId id="384" r:id="rId6"/>
    <p:sldId id="383" r:id="rId7"/>
    <p:sldId id="380" r:id="rId8"/>
    <p:sldId id="381" r:id="rId9"/>
    <p:sldId id="385" r:id="rId10"/>
    <p:sldId id="394" r:id="rId11"/>
    <p:sldId id="399" r:id="rId12"/>
    <p:sldId id="386" r:id="rId13"/>
    <p:sldId id="395" r:id="rId14"/>
    <p:sldId id="396" r:id="rId15"/>
    <p:sldId id="397" r:id="rId16"/>
    <p:sldId id="387" r:id="rId17"/>
    <p:sldId id="388" r:id="rId18"/>
    <p:sldId id="389" r:id="rId19"/>
    <p:sldId id="398" r:id="rId20"/>
    <p:sldId id="392" r:id="rId21"/>
    <p:sldId id="393" r:id="rId22"/>
    <p:sldId id="259" r:id="rId23"/>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Natalie Klonaridis" initials="NK" lastIdx="12" clrIdx="2">
    <p:extLst>
      <p:ext uri="{19B8F6BF-5375-455C-9EA6-DF929625EA0E}">
        <p15:presenceInfo xmlns:p15="http://schemas.microsoft.com/office/powerpoint/2012/main" userId="S-1-5-21-1801674531-1972579041-839522115-13323" providerId="AD"/>
      </p:ext>
    </p:extLst>
  </p:cmAuthor>
  <p:cmAuthor id="4" name="Jasper van den Hout" initials="JvdH" lastIdx="15" clrIdx="3">
    <p:extLst>
      <p:ext uri="{19B8F6BF-5375-455C-9EA6-DF929625EA0E}">
        <p15:presenceInfo xmlns:p15="http://schemas.microsoft.com/office/powerpoint/2012/main" userId="S-1-5-21-1801674531-1972579041-839522115-11621" providerId="AD"/>
      </p:ext>
    </p:extLst>
  </p:cmAuthor>
  <p:cmAuthor id="5" name="Chi Ho Ng" initials="CHN" lastIdx="14" clrIdx="4">
    <p:extLst>
      <p:ext uri="{19B8F6BF-5375-455C-9EA6-DF929625EA0E}">
        <p15:presenceInfo xmlns:p15="http://schemas.microsoft.com/office/powerpoint/2012/main" userId="S-1-5-21-2529925091-3028718714-1681115141-12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1D9E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3" autoAdjust="0"/>
    <p:restoredTop sz="76684" autoAdjust="0"/>
  </p:normalViewPr>
  <p:slideViewPr>
    <p:cSldViewPr snapToGrid="0" snapToObjects="1">
      <p:cViewPr varScale="1">
        <p:scale>
          <a:sx n="91" d="100"/>
          <a:sy n="91" d="100"/>
        </p:scale>
        <p:origin x="1416" y="90"/>
      </p:cViewPr>
      <p:guideLst>
        <p:guide orient="horz" pos="162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Task Force Activities since March 2018</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dgm:t>
        <a:bodyPr/>
        <a:lstStyle/>
        <a:p>
          <a:r>
            <a:rPr lang="en-US" dirty="0"/>
            <a:t>1 physical meeting and 2 teleconferences</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451E3E09-9874-4E94-8B2F-C0F966D1B9EB}">
      <dgm:prSet phldrT="[Text]"/>
      <dgm:spPr>
        <a:solidFill>
          <a:schemeClr val="tx1">
            <a:lumMod val="50000"/>
            <a:lumOff val="50000"/>
          </a:schemeClr>
        </a:solidFill>
      </dgm:spPr>
      <dgm:t>
        <a:bodyPr/>
        <a:lstStyle/>
        <a:p>
          <a:r>
            <a:rPr lang="en-US" dirty="0"/>
            <a:t>Outreach and coordination with other IAASB Task Forces</a:t>
          </a:r>
        </a:p>
      </dgm:t>
    </dgm:pt>
    <dgm:pt modelId="{EACD40DB-3F70-43CE-8FE9-0ABC18417AC0}" type="parTrans" cxnId="{04CF7020-30D1-423C-863D-3B93D4413B6B}">
      <dgm:prSet/>
      <dgm:spPr/>
      <dgm:t>
        <a:bodyPr/>
        <a:lstStyle/>
        <a:p>
          <a:endParaRPr lang="en-US"/>
        </a:p>
      </dgm:t>
    </dgm:pt>
    <dgm:pt modelId="{2A7E6D3F-C111-489A-81A0-ABFE8E7412D7}" type="sibTrans" cxnId="{04CF7020-30D1-423C-863D-3B93D4413B6B}">
      <dgm:prSet/>
      <dgm:spPr/>
      <dgm:t>
        <a:bodyPr/>
        <a:lstStyle/>
        <a:p>
          <a:endParaRPr lang="en-US"/>
        </a:p>
      </dgm:t>
    </dgm:pt>
    <dgm:pt modelId="{173ECF6E-CA74-4DC4-B087-198CC6727A9D}">
      <dgm:prSet phldrT="[Text]"/>
      <dgm:spPr/>
      <dgm:t>
        <a:bodyPr/>
        <a:lstStyle/>
        <a:p>
          <a:r>
            <a:rPr lang="en-US" dirty="0"/>
            <a:t>Teleconference with IESBA staff in August 2018 and ongoing e-mail communications with IESBA staff and the IESBSA member responsible for coordination with the IAASB</a:t>
          </a:r>
        </a:p>
      </dgm:t>
    </dgm:pt>
    <dgm:pt modelId="{E0487B7B-029B-4093-89E5-033B577FD6B3}" type="parTrans" cxnId="{BDE32D20-25FE-4B72-82DF-4ECF47A6BFBC}">
      <dgm:prSet/>
      <dgm:spPr/>
      <dgm:t>
        <a:bodyPr/>
        <a:lstStyle/>
        <a:p>
          <a:endParaRPr lang="en-US"/>
        </a:p>
      </dgm:t>
    </dgm:pt>
    <dgm:pt modelId="{9A88C977-6FA4-4AEF-AC8E-1D3319FED188}" type="sibTrans" cxnId="{BDE32D20-25FE-4B72-82DF-4ECF47A6BFBC}">
      <dgm:prSet/>
      <dgm:spPr/>
      <dgm:t>
        <a:bodyPr/>
        <a:lstStyle/>
        <a:p>
          <a:endParaRPr lang="en-US"/>
        </a:p>
      </dgm:t>
    </dgm:pt>
    <dgm:pt modelId="{314E138C-56B8-4D56-BC62-D0982053CB45}">
      <dgm:prSet phldrT="[Text]"/>
      <dgm:spPr/>
      <dgm:t>
        <a:bodyPr/>
        <a:lstStyle/>
        <a:p>
          <a:r>
            <a:rPr lang="en-US" dirty="0"/>
            <a:t>Presented 2 issues to the IAASB at the August 2018 teleconference</a:t>
          </a:r>
        </a:p>
      </dgm:t>
    </dgm:pt>
    <dgm:pt modelId="{47152E9C-0067-4C91-A4AC-18D1A8DC2A4C}" type="parTrans" cxnId="{4AB1EFB3-F3A3-4BB0-A347-3EC5090D181F}">
      <dgm:prSet/>
      <dgm:spPr/>
      <dgm:t>
        <a:bodyPr/>
        <a:lstStyle/>
        <a:p>
          <a:endParaRPr lang="en-US"/>
        </a:p>
      </dgm:t>
    </dgm:pt>
    <dgm:pt modelId="{0194DC55-E88B-4E78-83E2-876AFD55EFFA}" type="sibTrans" cxnId="{4AB1EFB3-F3A3-4BB0-A347-3EC5090D181F}">
      <dgm:prSet/>
      <dgm:spPr/>
      <dgm:t>
        <a:bodyPr/>
        <a:lstStyle/>
        <a:p>
          <a:endParaRPr lang="en-US"/>
        </a:p>
      </dgm:t>
    </dgm:pt>
    <dgm:pt modelId="{B739CFDF-56AE-45F6-A04B-E867E6B11820}">
      <dgm:prSet phldrT="[Text]"/>
      <dgm:spPr/>
      <dgm:t>
        <a:bodyPr/>
        <a:lstStyle/>
        <a:p>
          <a:r>
            <a:rPr lang="en-US" dirty="0"/>
            <a:t>Meeting with the SMPC’s International Rapid Response Task Force in June 2018</a:t>
          </a:r>
        </a:p>
      </dgm:t>
    </dgm:pt>
    <dgm:pt modelId="{40F12C8F-B572-4E7A-BA7F-425D5670C4A8}" type="parTrans" cxnId="{FA548786-02CE-4F84-A1BE-AEDB2E1EC3E8}">
      <dgm:prSet/>
      <dgm:spPr/>
      <dgm:t>
        <a:bodyPr/>
        <a:lstStyle/>
        <a:p>
          <a:endParaRPr lang="en-US"/>
        </a:p>
      </dgm:t>
    </dgm:pt>
    <dgm:pt modelId="{8DCD5B7A-13D9-49B5-9A68-6E1E0287E698}" type="sibTrans" cxnId="{FA548786-02CE-4F84-A1BE-AEDB2E1EC3E8}">
      <dgm:prSet/>
      <dgm:spPr/>
      <dgm:t>
        <a:bodyPr/>
        <a:lstStyle/>
        <a:p>
          <a:endParaRPr lang="en-US"/>
        </a:p>
      </dgm:t>
    </dgm:pt>
    <dgm:pt modelId="{3B2F2663-EB8C-49D5-B526-D7E95DD9518A}">
      <dgm:prSet phldrT="[Text]"/>
      <dgm:spPr/>
      <dgm:t>
        <a:bodyPr/>
        <a:lstStyle/>
        <a:p>
          <a:r>
            <a:rPr lang="en-US" dirty="0"/>
            <a:t>Teleconference with Chair and staff of the ISQC Task Force in July 2018</a:t>
          </a:r>
        </a:p>
      </dgm:t>
    </dgm:pt>
    <dgm:pt modelId="{BE320886-D9BC-460F-973E-C10AAAC3F945}" type="parTrans" cxnId="{C4786701-9648-449D-8F13-87FE58B18CD0}">
      <dgm:prSet/>
      <dgm:spPr/>
      <dgm:t>
        <a:bodyPr/>
        <a:lstStyle/>
        <a:p>
          <a:endParaRPr lang="en-US"/>
        </a:p>
      </dgm:t>
    </dgm:pt>
    <dgm:pt modelId="{9F9E78AA-FCDA-46C0-A788-7A482B8A907E}" type="sibTrans" cxnId="{C4786701-9648-449D-8F13-87FE58B18CD0}">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1FA49670-A754-43A7-A9BB-EDFC3D1D4CDD}" type="pres">
      <dgm:prSet presAssocID="{79BE7448-99F8-40FE-9E7C-A3A08569E873}" presName="parentText" presStyleLbl="node1" presStyleIdx="0" presStyleCnt="2">
        <dgm:presLayoutVars>
          <dgm:chMax val="0"/>
          <dgm:bulletEnabled val="1"/>
        </dgm:presLayoutVars>
      </dgm:prSet>
      <dgm:spPr/>
    </dgm:pt>
    <dgm:pt modelId="{BB4EB8FC-AA89-4C93-B3ED-EE7DAABA7461}" type="pres">
      <dgm:prSet presAssocID="{79BE7448-99F8-40FE-9E7C-A3A08569E873}" presName="childText" presStyleLbl="revTx" presStyleIdx="0" presStyleCnt="2">
        <dgm:presLayoutVars>
          <dgm:bulletEnabled val="1"/>
        </dgm:presLayoutVars>
      </dgm:prSet>
      <dgm:spPr/>
    </dgm:pt>
    <dgm:pt modelId="{DCA941AB-3DF9-4B2E-BEC4-83890E5947E8}" type="pres">
      <dgm:prSet presAssocID="{451E3E09-9874-4E94-8B2F-C0F966D1B9EB}" presName="parentText" presStyleLbl="node1" presStyleIdx="1" presStyleCnt="2">
        <dgm:presLayoutVars>
          <dgm:chMax val="0"/>
          <dgm:bulletEnabled val="1"/>
        </dgm:presLayoutVars>
      </dgm:prSet>
      <dgm:spPr/>
    </dgm:pt>
    <dgm:pt modelId="{6B2D891E-581A-43F1-91CA-729ACA455256}" type="pres">
      <dgm:prSet presAssocID="{451E3E09-9874-4E94-8B2F-C0F966D1B9EB}" presName="childText" presStyleLbl="revTx" presStyleIdx="1" presStyleCnt="2">
        <dgm:presLayoutVars>
          <dgm:bulletEnabled val="1"/>
        </dgm:presLayoutVars>
      </dgm:prSet>
      <dgm:spPr/>
    </dgm:pt>
  </dgm:ptLst>
  <dgm:cxnLst>
    <dgm:cxn modelId="{C4786701-9648-449D-8F13-87FE58B18CD0}" srcId="{451E3E09-9874-4E94-8B2F-C0F966D1B9EB}" destId="{3B2F2663-EB8C-49D5-B526-D7E95DD9518A}" srcOrd="2" destOrd="0" parTransId="{BE320886-D9BC-460F-973E-C10AAAC3F945}" sibTransId="{9F9E78AA-FCDA-46C0-A788-7A482B8A907E}"/>
    <dgm:cxn modelId="{B4F0E91F-A6B2-4F47-9B05-1E4E2A138A2D}" type="presOf" srcId="{306D0451-BA21-4A7A-B3B2-0C05972A16A5}" destId="{BB4EB8FC-AA89-4C93-B3ED-EE7DAABA7461}" srcOrd="0" destOrd="0" presId="urn:microsoft.com/office/officeart/2005/8/layout/vList2"/>
    <dgm:cxn modelId="{BDE32D20-25FE-4B72-82DF-4ECF47A6BFBC}" srcId="{451E3E09-9874-4E94-8B2F-C0F966D1B9EB}" destId="{173ECF6E-CA74-4DC4-B087-198CC6727A9D}" srcOrd="0" destOrd="0" parTransId="{E0487B7B-029B-4093-89E5-033B577FD6B3}" sibTransId="{9A88C977-6FA4-4AEF-AC8E-1D3319FED188}"/>
    <dgm:cxn modelId="{04CF7020-30D1-423C-863D-3B93D4413B6B}" srcId="{1675C45F-52C5-4517-BFF8-C6A92AF99F84}" destId="{451E3E09-9874-4E94-8B2F-C0F966D1B9EB}" srcOrd="1" destOrd="0" parTransId="{EACD40DB-3F70-43CE-8FE9-0ABC18417AC0}" sibTransId="{2A7E6D3F-C111-489A-81A0-ABFE8E7412D7}"/>
    <dgm:cxn modelId="{34E75C2A-88C5-4E60-8B3D-1E9B2EEF0E42}" type="presOf" srcId="{1675C45F-52C5-4517-BFF8-C6A92AF99F84}" destId="{EC79B6D6-6675-42E2-9E62-42A2F7E53359}" srcOrd="0" destOrd="0" presId="urn:microsoft.com/office/officeart/2005/8/layout/vList2"/>
    <dgm:cxn modelId="{9E7DD04D-ACC5-47A4-934F-5E1E173D108C}" srcId="{79BE7448-99F8-40FE-9E7C-A3A08569E873}" destId="{306D0451-BA21-4A7A-B3B2-0C05972A16A5}" srcOrd="0" destOrd="0" parTransId="{13C64DE7-67AA-4939-84A3-74AF48DB72B1}" sibTransId="{24650AE8-2D95-4F86-BEB6-84963BB7096B}"/>
    <dgm:cxn modelId="{B0D03452-F146-4538-AF79-BBEE4699DE95}" type="presOf" srcId="{173ECF6E-CA74-4DC4-B087-198CC6727A9D}" destId="{6B2D891E-581A-43F1-91CA-729ACA455256}" srcOrd="0" destOrd="0" presId="urn:microsoft.com/office/officeart/2005/8/layout/vList2"/>
    <dgm:cxn modelId="{6A8DF259-ACA6-45F4-9E98-8A504C6CD94D}" srcId="{1675C45F-52C5-4517-BFF8-C6A92AF99F84}" destId="{79BE7448-99F8-40FE-9E7C-A3A08569E873}" srcOrd="0" destOrd="0" parTransId="{C7984BF3-8FC9-4CEF-A54E-187EA8ECB66A}" sibTransId="{C0881E8C-A915-4154-81E4-A07395F78084}"/>
    <dgm:cxn modelId="{374B417F-9240-4079-A39A-FF8200874C8F}" type="presOf" srcId="{B739CFDF-56AE-45F6-A04B-E867E6B11820}" destId="{6B2D891E-581A-43F1-91CA-729ACA455256}" srcOrd="0" destOrd="1" presId="urn:microsoft.com/office/officeart/2005/8/layout/vList2"/>
    <dgm:cxn modelId="{FA548786-02CE-4F84-A1BE-AEDB2E1EC3E8}" srcId="{451E3E09-9874-4E94-8B2F-C0F966D1B9EB}" destId="{B739CFDF-56AE-45F6-A04B-E867E6B11820}" srcOrd="1" destOrd="0" parTransId="{40F12C8F-B572-4E7A-BA7F-425D5670C4A8}" sibTransId="{8DCD5B7A-13D9-49B5-9A68-6E1E0287E698}"/>
    <dgm:cxn modelId="{4A71D88A-8084-45E0-8BA8-E7A01D59B94F}" type="presOf" srcId="{451E3E09-9874-4E94-8B2F-C0F966D1B9EB}" destId="{DCA941AB-3DF9-4B2E-BEC4-83890E5947E8}" srcOrd="0" destOrd="0" presId="urn:microsoft.com/office/officeart/2005/8/layout/vList2"/>
    <dgm:cxn modelId="{4AB1EFB3-F3A3-4BB0-A347-3EC5090D181F}" srcId="{79BE7448-99F8-40FE-9E7C-A3A08569E873}" destId="{314E138C-56B8-4D56-BC62-D0982053CB45}" srcOrd="1" destOrd="0" parTransId="{47152E9C-0067-4C91-A4AC-18D1A8DC2A4C}" sibTransId="{0194DC55-E88B-4E78-83E2-876AFD55EFFA}"/>
    <dgm:cxn modelId="{0F1D84B8-275E-4F90-917A-90C895EA6446}" type="presOf" srcId="{314E138C-56B8-4D56-BC62-D0982053CB45}" destId="{BB4EB8FC-AA89-4C93-B3ED-EE7DAABA7461}" srcOrd="0" destOrd="1" presId="urn:microsoft.com/office/officeart/2005/8/layout/vList2"/>
    <dgm:cxn modelId="{AE9A6CE2-CB41-47B1-99E5-88F72B59FF20}" type="presOf" srcId="{79BE7448-99F8-40FE-9E7C-A3A08569E873}" destId="{1FA49670-A754-43A7-A9BB-EDFC3D1D4CDD}" srcOrd="0" destOrd="0" presId="urn:microsoft.com/office/officeart/2005/8/layout/vList2"/>
    <dgm:cxn modelId="{B84870F7-E883-4C7A-89A0-7EC9A8DBFF2A}" type="presOf" srcId="{3B2F2663-EB8C-49D5-B526-D7E95DD9518A}" destId="{6B2D891E-581A-43F1-91CA-729ACA455256}" srcOrd="0" destOrd="2" presId="urn:microsoft.com/office/officeart/2005/8/layout/vList2"/>
    <dgm:cxn modelId="{B9AB397D-A47B-4031-9028-E197A45ED6F8}" type="presParOf" srcId="{EC79B6D6-6675-42E2-9E62-42A2F7E53359}" destId="{1FA49670-A754-43A7-A9BB-EDFC3D1D4CDD}" srcOrd="0" destOrd="0" presId="urn:microsoft.com/office/officeart/2005/8/layout/vList2"/>
    <dgm:cxn modelId="{9DB8CD18-CC70-4D2D-BCEA-DE7664CA4BCA}" type="presParOf" srcId="{EC79B6D6-6675-42E2-9E62-42A2F7E53359}" destId="{BB4EB8FC-AA89-4C93-B3ED-EE7DAABA7461}" srcOrd="1" destOrd="0" presId="urn:microsoft.com/office/officeart/2005/8/layout/vList2"/>
    <dgm:cxn modelId="{6C400A67-909D-417C-A4F7-63701AFFED23}" type="presParOf" srcId="{EC79B6D6-6675-42E2-9E62-42A2F7E53359}" destId="{DCA941AB-3DF9-4B2E-BEC4-83890E5947E8}" srcOrd="2" destOrd="0" presId="urn:microsoft.com/office/officeart/2005/8/layout/vList2"/>
    <dgm:cxn modelId="{D9CE622D-EA60-42E8-927F-C7C720DB3B7C}" type="presParOf" srcId="{EC79B6D6-6675-42E2-9E62-42A2F7E53359}" destId="{6B2D891E-581A-43F1-91CA-729ACA45525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9BE7448-99F8-40FE-9E7C-A3A08569E873}">
      <dgm:prSet phldrT="[Text]"/>
      <dgm:spPr>
        <a:solidFill>
          <a:schemeClr val="tx1">
            <a:lumMod val="50000"/>
            <a:lumOff val="50000"/>
          </a:schemeClr>
        </a:solidFill>
      </dgm:spPr>
      <dgm:t>
        <a:bodyPr/>
        <a:lstStyle/>
        <a:p>
          <a:r>
            <a:rPr lang="en-US" dirty="0"/>
            <a:t>Support for Support for project to revise ISRS 4400</a:t>
          </a:r>
        </a:p>
      </dgm:t>
    </dgm:pt>
    <dgm:pt modelId="{C7984BF3-8FC9-4CEF-A54E-187EA8ECB66A}" type="parTrans" cxnId="{6A8DF259-ACA6-45F4-9E98-8A504C6CD94D}">
      <dgm:prSet/>
      <dgm:spPr/>
      <dgm:t>
        <a:bodyPr/>
        <a:lstStyle/>
        <a:p>
          <a:endParaRPr lang="en-US"/>
        </a:p>
      </dgm:t>
    </dgm:pt>
    <dgm:pt modelId="{C0881E8C-A915-4154-81E4-A07395F78084}" type="sibTrans" cxnId="{6A8DF259-ACA6-45F4-9E98-8A504C6CD94D}">
      <dgm:prSet/>
      <dgm:spPr/>
      <dgm:t>
        <a:bodyPr/>
        <a:lstStyle/>
        <a:p>
          <a:endParaRPr lang="en-US"/>
        </a:p>
      </dgm:t>
    </dgm:pt>
    <dgm:pt modelId="{306D0451-BA21-4A7A-B3B2-0C05972A16A5}">
      <dgm:prSet phldrT="[Text]"/>
      <dgm:spPr>
        <a:solidFill>
          <a:schemeClr val="bg1">
            <a:lumMod val="50000"/>
          </a:schemeClr>
        </a:solidFill>
      </dgm:spPr>
      <dgm:t>
        <a:bodyPr/>
        <a:lstStyle/>
        <a:p>
          <a:r>
            <a:rPr lang="en-US" dirty="0"/>
            <a:t>Diverse views on independence</a:t>
          </a:r>
        </a:p>
      </dgm:t>
    </dgm:pt>
    <dgm:pt modelId="{13C64DE7-67AA-4939-84A3-74AF48DB72B1}" type="parTrans" cxnId="{9E7DD04D-ACC5-47A4-934F-5E1E173D108C}">
      <dgm:prSet/>
      <dgm:spPr/>
      <dgm:t>
        <a:bodyPr/>
        <a:lstStyle/>
        <a:p>
          <a:endParaRPr lang="en-US"/>
        </a:p>
      </dgm:t>
    </dgm:pt>
    <dgm:pt modelId="{24650AE8-2D95-4F86-BEB6-84963BB7096B}" type="sibTrans" cxnId="{9E7DD04D-ACC5-47A4-934F-5E1E173D108C}">
      <dgm:prSet/>
      <dgm:spPr/>
      <dgm:t>
        <a:bodyPr/>
        <a:lstStyle/>
        <a:p>
          <a:endParaRPr lang="en-US"/>
        </a:p>
      </dgm:t>
    </dgm:pt>
    <dgm:pt modelId="{451E3E09-9874-4E94-8B2F-C0F966D1B9EB}">
      <dgm:prSet phldrT="[Text]"/>
      <dgm:spPr>
        <a:solidFill>
          <a:schemeClr val="tx1">
            <a:lumMod val="50000"/>
            <a:lumOff val="50000"/>
          </a:schemeClr>
        </a:solidFill>
      </dgm:spPr>
      <dgm:t>
        <a:bodyPr/>
        <a:lstStyle/>
        <a:p>
          <a:r>
            <a:rPr lang="en-US" dirty="0"/>
            <a:t>Questioned </a:t>
          </a:r>
          <a:r>
            <a:rPr lang="en-CA" dirty="0"/>
            <a:t>the</a:t>
          </a:r>
          <a:r>
            <a:rPr lang="en-US" dirty="0"/>
            <a:t> change</a:t>
          </a:r>
          <a:r>
            <a:rPr lang="en-CA" dirty="0"/>
            <a:t> from</a:t>
          </a:r>
          <a:r>
            <a:rPr lang="en-US" dirty="0"/>
            <a:t> ‘factual findings’ to ‘findings’</a:t>
          </a:r>
        </a:p>
      </dgm:t>
    </dgm:pt>
    <dgm:pt modelId="{EACD40DB-3F70-43CE-8FE9-0ABC18417AC0}" type="parTrans" cxnId="{04CF7020-30D1-423C-863D-3B93D4413B6B}">
      <dgm:prSet/>
      <dgm:spPr/>
      <dgm:t>
        <a:bodyPr/>
        <a:lstStyle/>
        <a:p>
          <a:endParaRPr lang="en-US"/>
        </a:p>
      </dgm:t>
    </dgm:pt>
    <dgm:pt modelId="{2A7E6D3F-C111-489A-81A0-ABFE8E7412D7}" type="sibTrans" cxnId="{04CF7020-30D1-423C-863D-3B93D4413B6B}">
      <dgm:prSet/>
      <dgm:spPr/>
      <dgm:t>
        <a:bodyPr/>
        <a:lstStyle/>
        <a:p>
          <a:endParaRPr lang="en-US"/>
        </a:p>
      </dgm:t>
    </dgm:pt>
    <dgm:pt modelId="{173ECF6E-CA74-4DC4-B087-198CC6727A9D}">
      <dgm:prSet phldrT="[Text]"/>
      <dgm:spPr>
        <a:solidFill>
          <a:schemeClr val="bg1">
            <a:lumMod val="50000"/>
          </a:schemeClr>
        </a:solidFill>
      </dgm:spPr>
      <dgm:t>
        <a:bodyPr/>
        <a:lstStyle/>
        <a:p>
          <a:r>
            <a:rPr lang="en-US" dirty="0"/>
            <a:t>Suggest</a:t>
          </a:r>
          <a:r>
            <a:rPr lang="en-CA" dirty="0"/>
            <a:t>ion made </a:t>
          </a:r>
          <a:r>
            <a:rPr lang="en-US" dirty="0"/>
            <a:t>to enhance the illustrative reports</a:t>
          </a:r>
        </a:p>
      </dgm:t>
    </dgm:pt>
    <dgm:pt modelId="{E0487B7B-029B-4093-89E5-033B577FD6B3}" type="parTrans" cxnId="{BDE32D20-25FE-4B72-82DF-4ECF47A6BFBC}">
      <dgm:prSet/>
      <dgm:spPr/>
      <dgm:t>
        <a:bodyPr/>
        <a:lstStyle/>
        <a:p>
          <a:endParaRPr lang="en-US"/>
        </a:p>
      </dgm:t>
    </dgm:pt>
    <dgm:pt modelId="{9A88C977-6FA4-4AEF-AC8E-1D3319FED188}" type="sibTrans" cxnId="{BDE32D20-25FE-4B72-82DF-4ECF47A6BFBC}">
      <dgm:prSet/>
      <dgm:spPr/>
      <dgm:t>
        <a:bodyPr/>
        <a:lstStyle/>
        <a:p>
          <a:endParaRPr lang="en-US"/>
        </a:p>
      </dgm:t>
    </dgm:pt>
    <dgm:pt modelId="{B2E0B650-C3FB-483F-BABF-AE4BCA44D51C}">
      <dgm:prSet phldrT="[Text]"/>
      <dgm:spPr>
        <a:solidFill>
          <a:schemeClr val="tx1">
            <a:lumMod val="50000"/>
            <a:lumOff val="50000"/>
          </a:schemeClr>
        </a:solidFill>
      </dgm:spPr>
      <dgm:t>
        <a:bodyPr/>
        <a:lstStyle/>
        <a:p>
          <a:r>
            <a:rPr lang="en-US" dirty="0"/>
            <a:t>General support for proposals exposure period and effective date</a:t>
          </a:r>
        </a:p>
      </dgm:t>
    </dgm:pt>
    <dgm:pt modelId="{B460AC3B-CA5B-413C-9DF1-944637195B2F}" type="parTrans" cxnId="{981D05D7-1393-4AF5-9916-127504900914}">
      <dgm:prSet/>
      <dgm:spPr/>
      <dgm:t>
        <a:bodyPr/>
        <a:lstStyle/>
        <a:p>
          <a:endParaRPr lang="en-US"/>
        </a:p>
      </dgm:t>
    </dgm:pt>
    <dgm:pt modelId="{4D9C07D0-DAE9-4DD8-B9AC-339D3AA3F584}" type="sibTrans" cxnId="{981D05D7-1393-4AF5-9916-127504900914}">
      <dgm:prSet/>
      <dgm:spPr/>
      <dgm:t>
        <a:bodyPr/>
        <a:lstStyle/>
        <a:p>
          <a:endParaRPr lang="en-US"/>
        </a:p>
      </dgm:t>
    </dgm:pt>
    <dgm:pt modelId="{314E138C-56B8-4D56-BC62-D0982053CB45}">
      <dgm:prSet phldrT="[Text]"/>
      <dgm:spPr/>
      <dgm:t>
        <a:bodyPr/>
        <a:lstStyle/>
        <a:p>
          <a:r>
            <a:rPr lang="en-US" dirty="0"/>
            <a:t>Some representatives were of view that independence should be required</a:t>
          </a:r>
        </a:p>
      </dgm:t>
    </dgm:pt>
    <dgm:pt modelId="{0194DC55-E88B-4E78-83E2-876AFD55EFFA}" type="sibTrans" cxnId="{4AB1EFB3-F3A3-4BB0-A347-3EC5090D181F}">
      <dgm:prSet/>
      <dgm:spPr/>
      <dgm:t>
        <a:bodyPr/>
        <a:lstStyle/>
        <a:p>
          <a:endParaRPr lang="en-US"/>
        </a:p>
      </dgm:t>
    </dgm:pt>
    <dgm:pt modelId="{47152E9C-0067-4C91-A4AC-18D1A8DC2A4C}" type="parTrans" cxnId="{4AB1EFB3-F3A3-4BB0-A347-3EC5090D181F}">
      <dgm:prSet/>
      <dgm:spPr/>
      <dgm:t>
        <a:bodyPr/>
        <a:lstStyle/>
        <a:p>
          <a:endParaRPr lang="en-US"/>
        </a:p>
      </dgm:t>
    </dgm:pt>
    <dgm:pt modelId="{21CB0603-DB9E-4886-A590-3F693AC9CD96}">
      <dgm:prSet phldrT="[Text]"/>
      <dgm:spPr/>
      <dgm:t>
        <a:bodyPr/>
        <a:lstStyle/>
        <a:p>
          <a:pPr>
            <a:buFont typeface="Courier New" panose="02070309020205020404" pitchFamily="49" charset="0"/>
            <a:buChar char="o"/>
          </a:pPr>
          <a:r>
            <a:rPr lang="en-US" dirty="0"/>
            <a:t>IESBA Code doesn’t have separate standard on independence for AUP engagements</a:t>
          </a:r>
        </a:p>
      </dgm:t>
    </dgm:pt>
    <dgm:pt modelId="{623C6E1E-9BF2-43C4-8D7E-C08837C36E28}" type="sibTrans" cxnId="{F396EE4C-9FBC-427E-B546-3CC3DDB77EC7}">
      <dgm:prSet/>
      <dgm:spPr/>
      <dgm:t>
        <a:bodyPr/>
        <a:lstStyle/>
        <a:p>
          <a:endParaRPr lang="en-US"/>
        </a:p>
      </dgm:t>
    </dgm:pt>
    <dgm:pt modelId="{5697D44F-040E-4987-AE26-13FC8F0E3A62}" type="parTrans" cxnId="{F396EE4C-9FBC-427E-B546-3CC3DDB77EC7}">
      <dgm:prSet/>
      <dgm:spPr/>
      <dgm:t>
        <a:bodyPr/>
        <a:lstStyle/>
        <a:p>
          <a:endParaRPr lang="en-US"/>
        </a:p>
      </dgm:t>
    </dgm:pt>
    <dgm:pt modelId="{E3189A25-B55A-4FB2-AD1C-DEC37EC7B077}">
      <dgm:prSet phldrT="[Text]"/>
      <dgm:spPr/>
      <dgm:t>
        <a:bodyPr/>
        <a:lstStyle/>
        <a:p>
          <a:r>
            <a:rPr lang="en-US" dirty="0"/>
            <a:t>Others supported Task Force’s proposals</a:t>
          </a:r>
        </a:p>
      </dgm:t>
    </dgm:pt>
    <dgm:pt modelId="{BC2467D1-34F9-4B80-B260-035F97ADA19E}" type="sibTrans" cxnId="{A1FD9D53-8E7A-4F9B-A14B-9310B2AD9F21}">
      <dgm:prSet/>
      <dgm:spPr/>
      <dgm:t>
        <a:bodyPr/>
        <a:lstStyle/>
        <a:p>
          <a:endParaRPr lang="en-US"/>
        </a:p>
      </dgm:t>
    </dgm:pt>
    <dgm:pt modelId="{8D9CA7D1-147E-4DE7-89FB-A5CBC39C5BE0}" type="parTrans" cxnId="{A1FD9D53-8E7A-4F9B-A14B-9310B2AD9F21}">
      <dgm:prSet/>
      <dgm:spPr/>
      <dgm:t>
        <a:bodyPr/>
        <a:lstStyle/>
        <a:p>
          <a:endParaRPr lang="en-US"/>
        </a:p>
      </dgm:t>
    </dgm:pt>
    <dgm:pt modelId="{39E80C4F-060A-4538-9371-895F8C75C35B}">
      <dgm:prSet phldrT="[Text]"/>
      <dgm:spPr/>
      <dgm:t>
        <a:bodyPr/>
        <a:lstStyle/>
        <a:p>
          <a:r>
            <a:rPr lang="en-US" dirty="0"/>
            <a:t>Should the nature of the AUP engagement drive independence requirements?</a:t>
          </a:r>
        </a:p>
      </dgm:t>
    </dgm:pt>
    <dgm:pt modelId="{0F90F570-2187-4E91-BCF1-21613D581D3B}" type="sibTrans" cxnId="{875B4C48-D09A-4A67-8FCA-A8C361619E48}">
      <dgm:prSet/>
      <dgm:spPr/>
      <dgm:t>
        <a:bodyPr/>
        <a:lstStyle/>
        <a:p>
          <a:endParaRPr lang="en-US"/>
        </a:p>
      </dgm:t>
    </dgm:pt>
    <dgm:pt modelId="{C580A656-39B5-4938-AC95-B0CA67F61725}" type="parTrans" cxnId="{875B4C48-D09A-4A67-8FCA-A8C361619E48}">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1FA49670-A754-43A7-A9BB-EDFC3D1D4CDD}" type="pres">
      <dgm:prSet presAssocID="{79BE7448-99F8-40FE-9E7C-A3A08569E873}" presName="parentText" presStyleLbl="node1" presStyleIdx="0" presStyleCnt="5">
        <dgm:presLayoutVars>
          <dgm:chMax val="0"/>
          <dgm:bulletEnabled val="1"/>
        </dgm:presLayoutVars>
      </dgm:prSet>
      <dgm:spPr/>
    </dgm:pt>
    <dgm:pt modelId="{F05E29F1-7924-480E-B988-ED1C19F23B27}" type="pres">
      <dgm:prSet presAssocID="{C0881E8C-A915-4154-81E4-A07395F78084}" presName="spacer" presStyleCnt="0"/>
      <dgm:spPr/>
    </dgm:pt>
    <dgm:pt modelId="{AA425136-1A3D-40E6-9DE9-A2FA8807D8C0}" type="pres">
      <dgm:prSet presAssocID="{306D0451-BA21-4A7A-B3B2-0C05972A16A5}" presName="parentText" presStyleLbl="node1" presStyleIdx="1" presStyleCnt="5">
        <dgm:presLayoutVars>
          <dgm:chMax val="0"/>
          <dgm:bulletEnabled val="1"/>
        </dgm:presLayoutVars>
      </dgm:prSet>
      <dgm:spPr/>
    </dgm:pt>
    <dgm:pt modelId="{6D33D790-CC26-4E98-A864-C053DB1CC4D3}" type="pres">
      <dgm:prSet presAssocID="{306D0451-BA21-4A7A-B3B2-0C05972A16A5}" presName="childText" presStyleLbl="revTx" presStyleIdx="0" presStyleCnt="1">
        <dgm:presLayoutVars>
          <dgm:bulletEnabled val="1"/>
        </dgm:presLayoutVars>
      </dgm:prSet>
      <dgm:spPr/>
    </dgm:pt>
    <dgm:pt modelId="{DCA941AB-3DF9-4B2E-BEC4-83890E5947E8}" type="pres">
      <dgm:prSet presAssocID="{451E3E09-9874-4E94-8B2F-C0F966D1B9EB}" presName="parentText" presStyleLbl="node1" presStyleIdx="2" presStyleCnt="5">
        <dgm:presLayoutVars>
          <dgm:chMax val="0"/>
          <dgm:bulletEnabled val="1"/>
        </dgm:presLayoutVars>
      </dgm:prSet>
      <dgm:spPr/>
    </dgm:pt>
    <dgm:pt modelId="{165A7059-4632-42C3-9458-D9325D35DC61}" type="pres">
      <dgm:prSet presAssocID="{2A7E6D3F-C111-489A-81A0-ABFE8E7412D7}" presName="spacer" presStyleCnt="0"/>
      <dgm:spPr/>
    </dgm:pt>
    <dgm:pt modelId="{9CBA813F-5E48-4CB7-8537-724C5158F4F9}" type="pres">
      <dgm:prSet presAssocID="{173ECF6E-CA74-4DC4-B087-198CC6727A9D}" presName="parentText" presStyleLbl="node1" presStyleIdx="3" presStyleCnt="5">
        <dgm:presLayoutVars>
          <dgm:chMax val="0"/>
          <dgm:bulletEnabled val="1"/>
        </dgm:presLayoutVars>
      </dgm:prSet>
      <dgm:spPr/>
    </dgm:pt>
    <dgm:pt modelId="{D73E0062-0B1A-42BD-8D12-CB1E862361BB}" type="pres">
      <dgm:prSet presAssocID="{9A88C977-6FA4-4AEF-AC8E-1D3319FED188}" presName="spacer" presStyleCnt="0"/>
      <dgm:spPr/>
    </dgm:pt>
    <dgm:pt modelId="{E1C593E5-25B8-4ACB-8679-8FC2C1E31694}" type="pres">
      <dgm:prSet presAssocID="{B2E0B650-C3FB-483F-BABF-AE4BCA44D51C}" presName="parentText" presStyleLbl="node1" presStyleIdx="4" presStyleCnt="5">
        <dgm:presLayoutVars>
          <dgm:chMax val="0"/>
          <dgm:bulletEnabled val="1"/>
        </dgm:presLayoutVars>
      </dgm:prSet>
      <dgm:spPr/>
    </dgm:pt>
  </dgm:ptLst>
  <dgm:cxnLst>
    <dgm:cxn modelId="{5BD8F500-FA3B-4433-8023-0A4531FB2AD6}" type="presOf" srcId="{173ECF6E-CA74-4DC4-B087-198CC6727A9D}" destId="{9CBA813F-5E48-4CB7-8537-724C5158F4F9}" srcOrd="0" destOrd="0" presId="urn:microsoft.com/office/officeart/2005/8/layout/vList2"/>
    <dgm:cxn modelId="{BDE32D20-25FE-4B72-82DF-4ECF47A6BFBC}" srcId="{1675C45F-52C5-4517-BFF8-C6A92AF99F84}" destId="{173ECF6E-CA74-4DC4-B087-198CC6727A9D}" srcOrd="3" destOrd="0" parTransId="{E0487B7B-029B-4093-89E5-033B577FD6B3}" sibTransId="{9A88C977-6FA4-4AEF-AC8E-1D3319FED188}"/>
    <dgm:cxn modelId="{04CF7020-30D1-423C-863D-3B93D4413B6B}" srcId="{1675C45F-52C5-4517-BFF8-C6A92AF99F84}" destId="{451E3E09-9874-4E94-8B2F-C0F966D1B9EB}" srcOrd="2" destOrd="0" parTransId="{EACD40DB-3F70-43CE-8FE9-0ABC18417AC0}" sibTransId="{2A7E6D3F-C111-489A-81A0-ABFE8E7412D7}"/>
    <dgm:cxn modelId="{5BFBD924-56E9-46F7-BF73-51504794D114}" type="presOf" srcId="{39E80C4F-060A-4538-9371-895F8C75C35B}" destId="{6D33D790-CC26-4E98-A864-C053DB1CC4D3}" srcOrd="0" destOrd="3" presId="urn:microsoft.com/office/officeart/2005/8/layout/vList2"/>
    <dgm:cxn modelId="{34E75C2A-88C5-4E60-8B3D-1E9B2EEF0E42}" type="presOf" srcId="{1675C45F-52C5-4517-BFF8-C6A92AF99F84}" destId="{EC79B6D6-6675-42E2-9E62-42A2F7E53359}" srcOrd="0" destOrd="0" presId="urn:microsoft.com/office/officeart/2005/8/layout/vList2"/>
    <dgm:cxn modelId="{A3760168-6396-4BB0-BF1B-C3DD158C279C}" type="presOf" srcId="{314E138C-56B8-4D56-BC62-D0982053CB45}" destId="{6D33D790-CC26-4E98-A864-C053DB1CC4D3}" srcOrd="0" destOrd="0" presId="urn:microsoft.com/office/officeart/2005/8/layout/vList2"/>
    <dgm:cxn modelId="{875B4C48-D09A-4A67-8FCA-A8C361619E48}" srcId="{306D0451-BA21-4A7A-B3B2-0C05972A16A5}" destId="{39E80C4F-060A-4538-9371-895F8C75C35B}" srcOrd="2" destOrd="0" parTransId="{C580A656-39B5-4938-AC95-B0CA67F61725}" sibTransId="{0F90F570-2187-4E91-BCF1-21613D581D3B}"/>
    <dgm:cxn modelId="{F396EE4C-9FBC-427E-B546-3CC3DDB77EC7}" srcId="{314E138C-56B8-4D56-BC62-D0982053CB45}" destId="{21CB0603-DB9E-4886-A590-3F693AC9CD96}" srcOrd="0" destOrd="0" parTransId="{5697D44F-040E-4987-AE26-13FC8F0E3A62}" sibTransId="{623C6E1E-9BF2-43C4-8D7E-C08837C36E28}"/>
    <dgm:cxn modelId="{9E7DD04D-ACC5-47A4-934F-5E1E173D108C}" srcId="{1675C45F-52C5-4517-BFF8-C6A92AF99F84}" destId="{306D0451-BA21-4A7A-B3B2-0C05972A16A5}" srcOrd="1" destOrd="0" parTransId="{13C64DE7-67AA-4939-84A3-74AF48DB72B1}" sibTransId="{24650AE8-2D95-4F86-BEB6-84963BB7096B}"/>
    <dgm:cxn modelId="{A1FD9D53-8E7A-4F9B-A14B-9310B2AD9F21}" srcId="{306D0451-BA21-4A7A-B3B2-0C05972A16A5}" destId="{E3189A25-B55A-4FB2-AD1C-DEC37EC7B077}" srcOrd="1" destOrd="0" parTransId="{8D9CA7D1-147E-4DE7-89FB-A5CBC39C5BE0}" sibTransId="{BC2467D1-34F9-4B80-B260-035F97ADA19E}"/>
    <dgm:cxn modelId="{6A8DF259-ACA6-45F4-9E98-8A504C6CD94D}" srcId="{1675C45F-52C5-4517-BFF8-C6A92AF99F84}" destId="{79BE7448-99F8-40FE-9E7C-A3A08569E873}" srcOrd="0" destOrd="0" parTransId="{C7984BF3-8FC9-4CEF-A54E-187EA8ECB66A}" sibTransId="{C0881E8C-A915-4154-81E4-A07395F78084}"/>
    <dgm:cxn modelId="{4A71D88A-8084-45E0-8BA8-E7A01D59B94F}" type="presOf" srcId="{451E3E09-9874-4E94-8B2F-C0F966D1B9EB}" destId="{DCA941AB-3DF9-4B2E-BEC4-83890E5947E8}" srcOrd="0" destOrd="0" presId="urn:microsoft.com/office/officeart/2005/8/layout/vList2"/>
    <dgm:cxn modelId="{8494B1A2-032D-470D-B953-D1872AEC0C82}" type="presOf" srcId="{B2E0B650-C3FB-483F-BABF-AE4BCA44D51C}" destId="{E1C593E5-25B8-4ACB-8679-8FC2C1E31694}" srcOrd="0" destOrd="0" presId="urn:microsoft.com/office/officeart/2005/8/layout/vList2"/>
    <dgm:cxn modelId="{CC6D67AC-DF12-46AF-AD4B-E0A3EE02CF5C}" type="presOf" srcId="{E3189A25-B55A-4FB2-AD1C-DEC37EC7B077}" destId="{6D33D790-CC26-4E98-A864-C053DB1CC4D3}" srcOrd="0" destOrd="2" presId="urn:microsoft.com/office/officeart/2005/8/layout/vList2"/>
    <dgm:cxn modelId="{4AB1EFB3-F3A3-4BB0-A347-3EC5090D181F}" srcId="{306D0451-BA21-4A7A-B3B2-0C05972A16A5}" destId="{314E138C-56B8-4D56-BC62-D0982053CB45}" srcOrd="0" destOrd="0" parTransId="{47152E9C-0067-4C91-A4AC-18D1A8DC2A4C}" sibTransId="{0194DC55-E88B-4E78-83E2-876AFD55EFFA}"/>
    <dgm:cxn modelId="{614FDFB5-4AD4-41CC-AA68-BB0AED1D5F58}" type="presOf" srcId="{21CB0603-DB9E-4886-A590-3F693AC9CD96}" destId="{6D33D790-CC26-4E98-A864-C053DB1CC4D3}" srcOrd="0" destOrd="1" presId="urn:microsoft.com/office/officeart/2005/8/layout/vList2"/>
    <dgm:cxn modelId="{981D05D7-1393-4AF5-9916-127504900914}" srcId="{1675C45F-52C5-4517-BFF8-C6A92AF99F84}" destId="{B2E0B650-C3FB-483F-BABF-AE4BCA44D51C}" srcOrd="4" destOrd="0" parTransId="{B460AC3B-CA5B-413C-9DF1-944637195B2F}" sibTransId="{4D9C07D0-DAE9-4DD8-B9AC-339D3AA3F584}"/>
    <dgm:cxn modelId="{AE9A6CE2-CB41-47B1-99E5-88F72B59FF20}" type="presOf" srcId="{79BE7448-99F8-40FE-9E7C-A3A08569E873}" destId="{1FA49670-A754-43A7-A9BB-EDFC3D1D4CDD}" srcOrd="0" destOrd="0" presId="urn:microsoft.com/office/officeart/2005/8/layout/vList2"/>
    <dgm:cxn modelId="{F55489E5-442C-4135-A070-883E6EAF2D04}" type="presOf" srcId="{306D0451-BA21-4A7A-B3B2-0C05972A16A5}" destId="{AA425136-1A3D-40E6-9DE9-A2FA8807D8C0}" srcOrd="0" destOrd="0" presId="urn:microsoft.com/office/officeart/2005/8/layout/vList2"/>
    <dgm:cxn modelId="{B9AB397D-A47B-4031-9028-E197A45ED6F8}" type="presParOf" srcId="{EC79B6D6-6675-42E2-9E62-42A2F7E53359}" destId="{1FA49670-A754-43A7-A9BB-EDFC3D1D4CDD}" srcOrd="0" destOrd="0" presId="urn:microsoft.com/office/officeart/2005/8/layout/vList2"/>
    <dgm:cxn modelId="{E2A3100A-6F8A-4B27-874C-2121D5710612}" type="presParOf" srcId="{EC79B6D6-6675-42E2-9E62-42A2F7E53359}" destId="{F05E29F1-7924-480E-B988-ED1C19F23B27}" srcOrd="1" destOrd="0" presId="urn:microsoft.com/office/officeart/2005/8/layout/vList2"/>
    <dgm:cxn modelId="{AE31F737-E59D-48EE-B6C6-97025AC02CA8}" type="presParOf" srcId="{EC79B6D6-6675-42E2-9E62-42A2F7E53359}" destId="{AA425136-1A3D-40E6-9DE9-A2FA8807D8C0}" srcOrd="2" destOrd="0" presId="urn:microsoft.com/office/officeart/2005/8/layout/vList2"/>
    <dgm:cxn modelId="{58760F54-0676-4EB6-BB7A-2EB44D3FD3BB}" type="presParOf" srcId="{EC79B6D6-6675-42E2-9E62-42A2F7E53359}" destId="{6D33D790-CC26-4E98-A864-C053DB1CC4D3}" srcOrd="3" destOrd="0" presId="urn:microsoft.com/office/officeart/2005/8/layout/vList2"/>
    <dgm:cxn modelId="{6C400A67-909D-417C-A4F7-63701AFFED23}" type="presParOf" srcId="{EC79B6D6-6675-42E2-9E62-42A2F7E53359}" destId="{DCA941AB-3DF9-4B2E-BEC4-83890E5947E8}" srcOrd="4" destOrd="0" presId="urn:microsoft.com/office/officeart/2005/8/layout/vList2"/>
    <dgm:cxn modelId="{217558E2-44C9-4F8D-9D9D-370E7B7B1C43}" type="presParOf" srcId="{EC79B6D6-6675-42E2-9E62-42A2F7E53359}" destId="{165A7059-4632-42C3-9458-D9325D35DC61}" srcOrd="5" destOrd="0" presId="urn:microsoft.com/office/officeart/2005/8/layout/vList2"/>
    <dgm:cxn modelId="{04B11DCE-C43D-42E0-95CA-7E0069D017F8}" type="presParOf" srcId="{EC79B6D6-6675-42E2-9E62-42A2F7E53359}" destId="{9CBA813F-5E48-4CB7-8537-724C5158F4F9}" srcOrd="6" destOrd="0" presId="urn:microsoft.com/office/officeart/2005/8/layout/vList2"/>
    <dgm:cxn modelId="{C1407426-126C-4014-84E5-C897841CD5D1}" type="presParOf" srcId="{EC79B6D6-6675-42E2-9E62-42A2F7E53359}" destId="{D73E0062-0B1A-42BD-8D12-CB1E862361BB}" srcOrd="7" destOrd="0" presId="urn:microsoft.com/office/officeart/2005/8/layout/vList2"/>
    <dgm:cxn modelId="{86E56915-6400-4A5B-BB20-D7F222A50297}" type="presParOf" srcId="{EC79B6D6-6675-42E2-9E62-42A2F7E53359}" destId="{E1C593E5-25B8-4ACB-8679-8FC2C1E3169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75C45F-52C5-4517-BFF8-C6A92AF99F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EA9A4FF-B510-43FF-B0A9-FCA8093402B1}">
      <dgm:prSet phldrT="[Text]" custT="1"/>
      <dgm:spPr>
        <a:solidFill>
          <a:schemeClr val="bg1">
            <a:lumMod val="50000"/>
          </a:schemeClr>
        </a:solidFill>
      </dgm:spPr>
      <dgm:t>
        <a:bodyPr/>
        <a:lstStyle/>
        <a:p>
          <a:r>
            <a:rPr lang="en-US" sz="1450" b="0" dirty="0"/>
            <a:t>Support the engaging party and intended users assessing for themselves the procedures and findings reported by the practitioner, and drawing their own conclusions</a:t>
          </a:r>
        </a:p>
      </dgm:t>
    </dgm:pt>
    <dgm:pt modelId="{0602B750-C224-4C92-A48A-080EB04FC6B5}" type="parTrans" cxnId="{2DE16174-2941-4078-B5C3-8AFA88218A76}">
      <dgm:prSet/>
      <dgm:spPr/>
      <dgm:t>
        <a:bodyPr/>
        <a:lstStyle/>
        <a:p>
          <a:endParaRPr lang="en-US"/>
        </a:p>
      </dgm:t>
    </dgm:pt>
    <dgm:pt modelId="{23C05F0C-13AF-4E05-A9FA-18E95B277583}" type="sibTrans" cxnId="{2DE16174-2941-4078-B5C3-8AFA88218A76}">
      <dgm:prSet/>
      <dgm:spPr/>
      <dgm:t>
        <a:bodyPr/>
        <a:lstStyle/>
        <a:p>
          <a:endParaRPr lang="en-US"/>
        </a:p>
      </dgm:t>
    </dgm:pt>
    <dgm:pt modelId="{88C5E63D-A5B2-4A93-A639-592D726BD1EB}">
      <dgm:prSet phldrT="[Text]" custT="1"/>
      <dgm:spPr>
        <a:solidFill>
          <a:schemeClr val="tx1">
            <a:lumMod val="50000"/>
            <a:lumOff val="50000"/>
          </a:schemeClr>
        </a:solidFill>
      </dgm:spPr>
      <dgm:t>
        <a:bodyPr/>
        <a:lstStyle/>
        <a:p>
          <a:r>
            <a:rPr lang="en-US" sz="1450" b="0" dirty="0"/>
            <a:t>Project is very important</a:t>
          </a:r>
        </a:p>
      </dgm:t>
    </dgm:pt>
    <dgm:pt modelId="{13CDCEE3-AD14-4C36-8C65-E6B8254303A3}" type="parTrans" cxnId="{A713B842-CEFA-4473-A551-3F5A68BCA90B}">
      <dgm:prSet/>
      <dgm:spPr/>
      <dgm:t>
        <a:bodyPr/>
        <a:lstStyle/>
        <a:p>
          <a:endParaRPr lang="en-US"/>
        </a:p>
      </dgm:t>
    </dgm:pt>
    <dgm:pt modelId="{19441EE1-1A3E-4223-9D85-E8355691C1A8}" type="sibTrans" cxnId="{A713B842-CEFA-4473-A551-3F5A68BCA90B}">
      <dgm:prSet/>
      <dgm:spPr/>
      <dgm:t>
        <a:bodyPr/>
        <a:lstStyle/>
        <a:p>
          <a:endParaRPr lang="en-US"/>
        </a:p>
      </dgm:t>
    </dgm:pt>
    <dgm:pt modelId="{0A6A3573-5885-4456-9849-8CA329B7D156}">
      <dgm:prSet phldrT="[Text]" custT="1"/>
      <dgm:spPr>
        <a:solidFill>
          <a:schemeClr val="tx1">
            <a:lumMod val="50000"/>
            <a:lumOff val="50000"/>
          </a:schemeClr>
        </a:solidFill>
      </dgm:spPr>
      <dgm:t>
        <a:bodyPr/>
        <a:lstStyle/>
        <a:p>
          <a:r>
            <a:rPr lang="en-US" sz="1450" b="0" dirty="0"/>
            <a:t>Require a statement in the report where independence is required but the practitioner is not independent but render such a statement optional where independence is not mandatory</a:t>
          </a:r>
        </a:p>
      </dgm:t>
    </dgm:pt>
    <dgm:pt modelId="{504B0B52-7C57-4EB3-9714-F13C6E66392A}" type="parTrans" cxnId="{CD5930AE-0B8B-4A43-8ED4-29CC4295DB5A}">
      <dgm:prSet/>
      <dgm:spPr/>
      <dgm:t>
        <a:bodyPr/>
        <a:lstStyle/>
        <a:p>
          <a:endParaRPr lang="en-US"/>
        </a:p>
      </dgm:t>
    </dgm:pt>
    <dgm:pt modelId="{1241C4F2-6575-4283-A2DF-102D79DC97A3}" type="sibTrans" cxnId="{CD5930AE-0B8B-4A43-8ED4-29CC4295DB5A}">
      <dgm:prSet/>
      <dgm:spPr/>
      <dgm:t>
        <a:bodyPr/>
        <a:lstStyle/>
        <a:p>
          <a:endParaRPr lang="en-US"/>
        </a:p>
      </dgm:t>
    </dgm:pt>
    <dgm:pt modelId="{F556065D-E314-47CA-ACA8-7FA41611699D}">
      <dgm:prSet phldrT="[Text]" custT="1"/>
      <dgm:spPr>
        <a:solidFill>
          <a:schemeClr val="bg1">
            <a:lumMod val="50000"/>
          </a:schemeClr>
        </a:solidFill>
      </dgm:spPr>
      <dgm:t>
        <a:bodyPr/>
        <a:lstStyle/>
        <a:p>
          <a:r>
            <a:rPr lang="en-US" sz="1450" b="0" dirty="0"/>
            <a:t>Clarify that AUP engagements exclude the use of Professional Judgment in the performance of procedures after they have been agreed</a:t>
          </a:r>
        </a:p>
      </dgm:t>
    </dgm:pt>
    <dgm:pt modelId="{C7FE2938-A960-4B9F-9A1B-D9BF443D11E5}" type="parTrans" cxnId="{18751B4C-F7FD-4143-AE95-E5DD5458987A}">
      <dgm:prSet/>
      <dgm:spPr/>
      <dgm:t>
        <a:bodyPr/>
        <a:lstStyle/>
        <a:p>
          <a:endParaRPr lang="en-US"/>
        </a:p>
      </dgm:t>
    </dgm:pt>
    <dgm:pt modelId="{BCDF07D9-E313-48A6-A1E4-F8638E454206}" type="sibTrans" cxnId="{18751B4C-F7FD-4143-AE95-E5DD5458987A}">
      <dgm:prSet/>
      <dgm:spPr/>
      <dgm:t>
        <a:bodyPr/>
        <a:lstStyle/>
        <a:p>
          <a:endParaRPr lang="en-US"/>
        </a:p>
      </dgm:t>
    </dgm:pt>
    <dgm:pt modelId="{C34DDC3A-A5F8-47DC-AB56-845556C561E2}">
      <dgm:prSet phldrT="[Text]" custT="1"/>
      <dgm:spPr>
        <a:solidFill>
          <a:schemeClr val="bg1">
            <a:lumMod val="50000"/>
          </a:schemeClr>
        </a:solidFill>
      </dgm:spPr>
      <dgm:t>
        <a:bodyPr/>
        <a:lstStyle/>
        <a:p>
          <a:r>
            <a:rPr lang="en-US" sz="1450" b="0" dirty="0"/>
            <a:t>Agree that restrictions on the AUP report should not be required</a:t>
          </a:r>
        </a:p>
      </dgm:t>
    </dgm:pt>
    <dgm:pt modelId="{9207AB59-970F-42EE-A8A6-DFB85D5C4146}" type="parTrans" cxnId="{A12A1477-EA73-4F96-8379-19930342CB5A}">
      <dgm:prSet/>
      <dgm:spPr/>
      <dgm:t>
        <a:bodyPr/>
        <a:lstStyle/>
        <a:p>
          <a:endParaRPr lang="en-US"/>
        </a:p>
      </dgm:t>
    </dgm:pt>
    <dgm:pt modelId="{D9F63184-B606-4535-9EE5-9E33E1B27AF6}" type="sibTrans" cxnId="{A12A1477-EA73-4F96-8379-19930342CB5A}">
      <dgm:prSet/>
      <dgm:spPr/>
      <dgm:t>
        <a:bodyPr/>
        <a:lstStyle/>
        <a:p>
          <a:endParaRPr lang="en-US"/>
        </a:p>
      </dgm:t>
    </dgm:pt>
    <dgm:pt modelId="{99AE3723-CB94-461D-8DA9-5A322A7E3197}">
      <dgm:prSet phldrT="[Text]" custT="1"/>
      <dgm:spPr>
        <a:solidFill>
          <a:schemeClr val="tx1">
            <a:lumMod val="50000"/>
            <a:lumOff val="50000"/>
          </a:schemeClr>
        </a:solidFill>
      </dgm:spPr>
      <dgm:t>
        <a:bodyPr/>
        <a:lstStyle/>
        <a:p>
          <a:r>
            <a:rPr lang="en-US" sz="1450" b="0" dirty="0"/>
            <a:t>Refer to the Engagement Partner having review responsibilities in Engagement Level Quality Control</a:t>
          </a:r>
        </a:p>
      </dgm:t>
    </dgm:pt>
    <dgm:pt modelId="{8F5D7E8A-2710-428A-9B93-EAAFBC5B75C0}" type="parTrans" cxnId="{5EED54F3-62E7-4674-91D7-A22864B6EBE3}">
      <dgm:prSet/>
      <dgm:spPr/>
      <dgm:t>
        <a:bodyPr/>
        <a:lstStyle/>
        <a:p>
          <a:endParaRPr lang="en-US"/>
        </a:p>
      </dgm:t>
    </dgm:pt>
    <dgm:pt modelId="{351CFF71-0B53-45E2-8D53-0949A1E17EA8}" type="sibTrans" cxnId="{5EED54F3-62E7-4674-91D7-A22864B6EBE3}">
      <dgm:prSet/>
      <dgm:spPr/>
      <dgm:t>
        <a:bodyPr/>
        <a:lstStyle/>
        <a:p>
          <a:endParaRPr lang="en-US"/>
        </a:p>
      </dgm:t>
    </dgm:pt>
    <dgm:pt modelId="{EC79B6D6-6675-42E2-9E62-42A2F7E53359}" type="pres">
      <dgm:prSet presAssocID="{1675C45F-52C5-4517-BFF8-C6A92AF99F84}" presName="linear" presStyleCnt="0">
        <dgm:presLayoutVars>
          <dgm:animLvl val="lvl"/>
          <dgm:resizeHandles val="exact"/>
        </dgm:presLayoutVars>
      </dgm:prSet>
      <dgm:spPr/>
    </dgm:pt>
    <dgm:pt modelId="{1B67F9A9-9580-4632-A19F-51BCEC069ED2}" type="pres">
      <dgm:prSet presAssocID="{88C5E63D-A5B2-4A93-A639-592D726BD1EB}" presName="parentText" presStyleLbl="node1" presStyleIdx="0" presStyleCnt="6" custScaleY="82990">
        <dgm:presLayoutVars>
          <dgm:chMax val="0"/>
          <dgm:bulletEnabled val="1"/>
        </dgm:presLayoutVars>
      </dgm:prSet>
      <dgm:spPr/>
    </dgm:pt>
    <dgm:pt modelId="{5C05F42A-FE8D-444E-9B9E-DD1778B9A00A}" type="pres">
      <dgm:prSet presAssocID="{19441EE1-1A3E-4223-9D85-E8355691C1A8}" presName="spacer" presStyleCnt="0"/>
      <dgm:spPr/>
    </dgm:pt>
    <dgm:pt modelId="{5B68055E-80BE-40AB-B1E8-63C48ACDE1E7}" type="pres">
      <dgm:prSet presAssocID="{FEA9A4FF-B510-43FF-B0A9-FCA8093402B1}" presName="parentText" presStyleLbl="node1" presStyleIdx="1" presStyleCnt="6" custScaleY="133783">
        <dgm:presLayoutVars>
          <dgm:chMax val="0"/>
          <dgm:bulletEnabled val="1"/>
        </dgm:presLayoutVars>
      </dgm:prSet>
      <dgm:spPr/>
    </dgm:pt>
    <dgm:pt modelId="{54AEAC0D-5FA4-463B-8E4B-AF00D99B2DBD}" type="pres">
      <dgm:prSet presAssocID="{23C05F0C-13AF-4E05-A9FA-18E95B277583}" presName="spacer" presStyleCnt="0"/>
      <dgm:spPr/>
    </dgm:pt>
    <dgm:pt modelId="{5AE9DC02-51C0-456E-8995-5E0ADB7C10BC}" type="pres">
      <dgm:prSet presAssocID="{0A6A3573-5885-4456-9849-8CA329B7D156}" presName="parentText" presStyleLbl="node1" presStyleIdx="2" presStyleCnt="6" custScaleY="127077">
        <dgm:presLayoutVars>
          <dgm:chMax val="0"/>
          <dgm:bulletEnabled val="1"/>
        </dgm:presLayoutVars>
      </dgm:prSet>
      <dgm:spPr/>
    </dgm:pt>
    <dgm:pt modelId="{64509B3F-BD9F-4E58-812D-1F564D0BC996}" type="pres">
      <dgm:prSet presAssocID="{1241C4F2-6575-4283-A2DF-102D79DC97A3}" presName="spacer" presStyleCnt="0"/>
      <dgm:spPr/>
    </dgm:pt>
    <dgm:pt modelId="{94973786-BE18-4B90-BF63-7497E73F43E9}" type="pres">
      <dgm:prSet presAssocID="{F556065D-E314-47CA-ACA8-7FA41611699D}" presName="parentText" presStyleLbl="node1" presStyleIdx="3" presStyleCnt="6" custScaleY="126467">
        <dgm:presLayoutVars>
          <dgm:chMax val="0"/>
          <dgm:bulletEnabled val="1"/>
        </dgm:presLayoutVars>
      </dgm:prSet>
      <dgm:spPr/>
    </dgm:pt>
    <dgm:pt modelId="{D34C3DDA-D92A-4FAA-A732-9F7E5DF8FC9B}" type="pres">
      <dgm:prSet presAssocID="{BCDF07D9-E313-48A6-A1E4-F8638E454206}" presName="spacer" presStyleCnt="0"/>
      <dgm:spPr/>
    </dgm:pt>
    <dgm:pt modelId="{1A9247CC-E25C-42D5-8BAA-43215FA4AA25}" type="pres">
      <dgm:prSet presAssocID="{C34DDC3A-A5F8-47DC-AB56-845556C561E2}" presName="parentText" presStyleLbl="node1" presStyleIdx="4" presStyleCnt="6" custScaleY="83058" custLinFactNeighborX="-255">
        <dgm:presLayoutVars>
          <dgm:chMax val="0"/>
          <dgm:bulletEnabled val="1"/>
        </dgm:presLayoutVars>
      </dgm:prSet>
      <dgm:spPr/>
    </dgm:pt>
    <dgm:pt modelId="{142C883F-A1DB-4847-9E75-731FA1968B30}" type="pres">
      <dgm:prSet presAssocID="{D9F63184-B606-4535-9EE5-9E33E1B27AF6}" presName="spacer" presStyleCnt="0"/>
      <dgm:spPr/>
    </dgm:pt>
    <dgm:pt modelId="{680B7FCA-A06D-4961-8FD2-9E4FE77327E8}" type="pres">
      <dgm:prSet presAssocID="{99AE3723-CB94-461D-8DA9-5A322A7E3197}" presName="parentText" presStyleLbl="node1" presStyleIdx="5" presStyleCnt="6" custScaleY="86235">
        <dgm:presLayoutVars>
          <dgm:chMax val="0"/>
          <dgm:bulletEnabled val="1"/>
        </dgm:presLayoutVars>
      </dgm:prSet>
      <dgm:spPr/>
    </dgm:pt>
  </dgm:ptLst>
  <dgm:cxnLst>
    <dgm:cxn modelId="{FD9FD10C-95DD-40B1-B960-C6E4A8A03A94}" type="presOf" srcId="{C34DDC3A-A5F8-47DC-AB56-845556C561E2}" destId="{1A9247CC-E25C-42D5-8BAA-43215FA4AA25}" srcOrd="0" destOrd="0" presId="urn:microsoft.com/office/officeart/2005/8/layout/vList2"/>
    <dgm:cxn modelId="{34E75C2A-88C5-4E60-8B3D-1E9B2EEF0E42}" type="presOf" srcId="{1675C45F-52C5-4517-BFF8-C6A92AF99F84}" destId="{EC79B6D6-6675-42E2-9E62-42A2F7E53359}" srcOrd="0" destOrd="0" presId="urn:microsoft.com/office/officeart/2005/8/layout/vList2"/>
    <dgm:cxn modelId="{48C1ED5F-9189-4796-9538-23B39D278A3B}" type="presOf" srcId="{F556065D-E314-47CA-ACA8-7FA41611699D}" destId="{94973786-BE18-4B90-BF63-7497E73F43E9}" srcOrd="0" destOrd="0" presId="urn:microsoft.com/office/officeart/2005/8/layout/vList2"/>
    <dgm:cxn modelId="{A713B842-CEFA-4473-A551-3F5A68BCA90B}" srcId="{1675C45F-52C5-4517-BFF8-C6A92AF99F84}" destId="{88C5E63D-A5B2-4A93-A639-592D726BD1EB}" srcOrd="0" destOrd="0" parTransId="{13CDCEE3-AD14-4C36-8C65-E6B8254303A3}" sibTransId="{19441EE1-1A3E-4223-9D85-E8355691C1A8}"/>
    <dgm:cxn modelId="{18751B4C-F7FD-4143-AE95-E5DD5458987A}" srcId="{1675C45F-52C5-4517-BFF8-C6A92AF99F84}" destId="{F556065D-E314-47CA-ACA8-7FA41611699D}" srcOrd="3" destOrd="0" parTransId="{C7FE2938-A960-4B9F-9A1B-D9BF443D11E5}" sibTransId="{BCDF07D9-E313-48A6-A1E4-F8638E454206}"/>
    <dgm:cxn modelId="{2DE16174-2941-4078-B5C3-8AFA88218A76}" srcId="{1675C45F-52C5-4517-BFF8-C6A92AF99F84}" destId="{FEA9A4FF-B510-43FF-B0A9-FCA8093402B1}" srcOrd="1" destOrd="0" parTransId="{0602B750-C224-4C92-A48A-080EB04FC6B5}" sibTransId="{23C05F0C-13AF-4E05-A9FA-18E95B277583}"/>
    <dgm:cxn modelId="{A12A1477-EA73-4F96-8379-19930342CB5A}" srcId="{1675C45F-52C5-4517-BFF8-C6A92AF99F84}" destId="{C34DDC3A-A5F8-47DC-AB56-845556C561E2}" srcOrd="4" destOrd="0" parTransId="{9207AB59-970F-42EE-A8A6-DFB85D5C4146}" sibTransId="{D9F63184-B606-4535-9EE5-9E33E1B27AF6}"/>
    <dgm:cxn modelId="{701A6689-981A-46CD-A497-8C3A18050B7F}" type="presOf" srcId="{0A6A3573-5885-4456-9849-8CA329B7D156}" destId="{5AE9DC02-51C0-456E-8995-5E0ADB7C10BC}" srcOrd="0" destOrd="0" presId="urn:microsoft.com/office/officeart/2005/8/layout/vList2"/>
    <dgm:cxn modelId="{CD5930AE-0B8B-4A43-8ED4-29CC4295DB5A}" srcId="{1675C45F-52C5-4517-BFF8-C6A92AF99F84}" destId="{0A6A3573-5885-4456-9849-8CA329B7D156}" srcOrd="2" destOrd="0" parTransId="{504B0B52-7C57-4EB3-9714-F13C6E66392A}" sibTransId="{1241C4F2-6575-4283-A2DF-102D79DC97A3}"/>
    <dgm:cxn modelId="{5621DFC9-E228-4F90-AB5C-0184CF603F49}" type="presOf" srcId="{88C5E63D-A5B2-4A93-A639-592D726BD1EB}" destId="{1B67F9A9-9580-4632-A19F-51BCEC069ED2}" srcOrd="0" destOrd="0" presId="urn:microsoft.com/office/officeart/2005/8/layout/vList2"/>
    <dgm:cxn modelId="{35A354D6-B654-4BE9-8C08-34A367735774}" type="presOf" srcId="{FEA9A4FF-B510-43FF-B0A9-FCA8093402B1}" destId="{5B68055E-80BE-40AB-B1E8-63C48ACDE1E7}" srcOrd="0" destOrd="0" presId="urn:microsoft.com/office/officeart/2005/8/layout/vList2"/>
    <dgm:cxn modelId="{4B1707E5-9651-469F-874E-CAC9815D6A6E}" type="presOf" srcId="{99AE3723-CB94-461D-8DA9-5A322A7E3197}" destId="{680B7FCA-A06D-4961-8FD2-9E4FE77327E8}" srcOrd="0" destOrd="0" presId="urn:microsoft.com/office/officeart/2005/8/layout/vList2"/>
    <dgm:cxn modelId="{5EED54F3-62E7-4674-91D7-A22864B6EBE3}" srcId="{1675C45F-52C5-4517-BFF8-C6A92AF99F84}" destId="{99AE3723-CB94-461D-8DA9-5A322A7E3197}" srcOrd="5" destOrd="0" parTransId="{8F5D7E8A-2710-428A-9B93-EAAFBC5B75C0}" sibTransId="{351CFF71-0B53-45E2-8D53-0949A1E17EA8}"/>
    <dgm:cxn modelId="{AD8F19CC-DDB8-4C23-8CE6-E77BA49D9D68}" type="presParOf" srcId="{EC79B6D6-6675-42E2-9E62-42A2F7E53359}" destId="{1B67F9A9-9580-4632-A19F-51BCEC069ED2}" srcOrd="0" destOrd="0" presId="urn:microsoft.com/office/officeart/2005/8/layout/vList2"/>
    <dgm:cxn modelId="{ABC3D821-5A67-4519-948A-BACA8E3B056F}" type="presParOf" srcId="{EC79B6D6-6675-42E2-9E62-42A2F7E53359}" destId="{5C05F42A-FE8D-444E-9B9E-DD1778B9A00A}" srcOrd="1" destOrd="0" presId="urn:microsoft.com/office/officeart/2005/8/layout/vList2"/>
    <dgm:cxn modelId="{B40B6815-57BF-4391-B07A-992295D35101}" type="presParOf" srcId="{EC79B6D6-6675-42E2-9E62-42A2F7E53359}" destId="{5B68055E-80BE-40AB-B1E8-63C48ACDE1E7}" srcOrd="2" destOrd="0" presId="urn:microsoft.com/office/officeart/2005/8/layout/vList2"/>
    <dgm:cxn modelId="{C7E53F5C-2DB6-4B0B-853F-11FFEDC41168}" type="presParOf" srcId="{EC79B6D6-6675-42E2-9E62-42A2F7E53359}" destId="{54AEAC0D-5FA4-463B-8E4B-AF00D99B2DBD}" srcOrd="3" destOrd="0" presId="urn:microsoft.com/office/officeart/2005/8/layout/vList2"/>
    <dgm:cxn modelId="{AE636DF6-BE2F-4FFB-9B55-15503728AE7A}" type="presParOf" srcId="{EC79B6D6-6675-42E2-9E62-42A2F7E53359}" destId="{5AE9DC02-51C0-456E-8995-5E0ADB7C10BC}" srcOrd="4" destOrd="0" presId="urn:microsoft.com/office/officeart/2005/8/layout/vList2"/>
    <dgm:cxn modelId="{CCD76949-99CC-4BB2-A2FC-99291401D11B}" type="presParOf" srcId="{EC79B6D6-6675-42E2-9E62-42A2F7E53359}" destId="{64509B3F-BD9F-4E58-812D-1F564D0BC996}" srcOrd="5" destOrd="0" presId="urn:microsoft.com/office/officeart/2005/8/layout/vList2"/>
    <dgm:cxn modelId="{9234D456-12C6-4AB9-B058-77E256D37AC8}" type="presParOf" srcId="{EC79B6D6-6675-42E2-9E62-42A2F7E53359}" destId="{94973786-BE18-4B90-BF63-7497E73F43E9}" srcOrd="6" destOrd="0" presId="urn:microsoft.com/office/officeart/2005/8/layout/vList2"/>
    <dgm:cxn modelId="{89D2C211-E4DB-4F45-B63B-F01F46BB10AB}" type="presParOf" srcId="{EC79B6D6-6675-42E2-9E62-42A2F7E53359}" destId="{D34C3DDA-D92A-4FAA-A732-9F7E5DF8FC9B}" srcOrd="7" destOrd="0" presId="urn:microsoft.com/office/officeart/2005/8/layout/vList2"/>
    <dgm:cxn modelId="{DC8F231A-7A0C-4D8E-B5AD-1FC703E9260C}" type="presParOf" srcId="{EC79B6D6-6675-42E2-9E62-42A2F7E53359}" destId="{1A9247CC-E25C-42D5-8BAA-43215FA4AA25}" srcOrd="8" destOrd="0" presId="urn:microsoft.com/office/officeart/2005/8/layout/vList2"/>
    <dgm:cxn modelId="{72540395-10B2-4F26-9EEB-92D988ABC505}" type="presParOf" srcId="{EC79B6D6-6675-42E2-9E62-42A2F7E53359}" destId="{142C883F-A1DB-4847-9E75-731FA1968B30}" srcOrd="9" destOrd="0" presId="urn:microsoft.com/office/officeart/2005/8/layout/vList2"/>
    <dgm:cxn modelId="{48D1CEF6-C69A-4C8F-B620-E4BE93181B26}" type="presParOf" srcId="{EC79B6D6-6675-42E2-9E62-42A2F7E53359}" destId="{680B7FCA-A06D-4961-8FD2-9E4FE77327E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E16A25-DA99-4B12-B6C5-3EE7B76D77C1}"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E1E81749-1D17-4CAD-81CD-CC58C69E3CCB}">
      <dgm:prSet phldrT="[Text]"/>
      <dgm:spPr>
        <a:solidFill>
          <a:schemeClr val="tx1">
            <a:lumMod val="65000"/>
            <a:lumOff val="35000"/>
          </a:schemeClr>
        </a:solidFill>
      </dgm:spPr>
      <dgm:t>
        <a:bodyPr/>
        <a:lstStyle/>
        <a:p>
          <a:r>
            <a:rPr lang="en-US" dirty="0"/>
            <a:t>Updating ISRS 4400 to better meet the needs of users for increased accountability around the use of grants that are often provided from public funds, and facilitating innovation and enhancing services available to entities of all sizes</a:t>
          </a:r>
        </a:p>
      </dgm:t>
    </dgm:pt>
    <dgm:pt modelId="{F4A9E320-6DE9-4AA3-A2E1-7CBEBAD497DC}" type="parTrans" cxnId="{119D71F0-7281-462D-80D0-ABC787404377}">
      <dgm:prSet/>
      <dgm:spPr/>
      <dgm:t>
        <a:bodyPr/>
        <a:lstStyle/>
        <a:p>
          <a:endParaRPr lang="en-US"/>
        </a:p>
      </dgm:t>
    </dgm:pt>
    <dgm:pt modelId="{DA956628-29DD-4B0D-984B-69E8AEEBBC08}" type="sibTrans" cxnId="{119D71F0-7281-462D-80D0-ABC787404377}">
      <dgm:prSet/>
      <dgm:spPr/>
      <dgm:t>
        <a:bodyPr/>
        <a:lstStyle/>
        <a:p>
          <a:endParaRPr lang="en-US"/>
        </a:p>
      </dgm:t>
    </dgm:pt>
    <dgm:pt modelId="{510E7249-C138-4B09-B881-B340D5C606F3}">
      <dgm:prSet phldrT="[Text]"/>
      <dgm:spPr>
        <a:solidFill>
          <a:schemeClr val="accent3">
            <a:lumMod val="75000"/>
          </a:schemeClr>
        </a:solidFill>
      </dgm:spPr>
      <dgm:t>
        <a:bodyPr/>
        <a:lstStyle/>
        <a:p>
          <a:r>
            <a:rPr lang="en-US" dirty="0"/>
            <a:t>Broadened scope to include both financial information and non-financial information.</a:t>
          </a:r>
        </a:p>
      </dgm:t>
    </dgm:pt>
    <dgm:pt modelId="{E99FD383-BBD9-4B36-B7D2-64346001E7CA}" type="parTrans" cxnId="{A99EB84C-2CB8-48EF-998B-E5D2CA8EDF2A}">
      <dgm:prSet/>
      <dgm:spPr/>
      <dgm:t>
        <a:bodyPr/>
        <a:lstStyle/>
        <a:p>
          <a:endParaRPr lang="en-US"/>
        </a:p>
      </dgm:t>
    </dgm:pt>
    <dgm:pt modelId="{7CA99D2F-8EF8-47A4-97D3-870363AA35E5}" type="sibTrans" cxnId="{A99EB84C-2CB8-48EF-998B-E5D2CA8EDF2A}">
      <dgm:prSet/>
      <dgm:spPr/>
      <dgm:t>
        <a:bodyPr/>
        <a:lstStyle/>
        <a:p>
          <a:endParaRPr lang="en-US"/>
        </a:p>
      </dgm:t>
    </dgm:pt>
    <dgm:pt modelId="{AF4C71DB-8D92-40A1-AC4B-3DA4E6829796}">
      <dgm:prSet phldrT="[Text]"/>
      <dgm:spPr>
        <a:solidFill>
          <a:schemeClr val="accent3">
            <a:lumMod val="75000"/>
          </a:schemeClr>
        </a:solidFill>
      </dgm:spPr>
      <dgm:t>
        <a:bodyPr/>
        <a:lstStyle/>
        <a:p>
          <a:r>
            <a:rPr lang="en-US" dirty="0"/>
            <a:t>Modernized the ISRS by adding requirements dealing with the role that professional judgment plays in an AUP engagement </a:t>
          </a:r>
        </a:p>
      </dgm:t>
    </dgm:pt>
    <dgm:pt modelId="{93310522-86F5-4512-867E-7D952F428689}" type="parTrans" cxnId="{4B12942D-B650-4EB4-8AF0-F99D537C6E30}">
      <dgm:prSet/>
      <dgm:spPr/>
      <dgm:t>
        <a:bodyPr/>
        <a:lstStyle/>
        <a:p>
          <a:endParaRPr lang="en-US"/>
        </a:p>
      </dgm:t>
    </dgm:pt>
    <dgm:pt modelId="{DBF815C0-D412-4DDF-A7AE-65D816DD0FE3}" type="sibTrans" cxnId="{4B12942D-B650-4EB4-8AF0-F99D537C6E30}">
      <dgm:prSet/>
      <dgm:spPr/>
      <dgm:t>
        <a:bodyPr/>
        <a:lstStyle/>
        <a:p>
          <a:endParaRPr lang="en-US"/>
        </a:p>
      </dgm:t>
    </dgm:pt>
    <dgm:pt modelId="{A9129D41-8EE1-456F-8A19-E932E69052E5}">
      <dgm:prSet phldrT="[Text]"/>
      <dgm:spPr>
        <a:solidFill>
          <a:schemeClr val="accent3">
            <a:lumMod val="75000"/>
          </a:schemeClr>
        </a:solidFill>
      </dgm:spPr>
      <dgm:t>
        <a:bodyPr/>
        <a:lstStyle/>
        <a:p>
          <a:r>
            <a:rPr lang="en-US" dirty="0"/>
            <a:t>Added examples of AUP engagements that satisfy users, such as regulators and others.</a:t>
          </a:r>
        </a:p>
      </dgm:t>
    </dgm:pt>
    <dgm:pt modelId="{D4B362B5-2C7B-4AF1-BCF0-ACDF671A53D8}" type="parTrans" cxnId="{CB2C2D6F-E059-47DD-A9D4-8AAC9404AA59}">
      <dgm:prSet/>
      <dgm:spPr/>
      <dgm:t>
        <a:bodyPr/>
        <a:lstStyle/>
        <a:p>
          <a:endParaRPr lang="en-US"/>
        </a:p>
      </dgm:t>
    </dgm:pt>
    <dgm:pt modelId="{88005ED3-82F0-464C-9251-FCC6E55BFA69}" type="sibTrans" cxnId="{CB2C2D6F-E059-47DD-A9D4-8AAC9404AA59}">
      <dgm:prSet/>
      <dgm:spPr/>
      <dgm:t>
        <a:bodyPr/>
        <a:lstStyle/>
        <a:p>
          <a:endParaRPr lang="en-US"/>
        </a:p>
      </dgm:t>
    </dgm:pt>
    <dgm:pt modelId="{1B9DB243-AC18-4390-965C-4A2D23DABD11}">
      <dgm:prSet phldrT="[Text]"/>
      <dgm:spPr>
        <a:solidFill>
          <a:schemeClr val="accent3">
            <a:lumMod val="75000"/>
          </a:schemeClr>
        </a:solidFill>
      </dgm:spPr>
      <dgm:t>
        <a:bodyPr/>
        <a:lstStyle/>
        <a:p>
          <a:r>
            <a:rPr lang="en-US" dirty="0"/>
            <a:t>Explained that the term “information” encompasses all matters on which AUP are performed</a:t>
          </a:r>
        </a:p>
      </dgm:t>
    </dgm:pt>
    <dgm:pt modelId="{EFB32755-F715-4CE1-9C3A-9BFD3A72426E}" type="parTrans" cxnId="{E8DED016-EA0A-47F8-B008-2F941310DD37}">
      <dgm:prSet/>
      <dgm:spPr/>
      <dgm:t>
        <a:bodyPr/>
        <a:lstStyle/>
        <a:p>
          <a:endParaRPr lang="en-US"/>
        </a:p>
      </dgm:t>
    </dgm:pt>
    <dgm:pt modelId="{0A68B055-6730-4929-B430-90543294607F}" type="sibTrans" cxnId="{E8DED016-EA0A-47F8-B008-2F941310DD37}">
      <dgm:prSet/>
      <dgm:spPr/>
      <dgm:t>
        <a:bodyPr/>
        <a:lstStyle/>
        <a:p>
          <a:endParaRPr lang="en-US"/>
        </a:p>
      </dgm:t>
    </dgm:pt>
    <dgm:pt modelId="{F923D151-DC50-4037-8BE2-C684FBE88E2D}" type="pres">
      <dgm:prSet presAssocID="{76E16A25-DA99-4B12-B6C5-3EE7B76D77C1}" presName="composite" presStyleCnt="0">
        <dgm:presLayoutVars>
          <dgm:chMax val="1"/>
          <dgm:dir/>
          <dgm:resizeHandles val="exact"/>
        </dgm:presLayoutVars>
      </dgm:prSet>
      <dgm:spPr/>
    </dgm:pt>
    <dgm:pt modelId="{E895EACC-1D88-4285-BACA-05FAB0873CB8}" type="pres">
      <dgm:prSet presAssocID="{E1E81749-1D17-4CAD-81CD-CC58C69E3CCB}" presName="roof" presStyleLbl="dkBgShp" presStyleIdx="0" presStyleCnt="2"/>
      <dgm:spPr/>
    </dgm:pt>
    <dgm:pt modelId="{3BEDEFAD-C1AE-4D03-85BC-CEADF9BE6596}" type="pres">
      <dgm:prSet presAssocID="{E1E81749-1D17-4CAD-81CD-CC58C69E3CCB}" presName="pillars" presStyleCnt="0"/>
      <dgm:spPr/>
    </dgm:pt>
    <dgm:pt modelId="{CCB8E53E-8BE7-4FF1-B2BF-A90B0CF4CD36}" type="pres">
      <dgm:prSet presAssocID="{E1E81749-1D17-4CAD-81CD-CC58C69E3CCB}" presName="pillar1" presStyleLbl="node1" presStyleIdx="0" presStyleCnt="4">
        <dgm:presLayoutVars>
          <dgm:bulletEnabled val="1"/>
        </dgm:presLayoutVars>
      </dgm:prSet>
      <dgm:spPr/>
    </dgm:pt>
    <dgm:pt modelId="{AE1BC3F9-383C-4247-A650-95BE66AD00CC}" type="pres">
      <dgm:prSet presAssocID="{A9129D41-8EE1-456F-8A19-E932E69052E5}" presName="pillarX" presStyleLbl="node1" presStyleIdx="1" presStyleCnt="4">
        <dgm:presLayoutVars>
          <dgm:bulletEnabled val="1"/>
        </dgm:presLayoutVars>
      </dgm:prSet>
      <dgm:spPr/>
    </dgm:pt>
    <dgm:pt modelId="{8E4670B8-55CD-4770-9DE0-9E50B0C3BCBE}" type="pres">
      <dgm:prSet presAssocID="{1B9DB243-AC18-4390-965C-4A2D23DABD11}" presName="pillarX" presStyleLbl="node1" presStyleIdx="2" presStyleCnt="4">
        <dgm:presLayoutVars>
          <dgm:bulletEnabled val="1"/>
        </dgm:presLayoutVars>
      </dgm:prSet>
      <dgm:spPr/>
    </dgm:pt>
    <dgm:pt modelId="{2DA42B95-1E16-4A64-ACB0-CD819604663C}" type="pres">
      <dgm:prSet presAssocID="{AF4C71DB-8D92-40A1-AC4B-3DA4E6829796}" presName="pillarX" presStyleLbl="node1" presStyleIdx="3" presStyleCnt="4">
        <dgm:presLayoutVars>
          <dgm:bulletEnabled val="1"/>
        </dgm:presLayoutVars>
      </dgm:prSet>
      <dgm:spPr/>
    </dgm:pt>
    <dgm:pt modelId="{A1346793-4570-4D14-BD54-90308F8CBFEC}" type="pres">
      <dgm:prSet presAssocID="{E1E81749-1D17-4CAD-81CD-CC58C69E3CCB}" presName="base" presStyleLbl="dkBgShp" presStyleIdx="1" presStyleCnt="2"/>
      <dgm:spPr>
        <a:solidFill>
          <a:schemeClr val="tx1">
            <a:lumMod val="65000"/>
            <a:lumOff val="35000"/>
          </a:schemeClr>
        </a:solidFill>
      </dgm:spPr>
    </dgm:pt>
  </dgm:ptLst>
  <dgm:cxnLst>
    <dgm:cxn modelId="{E8DED016-EA0A-47F8-B008-2F941310DD37}" srcId="{E1E81749-1D17-4CAD-81CD-CC58C69E3CCB}" destId="{1B9DB243-AC18-4390-965C-4A2D23DABD11}" srcOrd="2" destOrd="0" parTransId="{EFB32755-F715-4CE1-9C3A-9BFD3A72426E}" sibTransId="{0A68B055-6730-4929-B430-90543294607F}"/>
    <dgm:cxn modelId="{4B12942D-B650-4EB4-8AF0-F99D537C6E30}" srcId="{E1E81749-1D17-4CAD-81CD-CC58C69E3CCB}" destId="{AF4C71DB-8D92-40A1-AC4B-3DA4E6829796}" srcOrd="3" destOrd="0" parTransId="{93310522-86F5-4512-867E-7D952F428689}" sibTransId="{DBF815C0-D412-4DDF-A7AE-65D816DD0FE3}"/>
    <dgm:cxn modelId="{A99EB84C-2CB8-48EF-998B-E5D2CA8EDF2A}" srcId="{E1E81749-1D17-4CAD-81CD-CC58C69E3CCB}" destId="{510E7249-C138-4B09-B881-B340D5C606F3}" srcOrd="0" destOrd="0" parTransId="{E99FD383-BBD9-4B36-B7D2-64346001E7CA}" sibTransId="{7CA99D2F-8EF8-47A4-97D3-870363AA35E5}"/>
    <dgm:cxn modelId="{CB2C2D6F-E059-47DD-A9D4-8AAC9404AA59}" srcId="{E1E81749-1D17-4CAD-81CD-CC58C69E3CCB}" destId="{A9129D41-8EE1-456F-8A19-E932E69052E5}" srcOrd="1" destOrd="0" parTransId="{D4B362B5-2C7B-4AF1-BCF0-ACDF671A53D8}" sibTransId="{88005ED3-82F0-464C-9251-FCC6E55BFA69}"/>
    <dgm:cxn modelId="{BBCA1E7E-A523-4297-8DD1-91C07B65B7AF}" type="presOf" srcId="{1B9DB243-AC18-4390-965C-4A2D23DABD11}" destId="{8E4670B8-55CD-4770-9DE0-9E50B0C3BCBE}" srcOrd="0" destOrd="0" presId="urn:microsoft.com/office/officeart/2005/8/layout/hList3"/>
    <dgm:cxn modelId="{F29A4FA4-5271-4D7A-9A82-128F26B11FA9}" type="presOf" srcId="{76E16A25-DA99-4B12-B6C5-3EE7B76D77C1}" destId="{F923D151-DC50-4037-8BE2-C684FBE88E2D}" srcOrd="0" destOrd="0" presId="urn:microsoft.com/office/officeart/2005/8/layout/hList3"/>
    <dgm:cxn modelId="{A1BDD0A8-DCDD-4E1E-BF04-6E4A9B84A169}" type="presOf" srcId="{A9129D41-8EE1-456F-8A19-E932E69052E5}" destId="{AE1BC3F9-383C-4247-A650-95BE66AD00CC}" srcOrd="0" destOrd="0" presId="urn:microsoft.com/office/officeart/2005/8/layout/hList3"/>
    <dgm:cxn modelId="{5AB9FAAC-D223-4EB6-B3A0-3F91E8BF0FE4}" type="presOf" srcId="{510E7249-C138-4B09-B881-B340D5C606F3}" destId="{CCB8E53E-8BE7-4FF1-B2BF-A90B0CF4CD36}" srcOrd="0" destOrd="0" presId="urn:microsoft.com/office/officeart/2005/8/layout/hList3"/>
    <dgm:cxn modelId="{FE11AAC1-052D-4202-A53C-FF15136C101C}" type="presOf" srcId="{AF4C71DB-8D92-40A1-AC4B-3DA4E6829796}" destId="{2DA42B95-1E16-4A64-ACB0-CD819604663C}" srcOrd="0" destOrd="0" presId="urn:microsoft.com/office/officeart/2005/8/layout/hList3"/>
    <dgm:cxn modelId="{655EA4C2-A404-443F-B91C-E669271C77A4}" type="presOf" srcId="{E1E81749-1D17-4CAD-81CD-CC58C69E3CCB}" destId="{E895EACC-1D88-4285-BACA-05FAB0873CB8}" srcOrd="0" destOrd="0" presId="urn:microsoft.com/office/officeart/2005/8/layout/hList3"/>
    <dgm:cxn modelId="{119D71F0-7281-462D-80D0-ABC787404377}" srcId="{76E16A25-DA99-4B12-B6C5-3EE7B76D77C1}" destId="{E1E81749-1D17-4CAD-81CD-CC58C69E3CCB}" srcOrd="0" destOrd="0" parTransId="{F4A9E320-6DE9-4AA3-A2E1-7CBEBAD497DC}" sibTransId="{DA956628-29DD-4B0D-984B-69E8AEEBBC08}"/>
    <dgm:cxn modelId="{BE3B79D6-C48F-4EA2-872F-46E6FBA22AA3}" type="presParOf" srcId="{F923D151-DC50-4037-8BE2-C684FBE88E2D}" destId="{E895EACC-1D88-4285-BACA-05FAB0873CB8}" srcOrd="0" destOrd="0" presId="urn:microsoft.com/office/officeart/2005/8/layout/hList3"/>
    <dgm:cxn modelId="{7038A3F6-2FCB-4C9F-93F1-D78FABE16A92}" type="presParOf" srcId="{F923D151-DC50-4037-8BE2-C684FBE88E2D}" destId="{3BEDEFAD-C1AE-4D03-85BC-CEADF9BE6596}" srcOrd="1" destOrd="0" presId="urn:microsoft.com/office/officeart/2005/8/layout/hList3"/>
    <dgm:cxn modelId="{23062597-D0C3-4D63-AFE7-A28DC462D201}" type="presParOf" srcId="{3BEDEFAD-C1AE-4D03-85BC-CEADF9BE6596}" destId="{CCB8E53E-8BE7-4FF1-B2BF-A90B0CF4CD36}" srcOrd="0" destOrd="0" presId="urn:microsoft.com/office/officeart/2005/8/layout/hList3"/>
    <dgm:cxn modelId="{982FAE75-B34B-4DC7-AD1F-948C4B701CDF}" type="presParOf" srcId="{3BEDEFAD-C1AE-4D03-85BC-CEADF9BE6596}" destId="{AE1BC3F9-383C-4247-A650-95BE66AD00CC}" srcOrd="1" destOrd="0" presId="urn:microsoft.com/office/officeart/2005/8/layout/hList3"/>
    <dgm:cxn modelId="{935645A1-E477-4906-BA8B-5DB2639DA536}" type="presParOf" srcId="{3BEDEFAD-C1AE-4D03-85BC-CEADF9BE6596}" destId="{8E4670B8-55CD-4770-9DE0-9E50B0C3BCBE}" srcOrd="2" destOrd="0" presId="urn:microsoft.com/office/officeart/2005/8/layout/hList3"/>
    <dgm:cxn modelId="{BFE41B1D-DE49-44D3-8949-7F6D30F54C97}" type="presParOf" srcId="{3BEDEFAD-C1AE-4D03-85BC-CEADF9BE6596}" destId="{2DA42B95-1E16-4A64-ACB0-CD819604663C}" srcOrd="3" destOrd="0" presId="urn:microsoft.com/office/officeart/2005/8/layout/hList3"/>
    <dgm:cxn modelId="{A8BA4750-ACAD-43CA-A9A6-2AF013EB7395}" type="presParOf" srcId="{F923D151-DC50-4037-8BE2-C684FBE88E2D}" destId="{A1346793-4570-4D14-BD54-90308F8CBFEC}" srcOrd="2" destOrd="0" presId="urn:microsoft.com/office/officeart/2005/8/layout/hList3"/>
  </dgm:cxnLst>
  <dgm:bg>
    <a:solidFill>
      <a:schemeClr val="tx1">
        <a:lumMod val="65000"/>
        <a:lumOff val="3500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6E16A25-DA99-4B12-B6C5-3EE7B76D77C1}"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E1E81749-1D17-4CAD-81CD-CC58C69E3CCB}">
      <dgm:prSet phldrT="[Text]"/>
      <dgm:spPr>
        <a:solidFill>
          <a:schemeClr val="tx1">
            <a:lumMod val="65000"/>
            <a:lumOff val="35000"/>
          </a:schemeClr>
        </a:solidFill>
      </dgm:spPr>
      <dgm:t>
        <a:bodyPr/>
        <a:lstStyle/>
        <a:p>
          <a:r>
            <a:rPr lang="en-US" dirty="0"/>
            <a:t>Updating ISRS 4400 to better meet the needs of users for increased accountability around the use of grants that are often provided from public funds, and facilitating innovation and enhancing services available to entities of all sizes</a:t>
          </a:r>
        </a:p>
      </dgm:t>
    </dgm:pt>
    <dgm:pt modelId="{F4A9E320-6DE9-4AA3-A2E1-7CBEBAD497DC}" type="parTrans" cxnId="{119D71F0-7281-462D-80D0-ABC787404377}">
      <dgm:prSet/>
      <dgm:spPr/>
      <dgm:t>
        <a:bodyPr/>
        <a:lstStyle/>
        <a:p>
          <a:endParaRPr lang="en-US"/>
        </a:p>
      </dgm:t>
    </dgm:pt>
    <dgm:pt modelId="{DA956628-29DD-4B0D-984B-69E8AEEBBC08}" type="sibTrans" cxnId="{119D71F0-7281-462D-80D0-ABC787404377}">
      <dgm:prSet/>
      <dgm:spPr/>
      <dgm:t>
        <a:bodyPr/>
        <a:lstStyle/>
        <a:p>
          <a:endParaRPr lang="en-US"/>
        </a:p>
      </dgm:t>
    </dgm:pt>
    <dgm:pt modelId="{D14F12B4-2733-495C-BF43-E0BF65BE728B}">
      <dgm:prSet phldrT="[Text]"/>
      <dgm:spPr>
        <a:solidFill>
          <a:schemeClr val="accent3">
            <a:lumMod val="75000"/>
          </a:schemeClr>
        </a:solidFill>
      </dgm:spPr>
      <dgm:t>
        <a:bodyPr/>
        <a:lstStyle/>
        <a:p>
          <a:r>
            <a:rPr lang="en-US" dirty="0"/>
            <a:t>Enhanced explanations of what distinguishes assurance engagements and AUP engagements</a:t>
          </a:r>
        </a:p>
      </dgm:t>
    </dgm:pt>
    <dgm:pt modelId="{834C4428-BDB8-44A2-8071-E67295676A6A}" type="parTrans" cxnId="{FB463025-206C-4C58-9F97-DDCD1A371754}">
      <dgm:prSet/>
      <dgm:spPr/>
      <dgm:t>
        <a:bodyPr/>
        <a:lstStyle/>
        <a:p>
          <a:endParaRPr lang="en-US"/>
        </a:p>
      </dgm:t>
    </dgm:pt>
    <dgm:pt modelId="{3CE7EC52-FD2D-45C3-BD64-B81937DD37E4}" type="sibTrans" cxnId="{FB463025-206C-4C58-9F97-DDCD1A371754}">
      <dgm:prSet/>
      <dgm:spPr/>
      <dgm:t>
        <a:bodyPr/>
        <a:lstStyle/>
        <a:p>
          <a:endParaRPr lang="en-US"/>
        </a:p>
      </dgm:t>
    </dgm:pt>
    <dgm:pt modelId="{74EF537C-BAC2-4E53-AD0F-802D1E93BEAD}">
      <dgm:prSet phldrT="[Text]"/>
      <dgm:spPr>
        <a:solidFill>
          <a:schemeClr val="accent3">
            <a:lumMod val="75000"/>
          </a:schemeClr>
        </a:solidFill>
      </dgm:spPr>
      <dgm:t>
        <a:bodyPr/>
        <a:lstStyle/>
        <a:p>
          <a:r>
            <a:rPr lang="en-US" dirty="0"/>
            <a:t>Added application material that identifies areas in which professional judgment is applied</a:t>
          </a:r>
        </a:p>
      </dgm:t>
    </dgm:pt>
    <dgm:pt modelId="{F2BF99A2-4AF3-4438-BE08-A28AD580306C}" type="parTrans" cxnId="{5C8774A5-33BE-436F-9C8B-987A9B8BCD6F}">
      <dgm:prSet/>
      <dgm:spPr/>
      <dgm:t>
        <a:bodyPr/>
        <a:lstStyle/>
        <a:p>
          <a:endParaRPr lang="en-US"/>
        </a:p>
      </dgm:t>
    </dgm:pt>
    <dgm:pt modelId="{256B7623-FCD7-433D-8458-3444C15301FC}" type="sibTrans" cxnId="{5C8774A5-33BE-436F-9C8B-987A9B8BCD6F}">
      <dgm:prSet/>
      <dgm:spPr/>
      <dgm:t>
        <a:bodyPr/>
        <a:lstStyle/>
        <a:p>
          <a:endParaRPr lang="en-US"/>
        </a:p>
      </dgm:t>
    </dgm:pt>
    <dgm:pt modelId="{9A57C2C9-2B6D-465C-ADE9-75B2C6A2F93D}">
      <dgm:prSet phldrT="[Text]"/>
      <dgm:spPr>
        <a:solidFill>
          <a:schemeClr val="accent3">
            <a:lumMod val="75000"/>
          </a:schemeClr>
        </a:solidFill>
      </dgm:spPr>
      <dgm:t>
        <a:bodyPr/>
        <a:lstStyle/>
        <a:p>
          <a:r>
            <a:rPr lang="en-US" dirty="0"/>
            <a:t>Enhanced requirements dealing with compliance with laws and regulations and fraud</a:t>
          </a:r>
        </a:p>
      </dgm:t>
    </dgm:pt>
    <dgm:pt modelId="{B738663A-FC65-45D7-92F2-08F916E4C3C0}" type="parTrans" cxnId="{4B5AADA9-3210-4379-88F7-243FAFABC1A6}">
      <dgm:prSet/>
      <dgm:spPr/>
      <dgm:t>
        <a:bodyPr/>
        <a:lstStyle/>
        <a:p>
          <a:endParaRPr lang="en-US"/>
        </a:p>
      </dgm:t>
    </dgm:pt>
    <dgm:pt modelId="{AA628157-77CE-40DD-9942-537885AB098E}" type="sibTrans" cxnId="{4B5AADA9-3210-4379-88F7-243FAFABC1A6}">
      <dgm:prSet/>
      <dgm:spPr/>
      <dgm:t>
        <a:bodyPr/>
        <a:lstStyle/>
        <a:p>
          <a:endParaRPr lang="en-US"/>
        </a:p>
      </dgm:t>
    </dgm:pt>
    <dgm:pt modelId="{F923D151-DC50-4037-8BE2-C684FBE88E2D}" type="pres">
      <dgm:prSet presAssocID="{76E16A25-DA99-4B12-B6C5-3EE7B76D77C1}" presName="composite" presStyleCnt="0">
        <dgm:presLayoutVars>
          <dgm:chMax val="1"/>
          <dgm:dir/>
          <dgm:resizeHandles val="exact"/>
        </dgm:presLayoutVars>
      </dgm:prSet>
      <dgm:spPr/>
    </dgm:pt>
    <dgm:pt modelId="{E895EACC-1D88-4285-BACA-05FAB0873CB8}" type="pres">
      <dgm:prSet presAssocID="{E1E81749-1D17-4CAD-81CD-CC58C69E3CCB}" presName="roof" presStyleLbl="dkBgShp" presStyleIdx="0" presStyleCnt="2"/>
      <dgm:spPr/>
    </dgm:pt>
    <dgm:pt modelId="{3BEDEFAD-C1AE-4D03-85BC-CEADF9BE6596}" type="pres">
      <dgm:prSet presAssocID="{E1E81749-1D17-4CAD-81CD-CC58C69E3CCB}" presName="pillars" presStyleCnt="0"/>
      <dgm:spPr/>
    </dgm:pt>
    <dgm:pt modelId="{CCB8E53E-8BE7-4FF1-B2BF-A90B0CF4CD36}" type="pres">
      <dgm:prSet presAssocID="{E1E81749-1D17-4CAD-81CD-CC58C69E3CCB}" presName="pillar1" presStyleLbl="node1" presStyleIdx="0" presStyleCnt="3">
        <dgm:presLayoutVars>
          <dgm:bulletEnabled val="1"/>
        </dgm:presLayoutVars>
      </dgm:prSet>
      <dgm:spPr/>
    </dgm:pt>
    <dgm:pt modelId="{D4EADF31-F685-4909-AD60-1CB3A009DBFF}" type="pres">
      <dgm:prSet presAssocID="{D14F12B4-2733-495C-BF43-E0BF65BE728B}" presName="pillarX" presStyleLbl="node1" presStyleIdx="1" presStyleCnt="3">
        <dgm:presLayoutVars>
          <dgm:bulletEnabled val="1"/>
        </dgm:presLayoutVars>
      </dgm:prSet>
      <dgm:spPr/>
    </dgm:pt>
    <dgm:pt modelId="{9617DCE7-AF91-4685-B700-B0C0DBD0686D}" type="pres">
      <dgm:prSet presAssocID="{9A57C2C9-2B6D-465C-ADE9-75B2C6A2F93D}" presName="pillarX" presStyleLbl="node1" presStyleIdx="2" presStyleCnt="3">
        <dgm:presLayoutVars>
          <dgm:bulletEnabled val="1"/>
        </dgm:presLayoutVars>
      </dgm:prSet>
      <dgm:spPr/>
    </dgm:pt>
    <dgm:pt modelId="{A1346793-4570-4D14-BD54-90308F8CBFEC}" type="pres">
      <dgm:prSet presAssocID="{E1E81749-1D17-4CAD-81CD-CC58C69E3CCB}" presName="base" presStyleLbl="dkBgShp" presStyleIdx="1" presStyleCnt="2"/>
      <dgm:spPr>
        <a:solidFill>
          <a:schemeClr val="tx1">
            <a:lumMod val="65000"/>
            <a:lumOff val="35000"/>
          </a:schemeClr>
        </a:solidFill>
      </dgm:spPr>
    </dgm:pt>
  </dgm:ptLst>
  <dgm:cxnLst>
    <dgm:cxn modelId="{FB463025-206C-4C58-9F97-DDCD1A371754}" srcId="{E1E81749-1D17-4CAD-81CD-CC58C69E3CCB}" destId="{D14F12B4-2733-495C-BF43-E0BF65BE728B}" srcOrd="1" destOrd="0" parTransId="{834C4428-BDB8-44A2-8071-E67295676A6A}" sibTransId="{3CE7EC52-FD2D-45C3-BD64-B81937DD37E4}"/>
    <dgm:cxn modelId="{B032F831-14B0-4AD2-932A-4D7814A5398D}" type="presOf" srcId="{9A57C2C9-2B6D-465C-ADE9-75B2C6A2F93D}" destId="{9617DCE7-AF91-4685-B700-B0C0DBD0686D}" srcOrd="0" destOrd="0" presId="urn:microsoft.com/office/officeart/2005/8/layout/hList3"/>
    <dgm:cxn modelId="{F29A4FA4-5271-4D7A-9A82-128F26B11FA9}" type="presOf" srcId="{76E16A25-DA99-4B12-B6C5-3EE7B76D77C1}" destId="{F923D151-DC50-4037-8BE2-C684FBE88E2D}" srcOrd="0" destOrd="0" presId="urn:microsoft.com/office/officeart/2005/8/layout/hList3"/>
    <dgm:cxn modelId="{5C8774A5-33BE-436F-9C8B-987A9B8BCD6F}" srcId="{E1E81749-1D17-4CAD-81CD-CC58C69E3CCB}" destId="{74EF537C-BAC2-4E53-AD0F-802D1E93BEAD}" srcOrd="0" destOrd="0" parTransId="{F2BF99A2-4AF3-4438-BE08-A28AD580306C}" sibTransId="{256B7623-FCD7-433D-8458-3444C15301FC}"/>
    <dgm:cxn modelId="{4B5AADA9-3210-4379-88F7-243FAFABC1A6}" srcId="{E1E81749-1D17-4CAD-81CD-CC58C69E3CCB}" destId="{9A57C2C9-2B6D-465C-ADE9-75B2C6A2F93D}" srcOrd="2" destOrd="0" parTransId="{B738663A-FC65-45D7-92F2-08F916E4C3C0}" sibTransId="{AA628157-77CE-40DD-9942-537885AB098E}"/>
    <dgm:cxn modelId="{55F70BBC-5633-4D01-9A0B-198637B6D4D6}" type="presOf" srcId="{D14F12B4-2733-495C-BF43-E0BF65BE728B}" destId="{D4EADF31-F685-4909-AD60-1CB3A009DBFF}" srcOrd="0" destOrd="0" presId="urn:microsoft.com/office/officeart/2005/8/layout/hList3"/>
    <dgm:cxn modelId="{655EA4C2-A404-443F-B91C-E669271C77A4}" type="presOf" srcId="{E1E81749-1D17-4CAD-81CD-CC58C69E3CCB}" destId="{E895EACC-1D88-4285-BACA-05FAB0873CB8}" srcOrd="0" destOrd="0" presId="urn:microsoft.com/office/officeart/2005/8/layout/hList3"/>
    <dgm:cxn modelId="{AE0B32EF-94E9-4307-AF76-C1B52FFD9DC8}" type="presOf" srcId="{74EF537C-BAC2-4E53-AD0F-802D1E93BEAD}" destId="{CCB8E53E-8BE7-4FF1-B2BF-A90B0CF4CD36}" srcOrd="0" destOrd="0" presId="urn:microsoft.com/office/officeart/2005/8/layout/hList3"/>
    <dgm:cxn modelId="{119D71F0-7281-462D-80D0-ABC787404377}" srcId="{76E16A25-DA99-4B12-B6C5-3EE7B76D77C1}" destId="{E1E81749-1D17-4CAD-81CD-CC58C69E3CCB}" srcOrd="0" destOrd="0" parTransId="{F4A9E320-6DE9-4AA3-A2E1-7CBEBAD497DC}" sibTransId="{DA956628-29DD-4B0D-984B-69E8AEEBBC08}"/>
    <dgm:cxn modelId="{BE3B79D6-C48F-4EA2-872F-46E6FBA22AA3}" type="presParOf" srcId="{F923D151-DC50-4037-8BE2-C684FBE88E2D}" destId="{E895EACC-1D88-4285-BACA-05FAB0873CB8}" srcOrd="0" destOrd="0" presId="urn:microsoft.com/office/officeart/2005/8/layout/hList3"/>
    <dgm:cxn modelId="{7038A3F6-2FCB-4C9F-93F1-D78FABE16A92}" type="presParOf" srcId="{F923D151-DC50-4037-8BE2-C684FBE88E2D}" destId="{3BEDEFAD-C1AE-4D03-85BC-CEADF9BE6596}" srcOrd="1" destOrd="0" presId="urn:microsoft.com/office/officeart/2005/8/layout/hList3"/>
    <dgm:cxn modelId="{23062597-D0C3-4D63-AFE7-A28DC462D201}" type="presParOf" srcId="{3BEDEFAD-C1AE-4D03-85BC-CEADF9BE6596}" destId="{CCB8E53E-8BE7-4FF1-B2BF-A90B0CF4CD36}" srcOrd="0" destOrd="0" presId="urn:microsoft.com/office/officeart/2005/8/layout/hList3"/>
    <dgm:cxn modelId="{11BBADB3-C28D-447A-98B5-F8E7A809A9F2}" type="presParOf" srcId="{3BEDEFAD-C1AE-4D03-85BC-CEADF9BE6596}" destId="{D4EADF31-F685-4909-AD60-1CB3A009DBFF}" srcOrd="1" destOrd="0" presId="urn:microsoft.com/office/officeart/2005/8/layout/hList3"/>
    <dgm:cxn modelId="{28617928-A128-483A-ADAE-836FDE3D2284}" type="presParOf" srcId="{3BEDEFAD-C1AE-4D03-85BC-CEADF9BE6596}" destId="{9617DCE7-AF91-4685-B700-B0C0DBD0686D}" srcOrd="2" destOrd="0" presId="urn:microsoft.com/office/officeart/2005/8/layout/hList3"/>
    <dgm:cxn modelId="{A8BA4750-ACAD-43CA-A9A6-2AF013EB7395}" type="presParOf" srcId="{F923D151-DC50-4037-8BE2-C684FBE88E2D}" destId="{A1346793-4570-4D14-BD54-90308F8CBFEC}"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6E16A25-DA99-4B12-B6C5-3EE7B76D77C1}"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E1E81749-1D17-4CAD-81CD-CC58C69E3CCB}">
      <dgm:prSet phldrT="[Text]"/>
      <dgm:spPr>
        <a:solidFill>
          <a:schemeClr val="tx1">
            <a:lumMod val="65000"/>
            <a:lumOff val="35000"/>
          </a:schemeClr>
        </a:solidFill>
      </dgm:spPr>
      <dgm:t>
        <a:bodyPr/>
        <a:lstStyle/>
        <a:p>
          <a:r>
            <a:rPr lang="en-US" dirty="0"/>
            <a:t>Providing clarity in the AUP report—Enhancing the report for clearer, more consistent language which will help clarify what was done and the results therefrom, thereby reducing confusion that may arise in practice about AUP engagements. </a:t>
          </a:r>
        </a:p>
      </dgm:t>
    </dgm:pt>
    <dgm:pt modelId="{F4A9E320-6DE9-4AA3-A2E1-7CBEBAD497DC}" type="parTrans" cxnId="{119D71F0-7281-462D-80D0-ABC787404377}">
      <dgm:prSet/>
      <dgm:spPr/>
      <dgm:t>
        <a:bodyPr/>
        <a:lstStyle/>
        <a:p>
          <a:endParaRPr lang="en-US"/>
        </a:p>
      </dgm:t>
    </dgm:pt>
    <dgm:pt modelId="{DA956628-29DD-4B0D-984B-69E8AEEBBC08}" type="sibTrans" cxnId="{119D71F0-7281-462D-80D0-ABC787404377}">
      <dgm:prSet/>
      <dgm:spPr/>
      <dgm:t>
        <a:bodyPr/>
        <a:lstStyle/>
        <a:p>
          <a:endParaRPr lang="en-US"/>
        </a:p>
      </dgm:t>
    </dgm:pt>
    <dgm:pt modelId="{510E7249-C138-4B09-B881-B340D5C606F3}">
      <dgm:prSet phldrT="[Text]"/>
      <dgm:spPr>
        <a:solidFill>
          <a:schemeClr val="accent3">
            <a:lumMod val="75000"/>
          </a:schemeClr>
        </a:solidFill>
      </dgm:spPr>
      <dgm:t>
        <a:bodyPr/>
        <a:lstStyle/>
        <a:p>
          <a:r>
            <a:rPr lang="en-US" dirty="0"/>
            <a:t>Enhanced requirements and application material on ensuring language used is clearer and more consistent</a:t>
          </a:r>
        </a:p>
      </dgm:t>
    </dgm:pt>
    <dgm:pt modelId="{E99FD383-BBD9-4B36-B7D2-64346001E7CA}" type="parTrans" cxnId="{A99EB84C-2CB8-48EF-998B-E5D2CA8EDF2A}">
      <dgm:prSet/>
      <dgm:spPr/>
      <dgm:t>
        <a:bodyPr/>
        <a:lstStyle/>
        <a:p>
          <a:endParaRPr lang="en-US"/>
        </a:p>
      </dgm:t>
    </dgm:pt>
    <dgm:pt modelId="{7CA99D2F-8EF8-47A4-97D3-870363AA35E5}" type="sibTrans" cxnId="{A99EB84C-2CB8-48EF-998B-E5D2CA8EDF2A}">
      <dgm:prSet/>
      <dgm:spPr/>
      <dgm:t>
        <a:bodyPr/>
        <a:lstStyle/>
        <a:p>
          <a:endParaRPr lang="en-US"/>
        </a:p>
      </dgm:t>
    </dgm:pt>
    <dgm:pt modelId="{1D20FFD7-22E1-4140-AF2F-83CB51973409}">
      <dgm:prSet/>
      <dgm:spPr>
        <a:solidFill>
          <a:schemeClr val="accent3">
            <a:lumMod val="75000"/>
          </a:schemeClr>
        </a:solidFill>
      </dgm:spPr>
      <dgm:t>
        <a:bodyPr/>
        <a:lstStyle/>
        <a:p>
          <a:r>
            <a:rPr lang="en-US" dirty="0"/>
            <a:t>Added a requirement that the AUP report include a statement on the independence of the practitioner </a:t>
          </a:r>
          <a:r>
            <a:rPr lang="en-US"/>
            <a:t>and referring </a:t>
          </a:r>
          <a:r>
            <a:rPr lang="en-US" dirty="0"/>
            <a:t>to the ethical requirements followed</a:t>
          </a:r>
        </a:p>
      </dgm:t>
    </dgm:pt>
    <dgm:pt modelId="{FA1EE0AB-AD91-4211-8146-8C7411EA4DEC}" type="parTrans" cxnId="{D72DD2B9-9C7B-4BAD-9373-695E397AEC0D}">
      <dgm:prSet/>
      <dgm:spPr/>
      <dgm:t>
        <a:bodyPr/>
        <a:lstStyle/>
        <a:p>
          <a:endParaRPr lang="en-US"/>
        </a:p>
      </dgm:t>
    </dgm:pt>
    <dgm:pt modelId="{48FCD8CE-977B-439A-A41D-1DED5AD636BB}" type="sibTrans" cxnId="{D72DD2B9-9C7B-4BAD-9373-695E397AEC0D}">
      <dgm:prSet/>
      <dgm:spPr/>
      <dgm:t>
        <a:bodyPr/>
        <a:lstStyle/>
        <a:p>
          <a:endParaRPr lang="en-US"/>
        </a:p>
      </dgm:t>
    </dgm:pt>
    <dgm:pt modelId="{F923D151-DC50-4037-8BE2-C684FBE88E2D}" type="pres">
      <dgm:prSet presAssocID="{76E16A25-DA99-4B12-B6C5-3EE7B76D77C1}" presName="composite" presStyleCnt="0">
        <dgm:presLayoutVars>
          <dgm:chMax val="1"/>
          <dgm:dir/>
          <dgm:resizeHandles val="exact"/>
        </dgm:presLayoutVars>
      </dgm:prSet>
      <dgm:spPr/>
    </dgm:pt>
    <dgm:pt modelId="{E895EACC-1D88-4285-BACA-05FAB0873CB8}" type="pres">
      <dgm:prSet presAssocID="{E1E81749-1D17-4CAD-81CD-CC58C69E3CCB}" presName="roof" presStyleLbl="dkBgShp" presStyleIdx="0" presStyleCnt="2"/>
      <dgm:spPr/>
    </dgm:pt>
    <dgm:pt modelId="{3BEDEFAD-C1AE-4D03-85BC-CEADF9BE6596}" type="pres">
      <dgm:prSet presAssocID="{E1E81749-1D17-4CAD-81CD-CC58C69E3CCB}" presName="pillars" presStyleCnt="0"/>
      <dgm:spPr/>
    </dgm:pt>
    <dgm:pt modelId="{CCB8E53E-8BE7-4FF1-B2BF-A90B0CF4CD36}" type="pres">
      <dgm:prSet presAssocID="{E1E81749-1D17-4CAD-81CD-CC58C69E3CCB}" presName="pillar1" presStyleLbl="node1" presStyleIdx="0" presStyleCnt="2">
        <dgm:presLayoutVars>
          <dgm:bulletEnabled val="1"/>
        </dgm:presLayoutVars>
      </dgm:prSet>
      <dgm:spPr/>
    </dgm:pt>
    <dgm:pt modelId="{CE575A4F-A609-4E1E-AB59-2FF053FD0384}" type="pres">
      <dgm:prSet presAssocID="{1D20FFD7-22E1-4140-AF2F-83CB51973409}" presName="pillarX" presStyleLbl="node1" presStyleIdx="1" presStyleCnt="2">
        <dgm:presLayoutVars>
          <dgm:bulletEnabled val="1"/>
        </dgm:presLayoutVars>
      </dgm:prSet>
      <dgm:spPr/>
    </dgm:pt>
    <dgm:pt modelId="{A1346793-4570-4D14-BD54-90308F8CBFEC}" type="pres">
      <dgm:prSet presAssocID="{E1E81749-1D17-4CAD-81CD-CC58C69E3CCB}" presName="base" presStyleLbl="dkBgShp" presStyleIdx="1" presStyleCnt="2" custLinFactNeighborY="0"/>
      <dgm:spPr>
        <a:solidFill>
          <a:schemeClr val="tx1">
            <a:lumMod val="65000"/>
            <a:lumOff val="35000"/>
          </a:schemeClr>
        </a:solidFill>
      </dgm:spPr>
    </dgm:pt>
  </dgm:ptLst>
  <dgm:cxnLst>
    <dgm:cxn modelId="{A99EB84C-2CB8-48EF-998B-E5D2CA8EDF2A}" srcId="{E1E81749-1D17-4CAD-81CD-CC58C69E3CCB}" destId="{510E7249-C138-4B09-B881-B340D5C606F3}" srcOrd="0" destOrd="0" parTransId="{E99FD383-BBD9-4B36-B7D2-64346001E7CA}" sibTransId="{7CA99D2F-8EF8-47A4-97D3-870363AA35E5}"/>
    <dgm:cxn modelId="{466ADA57-EAF5-42E9-8F3D-EDE9F273D24E}" type="presOf" srcId="{1D20FFD7-22E1-4140-AF2F-83CB51973409}" destId="{CE575A4F-A609-4E1E-AB59-2FF053FD0384}" srcOrd="0" destOrd="0" presId="urn:microsoft.com/office/officeart/2005/8/layout/hList3"/>
    <dgm:cxn modelId="{F29A4FA4-5271-4D7A-9A82-128F26B11FA9}" type="presOf" srcId="{76E16A25-DA99-4B12-B6C5-3EE7B76D77C1}" destId="{F923D151-DC50-4037-8BE2-C684FBE88E2D}" srcOrd="0" destOrd="0" presId="urn:microsoft.com/office/officeart/2005/8/layout/hList3"/>
    <dgm:cxn modelId="{5AB9FAAC-D223-4EB6-B3A0-3F91E8BF0FE4}" type="presOf" srcId="{510E7249-C138-4B09-B881-B340D5C606F3}" destId="{CCB8E53E-8BE7-4FF1-B2BF-A90B0CF4CD36}" srcOrd="0" destOrd="0" presId="urn:microsoft.com/office/officeart/2005/8/layout/hList3"/>
    <dgm:cxn modelId="{D72DD2B9-9C7B-4BAD-9373-695E397AEC0D}" srcId="{E1E81749-1D17-4CAD-81CD-CC58C69E3CCB}" destId="{1D20FFD7-22E1-4140-AF2F-83CB51973409}" srcOrd="1" destOrd="0" parTransId="{FA1EE0AB-AD91-4211-8146-8C7411EA4DEC}" sibTransId="{48FCD8CE-977B-439A-A41D-1DED5AD636BB}"/>
    <dgm:cxn modelId="{655EA4C2-A404-443F-B91C-E669271C77A4}" type="presOf" srcId="{E1E81749-1D17-4CAD-81CD-CC58C69E3CCB}" destId="{E895EACC-1D88-4285-BACA-05FAB0873CB8}" srcOrd="0" destOrd="0" presId="urn:microsoft.com/office/officeart/2005/8/layout/hList3"/>
    <dgm:cxn modelId="{119D71F0-7281-462D-80D0-ABC787404377}" srcId="{76E16A25-DA99-4B12-B6C5-3EE7B76D77C1}" destId="{E1E81749-1D17-4CAD-81CD-CC58C69E3CCB}" srcOrd="0" destOrd="0" parTransId="{F4A9E320-6DE9-4AA3-A2E1-7CBEBAD497DC}" sibTransId="{DA956628-29DD-4B0D-984B-69E8AEEBBC08}"/>
    <dgm:cxn modelId="{BE3B79D6-C48F-4EA2-872F-46E6FBA22AA3}" type="presParOf" srcId="{F923D151-DC50-4037-8BE2-C684FBE88E2D}" destId="{E895EACC-1D88-4285-BACA-05FAB0873CB8}" srcOrd="0" destOrd="0" presId="urn:microsoft.com/office/officeart/2005/8/layout/hList3"/>
    <dgm:cxn modelId="{7038A3F6-2FCB-4C9F-93F1-D78FABE16A92}" type="presParOf" srcId="{F923D151-DC50-4037-8BE2-C684FBE88E2D}" destId="{3BEDEFAD-C1AE-4D03-85BC-CEADF9BE6596}" srcOrd="1" destOrd="0" presId="urn:microsoft.com/office/officeart/2005/8/layout/hList3"/>
    <dgm:cxn modelId="{23062597-D0C3-4D63-AFE7-A28DC462D201}" type="presParOf" srcId="{3BEDEFAD-C1AE-4D03-85BC-CEADF9BE6596}" destId="{CCB8E53E-8BE7-4FF1-B2BF-A90B0CF4CD36}" srcOrd="0" destOrd="0" presId="urn:microsoft.com/office/officeart/2005/8/layout/hList3"/>
    <dgm:cxn modelId="{E1247E89-5C28-4084-BB42-E172BD2A2085}" type="presParOf" srcId="{3BEDEFAD-C1AE-4D03-85BC-CEADF9BE6596}" destId="{CE575A4F-A609-4E1E-AB59-2FF053FD0384}" srcOrd="1" destOrd="0" presId="urn:microsoft.com/office/officeart/2005/8/layout/hList3"/>
    <dgm:cxn modelId="{A8BA4750-ACAD-43CA-A9A6-2AF013EB7395}" type="presParOf" srcId="{F923D151-DC50-4037-8BE2-C684FBE88E2D}" destId="{A1346793-4570-4D14-BD54-90308F8CBFEC}" srcOrd="2" destOrd="0" presId="urn:microsoft.com/office/officeart/2005/8/layout/hList3"/>
  </dgm:cxnLst>
  <dgm:bg>
    <a:solidFill>
      <a:schemeClr val="tx1">
        <a:lumMod val="65000"/>
        <a:lumOff val="3500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6E16A25-DA99-4B12-B6C5-3EE7B76D77C1}"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E1E81749-1D17-4CAD-81CD-CC58C69E3CCB}">
      <dgm:prSet phldrT="[Text]"/>
      <dgm:spPr>
        <a:solidFill>
          <a:schemeClr val="tx1">
            <a:lumMod val="65000"/>
            <a:lumOff val="35000"/>
          </a:schemeClr>
        </a:solidFill>
      </dgm:spPr>
      <dgm:t>
        <a:bodyPr/>
        <a:lstStyle/>
        <a:p>
          <a:r>
            <a:rPr lang="en-US" dirty="0"/>
            <a:t>Reducing inconsistency in the performance of AUP engagements—redrafting using the clarity drafting conventions and other changes for clarification and enhancement</a:t>
          </a:r>
        </a:p>
      </dgm:t>
    </dgm:pt>
    <dgm:pt modelId="{F4A9E320-6DE9-4AA3-A2E1-7CBEBAD497DC}" type="parTrans" cxnId="{119D71F0-7281-462D-80D0-ABC787404377}">
      <dgm:prSet/>
      <dgm:spPr/>
      <dgm:t>
        <a:bodyPr/>
        <a:lstStyle/>
        <a:p>
          <a:endParaRPr lang="en-US"/>
        </a:p>
      </dgm:t>
    </dgm:pt>
    <dgm:pt modelId="{DA956628-29DD-4B0D-984B-69E8AEEBBC08}" type="sibTrans" cxnId="{119D71F0-7281-462D-80D0-ABC787404377}">
      <dgm:prSet/>
      <dgm:spPr/>
      <dgm:t>
        <a:bodyPr/>
        <a:lstStyle/>
        <a:p>
          <a:endParaRPr lang="en-US"/>
        </a:p>
      </dgm:t>
    </dgm:pt>
    <dgm:pt modelId="{510E7249-C138-4B09-B881-B340D5C606F3}">
      <dgm:prSet phldrT="[Text]"/>
      <dgm:spPr>
        <a:solidFill>
          <a:schemeClr val="accent3">
            <a:lumMod val="75000"/>
          </a:schemeClr>
        </a:solidFill>
      </dgm:spPr>
      <dgm:t>
        <a:bodyPr/>
        <a:lstStyle/>
        <a:p>
          <a:r>
            <a:rPr lang="en-US" dirty="0"/>
            <a:t>Drafted proposed ISRS 4400 (Revised) in clarity convention</a:t>
          </a:r>
        </a:p>
      </dgm:t>
    </dgm:pt>
    <dgm:pt modelId="{E99FD383-BBD9-4B36-B7D2-64346001E7CA}" type="parTrans" cxnId="{A99EB84C-2CB8-48EF-998B-E5D2CA8EDF2A}">
      <dgm:prSet/>
      <dgm:spPr/>
      <dgm:t>
        <a:bodyPr/>
        <a:lstStyle/>
        <a:p>
          <a:endParaRPr lang="en-US"/>
        </a:p>
      </dgm:t>
    </dgm:pt>
    <dgm:pt modelId="{7CA99D2F-8EF8-47A4-97D3-870363AA35E5}" type="sibTrans" cxnId="{A99EB84C-2CB8-48EF-998B-E5D2CA8EDF2A}">
      <dgm:prSet/>
      <dgm:spPr/>
      <dgm:t>
        <a:bodyPr/>
        <a:lstStyle/>
        <a:p>
          <a:endParaRPr lang="en-US"/>
        </a:p>
      </dgm:t>
    </dgm:pt>
    <dgm:pt modelId="{9118A210-037B-4014-8B7E-75C4F778309F}">
      <dgm:prSet/>
      <dgm:spPr>
        <a:solidFill>
          <a:schemeClr val="accent3">
            <a:lumMod val="75000"/>
          </a:schemeClr>
        </a:solidFill>
      </dgm:spPr>
      <dgm:t>
        <a:bodyPr/>
        <a:lstStyle/>
        <a:p>
          <a:pPr>
            <a:buFont typeface="Arial" panose="020B0604020202020204" pitchFamily="34" charset="0"/>
            <a:buChar char="-"/>
          </a:pPr>
          <a:r>
            <a:rPr lang="en-US" dirty="0"/>
            <a:t>Added a clear description of what an AUP engagement is and the value it provides</a:t>
          </a:r>
        </a:p>
      </dgm:t>
    </dgm:pt>
    <dgm:pt modelId="{EA3ED864-4B6C-4C2D-86CB-6AFD5D29559D}" type="parTrans" cxnId="{C03AACE1-2783-41ED-BF13-C7383CBC868B}">
      <dgm:prSet/>
      <dgm:spPr/>
      <dgm:t>
        <a:bodyPr/>
        <a:lstStyle/>
        <a:p>
          <a:endParaRPr lang="en-US"/>
        </a:p>
      </dgm:t>
    </dgm:pt>
    <dgm:pt modelId="{E8944915-0849-4B73-A79A-3F41E297CB2C}" type="sibTrans" cxnId="{C03AACE1-2783-41ED-BF13-C7383CBC868B}">
      <dgm:prSet/>
      <dgm:spPr/>
      <dgm:t>
        <a:bodyPr/>
        <a:lstStyle/>
        <a:p>
          <a:endParaRPr lang="en-US"/>
        </a:p>
      </dgm:t>
    </dgm:pt>
    <dgm:pt modelId="{A1794222-928D-4405-9343-8FF1ED217BB7}">
      <dgm:prSet/>
      <dgm:spPr>
        <a:solidFill>
          <a:schemeClr val="accent3">
            <a:lumMod val="75000"/>
          </a:schemeClr>
        </a:solidFill>
      </dgm:spPr>
      <dgm:t>
        <a:bodyPr/>
        <a:lstStyle/>
        <a:p>
          <a:pPr>
            <a:buFont typeface="Arial" panose="020B0604020202020204" pitchFamily="34" charset="0"/>
            <a:buChar char="-"/>
          </a:pPr>
          <a:r>
            <a:rPr lang="en-US" dirty="0"/>
            <a:t>Set an objective and establishing the practitioner’s obligation on relation to that objective</a:t>
          </a:r>
        </a:p>
      </dgm:t>
    </dgm:pt>
    <dgm:pt modelId="{7D088043-52D5-4CBA-8EF3-9A920DEEC363}" type="parTrans" cxnId="{7EEF71E9-F7EC-4EA4-8D02-E19EFD02DEE6}">
      <dgm:prSet/>
      <dgm:spPr/>
      <dgm:t>
        <a:bodyPr/>
        <a:lstStyle/>
        <a:p>
          <a:endParaRPr lang="en-US"/>
        </a:p>
      </dgm:t>
    </dgm:pt>
    <dgm:pt modelId="{17C109C7-F9BD-47EF-AFE1-92794F4A7C68}" type="sibTrans" cxnId="{7EEF71E9-F7EC-4EA4-8D02-E19EFD02DEE6}">
      <dgm:prSet/>
      <dgm:spPr/>
      <dgm:t>
        <a:bodyPr/>
        <a:lstStyle/>
        <a:p>
          <a:endParaRPr lang="en-US"/>
        </a:p>
      </dgm:t>
    </dgm:pt>
    <dgm:pt modelId="{F923D151-DC50-4037-8BE2-C684FBE88E2D}" type="pres">
      <dgm:prSet presAssocID="{76E16A25-DA99-4B12-B6C5-3EE7B76D77C1}" presName="composite" presStyleCnt="0">
        <dgm:presLayoutVars>
          <dgm:chMax val="1"/>
          <dgm:dir/>
          <dgm:resizeHandles val="exact"/>
        </dgm:presLayoutVars>
      </dgm:prSet>
      <dgm:spPr/>
    </dgm:pt>
    <dgm:pt modelId="{E895EACC-1D88-4285-BACA-05FAB0873CB8}" type="pres">
      <dgm:prSet presAssocID="{E1E81749-1D17-4CAD-81CD-CC58C69E3CCB}" presName="roof" presStyleLbl="dkBgShp" presStyleIdx="0" presStyleCnt="2"/>
      <dgm:spPr/>
    </dgm:pt>
    <dgm:pt modelId="{3BEDEFAD-C1AE-4D03-85BC-CEADF9BE6596}" type="pres">
      <dgm:prSet presAssocID="{E1E81749-1D17-4CAD-81CD-CC58C69E3CCB}" presName="pillars" presStyleCnt="0"/>
      <dgm:spPr/>
    </dgm:pt>
    <dgm:pt modelId="{CCB8E53E-8BE7-4FF1-B2BF-A90B0CF4CD36}" type="pres">
      <dgm:prSet presAssocID="{E1E81749-1D17-4CAD-81CD-CC58C69E3CCB}" presName="pillar1" presStyleLbl="node1" presStyleIdx="0" presStyleCnt="3">
        <dgm:presLayoutVars>
          <dgm:bulletEnabled val="1"/>
        </dgm:presLayoutVars>
      </dgm:prSet>
      <dgm:spPr/>
    </dgm:pt>
    <dgm:pt modelId="{5CE1A19B-5836-4724-A589-679EEB567497}" type="pres">
      <dgm:prSet presAssocID="{9118A210-037B-4014-8B7E-75C4F778309F}" presName="pillarX" presStyleLbl="node1" presStyleIdx="1" presStyleCnt="3">
        <dgm:presLayoutVars>
          <dgm:bulletEnabled val="1"/>
        </dgm:presLayoutVars>
      </dgm:prSet>
      <dgm:spPr/>
    </dgm:pt>
    <dgm:pt modelId="{39AF67D9-1DE4-463C-A7D0-856AFE8F2172}" type="pres">
      <dgm:prSet presAssocID="{A1794222-928D-4405-9343-8FF1ED217BB7}" presName="pillarX" presStyleLbl="node1" presStyleIdx="2" presStyleCnt="3">
        <dgm:presLayoutVars>
          <dgm:bulletEnabled val="1"/>
        </dgm:presLayoutVars>
      </dgm:prSet>
      <dgm:spPr/>
    </dgm:pt>
    <dgm:pt modelId="{A1346793-4570-4D14-BD54-90308F8CBFEC}" type="pres">
      <dgm:prSet presAssocID="{E1E81749-1D17-4CAD-81CD-CC58C69E3CCB}" presName="base" presStyleLbl="dkBgShp" presStyleIdx="1" presStyleCnt="2"/>
      <dgm:spPr>
        <a:solidFill>
          <a:schemeClr val="tx1">
            <a:lumMod val="65000"/>
            <a:lumOff val="35000"/>
          </a:schemeClr>
        </a:solidFill>
      </dgm:spPr>
    </dgm:pt>
  </dgm:ptLst>
  <dgm:cxnLst>
    <dgm:cxn modelId="{A99EB84C-2CB8-48EF-998B-E5D2CA8EDF2A}" srcId="{E1E81749-1D17-4CAD-81CD-CC58C69E3CCB}" destId="{510E7249-C138-4B09-B881-B340D5C606F3}" srcOrd="0" destOrd="0" parTransId="{E99FD383-BBD9-4B36-B7D2-64346001E7CA}" sibTransId="{7CA99D2F-8EF8-47A4-97D3-870363AA35E5}"/>
    <dgm:cxn modelId="{2DE72D79-9B12-4A53-9C3A-CCE862BD26DC}" type="presOf" srcId="{A1794222-928D-4405-9343-8FF1ED217BB7}" destId="{39AF67D9-1DE4-463C-A7D0-856AFE8F2172}" srcOrd="0" destOrd="0" presId="urn:microsoft.com/office/officeart/2005/8/layout/hList3"/>
    <dgm:cxn modelId="{F29A4FA4-5271-4D7A-9A82-128F26B11FA9}" type="presOf" srcId="{76E16A25-DA99-4B12-B6C5-3EE7B76D77C1}" destId="{F923D151-DC50-4037-8BE2-C684FBE88E2D}" srcOrd="0" destOrd="0" presId="urn:microsoft.com/office/officeart/2005/8/layout/hList3"/>
    <dgm:cxn modelId="{5AB9FAAC-D223-4EB6-B3A0-3F91E8BF0FE4}" type="presOf" srcId="{510E7249-C138-4B09-B881-B340D5C606F3}" destId="{CCB8E53E-8BE7-4FF1-B2BF-A90B0CF4CD36}" srcOrd="0" destOrd="0" presId="urn:microsoft.com/office/officeart/2005/8/layout/hList3"/>
    <dgm:cxn modelId="{655EA4C2-A404-443F-B91C-E669271C77A4}" type="presOf" srcId="{E1E81749-1D17-4CAD-81CD-CC58C69E3CCB}" destId="{E895EACC-1D88-4285-BACA-05FAB0873CB8}" srcOrd="0" destOrd="0" presId="urn:microsoft.com/office/officeart/2005/8/layout/hList3"/>
    <dgm:cxn modelId="{C03AACE1-2783-41ED-BF13-C7383CBC868B}" srcId="{E1E81749-1D17-4CAD-81CD-CC58C69E3CCB}" destId="{9118A210-037B-4014-8B7E-75C4F778309F}" srcOrd="1" destOrd="0" parTransId="{EA3ED864-4B6C-4C2D-86CB-6AFD5D29559D}" sibTransId="{E8944915-0849-4B73-A79A-3F41E297CB2C}"/>
    <dgm:cxn modelId="{7EEF71E9-F7EC-4EA4-8D02-E19EFD02DEE6}" srcId="{E1E81749-1D17-4CAD-81CD-CC58C69E3CCB}" destId="{A1794222-928D-4405-9343-8FF1ED217BB7}" srcOrd="2" destOrd="0" parTransId="{7D088043-52D5-4CBA-8EF3-9A920DEEC363}" sibTransId="{17C109C7-F9BD-47EF-AFE1-92794F4A7C68}"/>
    <dgm:cxn modelId="{204769ED-F4B0-4143-AC0E-1F2E1D66FBDF}" type="presOf" srcId="{9118A210-037B-4014-8B7E-75C4F778309F}" destId="{5CE1A19B-5836-4724-A589-679EEB567497}" srcOrd="0" destOrd="0" presId="urn:microsoft.com/office/officeart/2005/8/layout/hList3"/>
    <dgm:cxn modelId="{119D71F0-7281-462D-80D0-ABC787404377}" srcId="{76E16A25-DA99-4B12-B6C5-3EE7B76D77C1}" destId="{E1E81749-1D17-4CAD-81CD-CC58C69E3CCB}" srcOrd="0" destOrd="0" parTransId="{F4A9E320-6DE9-4AA3-A2E1-7CBEBAD497DC}" sibTransId="{DA956628-29DD-4B0D-984B-69E8AEEBBC08}"/>
    <dgm:cxn modelId="{BE3B79D6-C48F-4EA2-872F-46E6FBA22AA3}" type="presParOf" srcId="{F923D151-DC50-4037-8BE2-C684FBE88E2D}" destId="{E895EACC-1D88-4285-BACA-05FAB0873CB8}" srcOrd="0" destOrd="0" presId="urn:microsoft.com/office/officeart/2005/8/layout/hList3"/>
    <dgm:cxn modelId="{7038A3F6-2FCB-4C9F-93F1-D78FABE16A92}" type="presParOf" srcId="{F923D151-DC50-4037-8BE2-C684FBE88E2D}" destId="{3BEDEFAD-C1AE-4D03-85BC-CEADF9BE6596}" srcOrd="1" destOrd="0" presId="urn:microsoft.com/office/officeart/2005/8/layout/hList3"/>
    <dgm:cxn modelId="{23062597-D0C3-4D63-AFE7-A28DC462D201}" type="presParOf" srcId="{3BEDEFAD-C1AE-4D03-85BC-CEADF9BE6596}" destId="{CCB8E53E-8BE7-4FF1-B2BF-A90B0CF4CD36}" srcOrd="0" destOrd="0" presId="urn:microsoft.com/office/officeart/2005/8/layout/hList3"/>
    <dgm:cxn modelId="{189BF2D8-B84E-4BF3-81AD-DA75581BF538}" type="presParOf" srcId="{3BEDEFAD-C1AE-4D03-85BC-CEADF9BE6596}" destId="{5CE1A19B-5836-4724-A589-679EEB567497}" srcOrd="1" destOrd="0" presId="urn:microsoft.com/office/officeart/2005/8/layout/hList3"/>
    <dgm:cxn modelId="{A196EE9D-D67C-4D42-954C-DE4130484965}" type="presParOf" srcId="{3BEDEFAD-C1AE-4D03-85BC-CEADF9BE6596}" destId="{39AF67D9-1DE4-463C-A7D0-856AFE8F2172}" srcOrd="2" destOrd="0" presId="urn:microsoft.com/office/officeart/2005/8/layout/hList3"/>
    <dgm:cxn modelId="{A8BA4750-ACAD-43CA-A9A6-2AF013EB7395}" type="presParOf" srcId="{F923D151-DC50-4037-8BE2-C684FBE88E2D}" destId="{A1346793-4570-4D14-BD54-90308F8CBFEC}"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6E16A25-DA99-4B12-B6C5-3EE7B76D77C1}"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E1E81749-1D17-4CAD-81CD-CC58C69E3CCB}">
      <dgm:prSet phldrT="[Text]"/>
      <dgm:spPr>
        <a:solidFill>
          <a:schemeClr val="tx1">
            <a:lumMod val="65000"/>
            <a:lumOff val="35000"/>
          </a:schemeClr>
        </a:solidFill>
      </dgm:spPr>
      <dgm:t>
        <a:bodyPr/>
        <a:lstStyle/>
        <a:p>
          <a:r>
            <a:rPr lang="en-US" dirty="0"/>
            <a:t>Reducing inconsistency in the performance of AUP engagements—redrafting using the clarity drafting conventions and other changes for clarification and enhancement</a:t>
          </a:r>
        </a:p>
      </dgm:t>
    </dgm:pt>
    <dgm:pt modelId="{F4A9E320-6DE9-4AA3-A2E1-7CBEBAD497DC}" type="parTrans" cxnId="{119D71F0-7281-462D-80D0-ABC787404377}">
      <dgm:prSet/>
      <dgm:spPr/>
      <dgm:t>
        <a:bodyPr/>
        <a:lstStyle/>
        <a:p>
          <a:endParaRPr lang="en-US"/>
        </a:p>
      </dgm:t>
    </dgm:pt>
    <dgm:pt modelId="{DA956628-29DD-4B0D-984B-69E8AEEBBC08}" type="sibTrans" cxnId="{119D71F0-7281-462D-80D0-ABC787404377}">
      <dgm:prSet/>
      <dgm:spPr/>
      <dgm:t>
        <a:bodyPr/>
        <a:lstStyle/>
        <a:p>
          <a:endParaRPr lang="en-US"/>
        </a:p>
      </dgm:t>
    </dgm:pt>
    <dgm:pt modelId="{6B5FB5BC-4302-4457-99E3-C390D781DB3D}">
      <dgm:prSet/>
      <dgm:spPr>
        <a:solidFill>
          <a:schemeClr val="accent3">
            <a:lumMod val="75000"/>
          </a:schemeClr>
        </a:solidFill>
      </dgm:spPr>
      <dgm:t>
        <a:bodyPr/>
        <a:lstStyle/>
        <a:p>
          <a:pPr>
            <a:buFont typeface="Arial" panose="020B0604020202020204" pitchFamily="34" charset="0"/>
            <a:buChar char="-"/>
          </a:pPr>
          <a:r>
            <a:rPr lang="en-US" dirty="0"/>
            <a:t>Clarified the obligations imposed on practitioners by the requirements of proposed ISRS 4400 (Revised)</a:t>
          </a:r>
        </a:p>
      </dgm:t>
    </dgm:pt>
    <dgm:pt modelId="{FF99B72D-6F97-49E3-A616-B4C302F7CAB4}" type="parTrans" cxnId="{109229A7-D069-4183-98FF-2620AFBEC13C}">
      <dgm:prSet/>
      <dgm:spPr/>
      <dgm:t>
        <a:bodyPr/>
        <a:lstStyle/>
        <a:p>
          <a:endParaRPr lang="en-US"/>
        </a:p>
      </dgm:t>
    </dgm:pt>
    <dgm:pt modelId="{1383D904-00C3-4E7D-ABA4-7874A6E0458A}" type="sibTrans" cxnId="{109229A7-D069-4183-98FF-2620AFBEC13C}">
      <dgm:prSet/>
      <dgm:spPr/>
      <dgm:t>
        <a:bodyPr/>
        <a:lstStyle/>
        <a:p>
          <a:endParaRPr lang="en-US"/>
        </a:p>
      </dgm:t>
    </dgm:pt>
    <dgm:pt modelId="{EB18D177-D564-47FC-A838-B77B4980F099}">
      <dgm:prSet/>
      <dgm:spPr>
        <a:solidFill>
          <a:schemeClr val="tx2">
            <a:lumMod val="75000"/>
          </a:schemeClr>
        </a:solidFill>
      </dgm:spPr>
      <dgm:t>
        <a:bodyPr/>
        <a:lstStyle/>
        <a:p>
          <a:pPr>
            <a:buFont typeface="Arial" panose="020B0604020202020204" pitchFamily="34" charset="0"/>
            <a:buChar char="-"/>
          </a:pPr>
          <a:r>
            <a:rPr lang="en-US" dirty="0"/>
            <a:t>Eliminated any possible ambiguity about the requirements a practitioner needs to fulfil</a:t>
          </a:r>
        </a:p>
      </dgm:t>
    </dgm:pt>
    <dgm:pt modelId="{84950BB1-B31E-47AC-B818-8E55FC1588F6}" type="parTrans" cxnId="{C97C981D-B234-4930-B69A-AA389F8C8159}">
      <dgm:prSet/>
      <dgm:spPr/>
      <dgm:t>
        <a:bodyPr/>
        <a:lstStyle/>
        <a:p>
          <a:endParaRPr lang="en-US"/>
        </a:p>
      </dgm:t>
    </dgm:pt>
    <dgm:pt modelId="{F81E56A3-9EB2-402B-9169-EA1A127ABAA9}" type="sibTrans" cxnId="{C97C981D-B234-4930-B69A-AA389F8C8159}">
      <dgm:prSet/>
      <dgm:spPr/>
      <dgm:t>
        <a:bodyPr/>
        <a:lstStyle/>
        <a:p>
          <a:endParaRPr lang="en-US"/>
        </a:p>
      </dgm:t>
    </dgm:pt>
    <dgm:pt modelId="{8C20F06A-9F4B-4B30-A6AB-5CBEA3952B1A}">
      <dgm:prSet/>
      <dgm:spPr>
        <a:solidFill>
          <a:schemeClr val="tx2">
            <a:lumMod val="75000"/>
          </a:schemeClr>
        </a:solidFill>
      </dgm:spPr>
      <dgm:t>
        <a:bodyPr/>
        <a:lstStyle/>
        <a:p>
          <a:r>
            <a:rPr lang="en-US" dirty="0"/>
            <a:t>Improved the overall readability and understandability of proposed ISRS 4400 (Revised) </a:t>
          </a:r>
        </a:p>
      </dgm:t>
    </dgm:pt>
    <dgm:pt modelId="{F80D18D6-D225-4111-9B3B-21A7754B1B8E}" type="parTrans" cxnId="{D12B0B32-062A-4E26-9AD7-D04167142C12}">
      <dgm:prSet/>
      <dgm:spPr/>
      <dgm:t>
        <a:bodyPr/>
        <a:lstStyle/>
        <a:p>
          <a:endParaRPr lang="en-US"/>
        </a:p>
      </dgm:t>
    </dgm:pt>
    <dgm:pt modelId="{9BCAC2F6-D973-49C0-B00A-06C6A637C45A}" type="sibTrans" cxnId="{D12B0B32-062A-4E26-9AD7-D04167142C12}">
      <dgm:prSet/>
      <dgm:spPr/>
      <dgm:t>
        <a:bodyPr/>
        <a:lstStyle/>
        <a:p>
          <a:endParaRPr lang="en-US"/>
        </a:p>
      </dgm:t>
    </dgm:pt>
    <dgm:pt modelId="{F923D151-DC50-4037-8BE2-C684FBE88E2D}" type="pres">
      <dgm:prSet presAssocID="{76E16A25-DA99-4B12-B6C5-3EE7B76D77C1}" presName="composite" presStyleCnt="0">
        <dgm:presLayoutVars>
          <dgm:chMax val="1"/>
          <dgm:dir/>
          <dgm:resizeHandles val="exact"/>
        </dgm:presLayoutVars>
      </dgm:prSet>
      <dgm:spPr/>
    </dgm:pt>
    <dgm:pt modelId="{E895EACC-1D88-4285-BACA-05FAB0873CB8}" type="pres">
      <dgm:prSet presAssocID="{E1E81749-1D17-4CAD-81CD-CC58C69E3CCB}" presName="roof" presStyleLbl="dkBgShp" presStyleIdx="0" presStyleCnt="2"/>
      <dgm:spPr/>
    </dgm:pt>
    <dgm:pt modelId="{3BEDEFAD-C1AE-4D03-85BC-CEADF9BE6596}" type="pres">
      <dgm:prSet presAssocID="{E1E81749-1D17-4CAD-81CD-CC58C69E3CCB}" presName="pillars" presStyleCnt="0"/>
      <dgm:spPr/>
    </dgm:pt>
    <dgm:pt modelId="{CCB8E53E-8BE7-4FF1-B2BF-A90B0CF4CD36}" type="pres">
      <dgm:prSet presAssocID="{E1E81749-1D17-4CAD-81CD-CC58C69E3CCB}" presName="pillar1" presStyleLbl="node1" presStyleIdx="0" presStyleCnt="3">
        <dgm:presLayoutVars>
          <dgm:bulletEnabled val="1"/>
        </dgm:presLayoutVars>
      </dgm:prSet>
      <dgm:spPr/>
    </dgm:pt>
    <dgm:pt modelId="{0BF3658F-EE75-4523-A001-D1C9F3FC8B0D}" type="pres">
      <dgm:prSet presAssocID="{EB18D177-D564-47FC-A838-B77B4980F099}" presName="pillarX" presStyleLbl="node1" presStyleIdx="1" presStyleCnt="3">
        <dgm:presLayoutVars>
          <dgm:bulletEnabled val="1"/>
        </dgm:presLayoutVars>
      </dgm:prSet>
      <dgm:spPr/>
    </dgm:pt>
    <dgm:pt modelId="{DF51AA98-478F-4B12-ACBA-9EF685863E5E}" type="pres">
      <dgm:prSet presAssocID="{8C20F06A-9F4B-4B30-A6AB-5CBEA3952B1A}" presName="pillarX" presStyleLbl="node1" presStyleIdx="2" presStyleCnt="3">
        <dgm:presLayoutVars>
          <dgm:bulletEnabled val="1"/>
        </dgm:presLayoutVars>
      </dgm:prSet>
      <dgm:spPr/>
    </dgm:pt>
    <dgm:pt modelId="{A1346793-4570-4D14-BD54-90308F8CBFEC}" type="pres">
      <dgm:prSet presAssocID="{E1E81749-1D17-4CAD-81CD-CC58C69E3CCB}" presName="base" presStyleLbl="dkBgShp" presStyleIdx="1" presStyleCnt="2"/>
      <dgm:spPr>
        <a:solidFill>
          <a:schemeClr val="tx1">
            <a:lumMod val="65000"/>
            <a:lumOff val="35000"/>
          </a:schemeClr>
        </a:solidFill>
      </dgm:spPr>
    </dgm:pt>
  </dgm:ptLst>
  <dgm:cxnLst>
    <dgm:cxn modelId="{FDC8540D-2F5D-43AB-9619-6CB4AEE196B1}" type="presOf" srcId="{8C20F06A-9F4B-4B30-A6AB-5CBEA3952B1A}" destId="{DF51AA98-478F-4B12-ACBA-9EF685863E5E}" srcOrd="0" destOrd="0" presId="urn:microsoft.com/office/officeart/2005/8/layout/hList3"/>
    <dgm:cxn modelId="{C97C981D-B234-4930-B69A-AA389F8C8159}" srcId="{E1E81749-1D17-4CAD-81CD-CC58C69E3CCB}" destId="{EB18D177-D564-47FC-A838-B77B4980F099}" srcOrd="1" destOrd="0" parTransId="{84950BB1-B31E-47AC-B818-8E55FC1588F6}" sibTransId="{F81E56A3-9EB2-402B-9169-EA1A127ABAA9}"/>
    <dgm:cxn modelId="{D12B0B32-062A-4E26-9AD7-D04167142C12}" srcId="{E1E81749-1D17-4CAD-81CD-CC58C69E3CCB}" destId="{8C20F06A-9F4B-4B30-A6AB-5CBEA3952B1A}" srcOrd="2" destOrd="0" parTransId="{F80D18D6-D225-4111-9B3B-21A7754B1B8E}" sibTransId="{9BCAC2F6-D973-49C0-B00A-06C6A637C45A}"/>
    <dgm:cxn modelId="{375F7CA0-5864-47E8-B2DF-82AE928CE504}" type="presOf" srcId="{6B5FB5BC-4302-4457-99E3-C390D781DB3D}" destId="{CCB8E53E-8BE7-4FF1-B2BF-A90B0CF4CD36}" srcOrd="0" destOrd="0" presId="urn:microsoft.com/office/officeart/2005/8/layout/hList3"/>
    <dgm:cxn modelId="{F29A4FA4-5271-4D7A-9A82-128F26B11FA9}" type="presOf" srcId="{76E16A25-DA99-4B12-B6C5-3EE7B76D77C1}" destId="{F923D151-DC50-4037-8BE2-C684FBE88E2D}" srcOrd="0" destOrd="0" presId="urn:microsoft.com/office/officeart/2005/8/layout/hList3"/>
    <dgm:cxn modelId="{109229A7-D069-4183-98FF-2620AFBEC13C}" srcId="{E1E81749-1D17-4CAD-81CD-CC58C69E3CCB}" destId="{6B5FB5BC-4302-4457-99E3-C390D781DB3D}" srcOrd="0" destOrd="0" parTransId="{FF99B72D-6F97-49E3-A616-B4C302F7CAB4}" sibTransId="{1383D904-00C3-4E7D-ABA4-7874A6E0458A}"/>
    <dgm:cxn modelId="{F54891A8-5389-4210-84F5-A7684F19CC4E}" type="presOf" srcId="{EB18D177-D564-47FC-A838-B77B4980F099}" destId="{0BF3658F-EE75-4523-A001-D1C9F3FC8B0D}" srcOrd="0" destOrd="0" presId="urn:microsoft.com/office/officeart/2005/8/layout/hList3"/>
    <dgm:cxn modelId="{655EA4C2-A404-443F-B91C-E669271C77A4}" type="presOf" srcId="{E1E81749-1D17-4CAD-81CD-CC58C69E3CCB}" destId="{E895EACC-1D88-4285-BACA-05FAB0873CB8}" srcOrd="0" destOrd="0" presId="urn:microsoft.com/office/officeart/2005/8/layout/hList3"/>
    <dgm:cxn modelId="{119D71F0-7281-462D-80D0-ABC787404377}" srcId="{76E16A25-DA99-4B12-B6C5-3EE7B76D77C1}" destId="{E1E81749-1D17-4CAD-81CD-CC58C69E3CCB}" srcOrd="0" destOrd="0" parTransId="{F4A9E320-6DE9-4AA3-A2E1-7CBEBAD497DC}" sibTransId="{DA956628-29DD-4B0D-984B-69E8AEEBBC08}"/>
    <dgm:cxn modelId="{BE3B79D6-C48F-4EA2-872F-46E6FBA22AA3}" type="presParOf" srcId="{F923D151-DC50-4037-8BE2-C684FBE88E2D}" destId="{E895EACC-1D88-4285-BACA-05FAB0873CB8}" srcOrd="0" destOrd="0" presId="urn:microsoft.com/office/officeart/2005/8/layout/hList3"/>
    <dgm:cxn modelId="{7038A3F6-2FCB-4C9F-93F1-D78FABE16A92}" type="presParOf" srcId="{F923D151-DC50-4037-8BE2-C684FBE88E2D}" destId="{3BEDEFAD-C1AE-4D03-85BC-CEADF9BE6596}" srcOrd="1" destOrd="0" presId="urn:microsoft.com/office/officeart/2005/8/layout/hList3"/>
    <dgm:cxn modelId="{23062597-D0C3-4D63-AFE7-A28DC462D201}" type="presParOf" srcId="{3BEDEFAD-C1AE-4D03-85BC-CEADF9BE6596}" destId="{CCB8E53E-8BE7-4FF1-B2BF-A90B0CF4CD36}" srcOrd="0" destOrd="0" presId="urn:microsoft.com/office/officeart/2005/8/layout/hList3"/>
    <dgm:cxn modelId="{5925FF67-4A94-41A4-8F46-826E05611D39}" type="presParOf" srcId="{3BEDEFAD-C1AE-4D03-85BC-CEADF9BE6596}" destId="{0BF3658F-EE75-4523-A001-D1C9F3FC8B0D}" srcOrd="1" destOrd="0" presId="urn:microsoft.com/office/officeart/2005/8/layout/hList3"/>
    <dgm:cxn modelId="{CD2A1BBA-32C3-4262-A9AB-3104CD962F47}" type="presParOf" srcId="{3BEDEFAD-C1AE-4D03-85BC-CEADF9BE6596}" destId="{DF51AA98-478F-4B12-ACBA-9EF685863E5E}" srcOrd="2" destOrd="0" presId="urn:microsoft.com/office/officeart/2005/8/layout/hList3"/>
    <dgm:cxn modelId="{A8BA4750-ACAD-43CA-A9A6-2AF013EB7395}" type="presParOf" srcId="{F923D151-DC50-4037-8BE2-C684FBE88E2D}" destId="{A1346793-4570-4D14-BD54-90308F8CBFEC}" srcOrd="2" destOrd="0" presId="urn:microsoft.com/office/officeart/2005/8/layout/hList3"/>
  </dgm:cxnLst>
  <dgm:bg>
    <a:solidFill>
      <a:schemeClr val="tx1">
        <a:lumMod val="65000"/>
        <a:lumOff val="3500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94FEF29-FC61-4253-872C-9E768A12261D}"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F6A9EE57-D7D4-4A33-B910-51EAA6BC2E9C}">
      <dgm:prSet phldrT="[Text]"/>
      <dgm:spPr/>
      <dgm:t>
        <a:bodyPr/>
        <a:lstStyle/>
        <a:p>
          <a:r>
            <a:rPr lang="en-US" dirty="0"/>
            <a:t>References to Quality Control</a:t>
          </a:r>
        </a:p>
      </dgm:t>
    </dgm:pt>
    <dgm:pt modelId="{75444B9C-B336-42A2-93AD-7B69FE32990F}" type="parTrans" cxnId="{A8A998B5-76AD-43A8-A6EA-3E4395757CDB}">
      <dgm:prSet/>
      <dgm:spPr/>
      <dgm:t>
        <a:bodyPr/>
        <a:lstStyle/>
        <a:p>
          <a:endParaRPr lang="en-US"/>
        </a:p>
      </dgm:t>
    </dgm:pt>
    <dgm:pt modelId="{B52F06CF-5CF6-42CE-866E-E989781EF13B}" type="sibTrans" cxnId="{A8A998B5-76AD-43A8-A6EA-3E4395757CDB}">
      <dgm:prSet/>
      <dgm:spPr/>
      <dgm:t>
        <a:bodyPr/>
        <a:lstStyle/>
        <a:p>
          <a:endParaRPr lang="en-US"/>
        </a:p>
      </dgm:t>
    </dgm:pt>
    <dgm:pt modelId="{74335133-A374-41E1-AF4C-57DB32A7A1F2}">
      <dgm:prSet phldrT="[Text]"/>
      <dgm:spPr/>
      <dgm:t>
        <a:bodyPr/>
        <a:lstStyle/>
        <a:p>
          <a:r>
            <a:rPr lang="en-US" b="0" dirty="0">
              <a:solidFill>
                <a:schemeClr val="tx1">
                  <a:lumMod val="65000"/>
                  <a:lumOff val="35000"/>
                </a:schemeClr>
              </a:solidFill>
            </a:rPr>
            <a:t>Option 3: Replicate ISRS 4410 (Revised) paragraphs 4, 23, A6-A11 and A25-A27 ISRS 4400 (Revised)</a:t>
          </a:r>
        </a:p>
      </dgm:t>
    </dgm:pt>
    <dgm:pt modelId="{F57E5C6A-8263-4C83-9028-E164959DF4DC}" type="parTrans" cxnId="{BA240FC0-79FA-47FD-A2E4-B84C0F380206}">
      <dgm:prSet/>
      <dgm:spPr/>
      <dgm:t>
        <a:bodyPr/>
        <a:lstStyle/>
        <a:p>
          <a:endParaRPr lang="en-US"/>
        </a:p>
      </dgm:t>
    </dgm:pt>
    <dgm:pt modelId="{2FB43329-6EBE-44C7-B1C2-7524111974F4}" type="sibTrans" cxnId="{BA240FC0-79FA-47FD-A2E4-B84C0F380206}">
      <dgm:prSet/>
      <dgm:spPr/>
      <dgm:t>
        <a:bodyPr/>
        <a:lstStyle/>
        <a:p>
          <a:endParaRPr lang="en-US"/>
        </a:p>
      </dgm:t>
    </dgm:pt>
    <dgm:pt modelId="{6B3911E8-B346-499E-93B0-7CA445FC4044}">
      <dgm:prSet phldrT="[Text]"/>
      <dgm:spPr/>
      <dgm:t>
        <a:bodyPr/>
        <a:lstStyle/>
        <a:p>
          <a:r>
            <a:rPr lang="en-US" dirty="0"/>
            <a:t>Effective date of ISRS 4400 (Revised) will not be contingent on revised ISQC 1 becoming effective</a:t>
          </a:r>
        </a:p>
      </dgm:t>
    </dgm:pt>
    <dgm:pt modelId="{D927A443-DF40-411A-A5FB-7AAFA657FF43}" type="parTrans" cxnId="{A3E80B9D-F0C3-4E24-BF02-463F4310E767}">
      <dgm:prSet/>
      <dgm:spPr/>
      <dgm:t>
        <a:bodyPr/>
        <a:lstStyle/>
        <a:p>
          <a:endParaRPr lang="en-US"/>
        </a:p>
      </dgm:t>
    </dgm:pt>
    <dgm:pt modelId="{96FF8A04-AB9D-49D6-92FC-045393785D05}" type="sibTrans" cxnId="{A3E80B9D-F0C3-4E24-BF02-463F4310E767}">
      <dgm:prSet/>
      <dgm:spPr/>
      <dgm:t>
        <a:bodyPr/>
        <a:lstStyle/>
        <a:p>
          <a:endParaRPr lang="en-US"/>
        </a:p>
      </dgm:t>
    </dgm:pt>
    <dgm:pt modelId="{F4F5EE39-A888-4C8F-A663-0FFD18C0B522}">
      <dgm:prSet phldrT="[Text]"/>
      <dgm:spPr/>
      <dgm:t>
        <a:bodyPr/>
        <a:lstStyle/>
        <a:p>
          <a:r>
            <a:rPr lang="en-US" dirty="0"/>
            <a:t>Facilitate the drafting of conforming amendments to both ISRS 4400 (Revised) and ISRS 4410 (Revised) when the revised ISQC 1 is finalized</a:t>
          </a:r>
        </a:p>
      </dgm:t>
    </dgm:pt>
    <dgm:pt modelId="{99164997-B318-4140-B702-51BB670117FC}" type="parTrans" cxnId="{0592BBD0-360C-4958-8499-B1FD2BE97B8A}">
      <dgm:prSet/>
      <dgm:spPr/>
      <dgm:t>
        <a:bodyPr/>
        <a:lstStyle/>
        <a:p>
          <a:endParaRPr lang="en-US"/>
        </a:p>
      </dgm:t>
    </dgm:pt>
    <dgm:pt modelId="{CA398878-D077-4808-B615-FC7FB9556F7B}" type="sibTrans" cxnId="{0592BBD0-360C-4958-8499-B1FD2BE97B8A}">
      <dgm:prSet/>
      <dgm:spPr/>
      <dgm:t>
        <a:bodyPr/>
        <a:lstStyle/>
        <a:p>
          <a:endParaRPr lang="en-US"/>
        </a:p>
      </dgm:t>
    </dgm:pt>
    <dgm:pt modelId="{56A31186-6FED-4911-A875-4E2142663FFB}">
      <dgm:prSet phldrT="[Text]"/>
      <dgm:spPr/>
      <dgm:t>
        <a:bodyPr/>
        <a:lstStyle/>
        <a:p>
          <a:r>
            <a:rPr lang="en-US" dirty="0"/>
            <a:t>Allow for a more holistic approach to addressing conforming amendments arising from the revised ISQC 1</a:t>
          </a:r>
        </a:p>
      </dgm:t>
    </dgm:pt>
    <dgm:pt modelId="{B19DF0B8-AC8B-4CEC-815D-3F6B67126FB0}" type="parTrans" cxnId="{8B044000-9021-447B-A855-6303EF4FAB2B}">
      <dgm:prSet/>
      <dgm:spPr/>
      <dgm:t>
        <a:bodyPr/>
        <a:lstStyle/>
        <a:p>
          <a:endParaRPr lang="en-US"/>
        </a:p>
      </dgm:t>
    </dgm:pt>
    <dgm:pt modelId="{924AA266-E59D-4A06-BF9C-6602ADDC4BD8}" type="sibTrans" cxnId="{8B044000-9021-447B-A855-6303EF4FAB2B}">
      <dgm:prSet/>
      <dgm:spPr/>
      <dgm:t>
        <a:bodyPr/>
        <a:lstStyle/>
        <a:p>
          <a:endParaRPr lang="en-US"/>
        </a:p>
      </dgm:t>
    </dgm:pt>
    <dgm:pt modelId="{82EB3DDC-55CC-4896-B90E-DA18E7ACD97C}">
      <dgm:prSet phldrT="[Text]"/>
      <dgm:spPr/>
      <dgm:t>
        <a:bodyPr/>
        <a:lstStyle/>
        <a:p>
          <a:endParaRPr lang="en-US" dirty="0"/>
        </a:p>
      </dgm:t>
    </dgm:pt>
    <dgm:pt modelId="{9CD91551-607A-49BB-A4A3-25EFC0B9BAFE}" type="parTrans" cxnId="{21868473-4042-4922-A0DC-9F37B61210CC}">
      <dgm:prSet/>
      <dgm:spPr/>
      <dgm:t>
        <a:bodyPr/>
        <a:lstStyle/>
        <a:p>
          <a:endParaRPr lang="en-US"/>
        </a:p>
      </dgm:t>
    </dgm:pt>
    <dgm:pt modelId="{71E0A89D-962E-4A1D-92EA-895A7237D3CF}" type="sibTrans" cxnId="{21868473-4042-4922-A0DC-9F37B61210CC}">
      <dgm:prSet/>
      <dgm:spPr/>
      <dgm:t>
        <a:bodyPr/>
        <a:lstStyle/>
        <a:p>
          <a:endParaRPr lang="en-US"/>
        </a:p>
      </dgm:t>
    </dgm:pt>
    <dgm:pt modelId="{C91DA980-EB78-4F0C-A503-59A325D3966B}">
      <dgm:prSet phldrT="[Text]"/>
      <dgm:spPr/>
      <dgm:t>
        <a:bodyPr/>
        <a:lstStyle/>
        <a:p>
          <a:endParaRPr lang="en-US" dirty="0"/>
        </a:p>
      </dgm:t>
    </dgm:pt>
    <dgm:pt modelId="{C24A7CDC-6FF4-4D99-809C-687167B6C38F}" type="parTrans" cxnId="{53F44DE4-F632-4647-9A16-20FDFEAE37F3}">
      <dgm:prSet/>
      <dgm:spPr/>
      <dgm:t>
        <a:bodyPr/>
        <a:lstStyle/>
        <a:p>
          <a:endParaRPr lang="en-US"/>
        </a:p>
      </dgm:t>
    </dgm:pt>
    <dgm:pt modelId="{762C91E1-32AE-4AC6-ABC7-B7972D45FBDE}" type="sibTrans" cxnId="{53F44DE4-F632-4647-9A16-20FDFEAE37F3}">
      <dgm:prSet/>
      <dgm:spPr/>
      <dgm:t>
        <a:bodyPr/>
        <a:lstStyle/>
        <a:p>
          <a:endParaRPr lang="en-US"/>
        </a:p>
      </dgm:t>
    </dgm:pt>
    <dgm:pt modelId="{0654B1B0-D05D-46C9-9527-4AE745FBCF41}" type="pres">
      <dgm:prSet presAssocID="{394FEF29-FC61-4253-872C-9E768A12261D}" presName="Name0" presStyleCnt="0">
        <dgm:presLayoutVars>
          <dgm:chMax/>
          <dgm:chPref val="3"/>
          <dgm:dir/>
          <dgm:animOne val="branch"/>
          <dgm:animLvl val="lvl"/>
        </dgm:presLayoutVars>
      </dgm:prSet>
      <dgm:spPr/>
    </dgm:pt>
    <dgm:pt modelId="{D1692A68-C2B0-4A49-B1B7-207BC5E07E0A}" type="pres">
      <dgm:prSet presAssocID="{F6A9EE57-D7D4-4A33-B910-51EAA6BC2E9C}" presName="composite" presStyleCnt="0"/>
      <dgm:spPr/>
    </dgm:pt>
    <dgm:pt modelId="{9266849E-F0B7-4324-9C1E-2B78CDC188BD}" type="pres">
      <dgm:prSet presAssocID="{F6A9EE57-D7D4-4A33-B910-51EAA6BC2E9C}" presName="FirstChild" presStyleLbl="revTx" presStyleIdx="0" presStyleCnt="2">
        <dgm:presLayoutVars>
          <dgm:chMax val="0"/>
          <dgm:chPref val="0"/>
          <dgm:bulletEnabled val="1"/>
        </dgm:presLayoutVars>
      </dgm:prSet>
      <dgm:spPr/>
    </dgm:pt>
    <dgm:pt modelId="{B72B4B89-1641-4734-8CCC-182572BB47E3}" type="pres">
      <dgm:prSet presAssocID="{F6A9EE57-D7D4-4A33-B910-51EAA6BC2E9C}" presName="Parent" presStyleLbl="alignNode1" presStyleIdx="0" presStyleCnt="1">
        <dgm:presLayoutVars>
          <dgm:chMax val="3"/>
          <dgm:chPref val="3"/>
          <dgm:bulletEnabled val="1"/>
        </dgm:presLayoutVars>
      </dgm:prSet>
      <dgm:spPr/>
    </dgm:pt>
    <dgm:pt modelId="{9D599B39-3B8E-4FB8-B5CD-D299C3F7FA6B}" type="pres">
      <dgm:prSet presAssocID="{F6A9EE57-D7D4-4A33-B910-51EAA6BC2E9C}" presName="Accent" presStyleLbl="parChTrans1D1" presStyleIdx="0" presStyleCnt="1"/>
      <dgm:spPr/>
    </dgm:pt>
    <dgm:pt modelId="{C79A0474-A916-4B11-9B63-83A92B2C2B5E}" type="pres">
      <dgm:prSet presAssocID="{F6A9EE57-D7D4-4A33-B910-51EAA6BC2E9C}" presName="Child" presStyleLbl="revTx" presStyleIdx="1" presStyleCnt="2">
        <dgm:presLayoutVars>
          <dgm:chMax val="0"/>
          <dgm:chPref val="0"/>
          <dgm:bulletEnabled val="1"/>
        </dgm:presLayoutVars>
      </dgm:prSet>
      <dgm:spPr/>
    </dgm:pt>
  </dgm:ptLst>
  <dgm:cxnLst>
    <dgm:cxn modelId="{8B044000-9021-447B-A855-6303EF4FAB2B}" srcId="{F6A9EE57-D7D4-4A33-B910-51EAA6BC2E9C}" destId="{56A31186-6FED-4911-A875-4E2142663FFB}" srcOrd="5" destOrd="0" parTransId="{B19DF0B8-AC8B-4CEC-815D-3F6B67126FB0}" sibTransId="{924AA266-E59D-4A06-BF9C-6602ADDC4BD8}"/>
    <dgm:cxn modelId="{74527504-EFD6-4EC9-BFEF-4E12CD7E7393}" type="presOf" srcId="{6B3911E8-B346-499E-93B0-7CA445FC4044}" destId="{C79A0474-A916-4B11-9B63-83A92B2C2B5E}" srcOrd="0" destOrd="0" presId="urn:microsoft.com/office/officeart/2011/layout/TabList"/>
    <dgm:cxn modelId="{AB13BA04-2395-42B5-9C80-0D1ABA5A0838}" type="presOf" srcId="{394FEF29-FC61-4253-872C-9E768A12261D}" destId="{0654B1B0-D05D-46C9-9527-4AE745FBCF41}" srcOrd="0" destOrd="0" presId="urn:microsoft.com/office/officeart/2011/layout/TabList"/>
    <dgm:cxn modelId="{4E6F913F-24B2-483C-9F86-C2EE1F70468B}" type="presOf" srcId="{F6A9EE57-D7D4-4A33-B910-51EAA6BC2E9C}" destId="{B72B4B89-1641-4734-8CCC-182572BB47E3}" srcOrd="0" destOrd="0" presId="urn:microsoft.com/office/officeart/2011/layout/TabList"/>
    <dgm:cxn modelId="{3A28495D-9F8F-439A-8512-363F76B12CB6}" type="presOf" srcId="{56A31186-6FED-4911-A875-4E2142663FFB}" destId="{C79A0474-A916-4B11-9B63-83A92B2C2B5E}" srcOrd="0" destOrd="4" presId="urn:microsoft.com/office/officeart/2011/layout/TabList"/>
    <dgm:cxn modelId="{8EF80161-461A-4322-89AB-A3212F7B7DF4}" type="presOf" srcId="{82EB3DDC-55CC-4896-B90E-DA18E7ACD97C}" destId="{C79A0474-A916-4B11-9B63-83A92B2C2B5E}" srcOrd="0" destOrd="1" presId="urn:microsoft.com/office/officeart/2011/layout/TabList"/>
    <dgm:cxn modelId="{21868473-4042-4922-A0DC-9F37B61210CC}" srcId="{F6A9EE57-D7D4-4A33-B910-51EAA6BC2E9C}" destId="{82EB3DDC-55CC-4896-B90E-DA18E7ACD97C}" srcOrd="2" destOrd="0" parTransId="{9CD91551-607A-49BB-A4A3-25EFC0B9BAFE}" sibTransId="{71E0A89D-962E-4A1D-92EA-895A7237D3CF}"/>
    <dgm:cxn modelId="{551D6E74-F46E-47C8-8085-AFA523A9C3ED}" type="presOf" srcId="{C91DA980-EB78-4F0C-A503-59A325D3966B}" destId="{C79A0474-A916-4B11-9B63-83A92B2C2B5E}" srcOrd="0" destOrd="3" presId="urn:microsoft.com/office/officeart/2011/layout/TabList"/>
    <dgm:cxn modelId="{2228E48F-5FF7-4282-A723-D875B46C8103}" type="presOf" srcId="{74335133-A374-41E1-AF4C-57DB32A7A1F2}" destId="{9266849E-F0B7-4324-9C1E-2B78CDC188BD}" srcOrd="0" destOrd="0" presId="urn:microsoft.com/office/officeart/2011/layout/TabList"/>
    <dgm:cxn modelId="{A3E80B9D-F0C3-4E24-BF02-463F4310E767}" srcId="{F6A9EE57-D7D4-4A33-B910-51EAA6BC2E9C}" destId="{6B3911E8-B346-499E-93B0-7CA445FC4044}" srcOrd="1" destOrd="0" parTransId="{D927A443-DF40-411A-A5FB-7AAFA657FF43}" sibTransId="{96FF8A04-AB9D-49D6-92FC-045393785D05}"/>
    <dgm:cxn modelId="{A8A998B5-76AD-43A8-A6EA-3E4395757CDB}" srcId="{394FEF29-FC61-4253-872C-9E768A12261D}" destId="{F6A9EE57-D7D4-4A33-B910-51EAA6BC2E9C}" srcOrd="0" destOrd="0" parTransId="{75444B9C-B336-42A2-93AD-7B69FE32990F}" sibTransId="{B52F06CF-5CF6-42CE-866E-E989781EF13B}"/>
    <dgm:cxn modelId="{BA240FC0-79FA-47FD-A2E4-B84C0F380206}" srcId="{F6A9EE57-D7D4-4A33-B910-51EAA6BC2E9C}" destId="{74335133-A374-41E1-AF4C-57DB32A7A1F2}" srcOrd="0" destOrd="0" parTransId="{F57E5C6A-8263-4C83-9028-E164959DF4DC}" sibTransId="{2FB43329-6EBE-44C7-B1C2-7524111974F4}"/>
    <dgm:cxn modelId="{0592BBD0-360C-4958-8499-B1FD2BE97B8A}" srcId="{F6A9EE57-D7D4-4A33-B910-51EAA6BC2E9C}" destId="{F4F5EE39-A888-4C8F-A663-0FFD18C0B522}" srcOrd="3" destOrd="0" parTransId="{99164997-B318-4140-B702-51BB670117FC}" sibTransId="{CA398878-D077-4808-B615-FC7FB9556F7B}"/>
    <dgm:cxn modelId="{555CD7D9-29EC-47DB-9493-991FAD814863}" type="presOf" srcId="{F4F5EE39-A888-4C8F-A663-0FFD18C0B522}" destId="{C79A0474-A916-4B11-9B63-83A92B2C2B5E}" srcOrd="0" destOrd="2" presId="urn:microsoft.com/office/officeart/2011/layout/TabList"/>
    <dgm:cxn modelId="{53F44DE4-F632-4647-9A16-20FDFEAE37F3}" srcId="{F6A9EE57-D7D4-4A33-B910-51EAA6BC2E9C}" destId="{C91DA980-EB78-4F0C-A503-59A325D3966B}" srcOrd="4" destOrd="0" parTransId="{C24A7CDC-6FF4-4D99-809C-687167B6C38F}" sibTransId="{762C91E1-32AE-4AC6-ABC7-B7972D45FBDE}"/>
    <dgm:cxn modelId="{CD3A9FE3-C8C4-40EB-9579-BF134CE5F3D6}" type="presParOf" srcId="{0654B1B0-D05D-46C9-9527-4AE745FBCF41}" destId="{D1692A68-C2B0-4A49-B1B7-207BC5E07E0A}" srcOrd="0" destOrd="0" presId="urn:microsoft.com/office/officeart/2011/layout/TabList"/>
    <dgm:cxn modelId="{7B96948F-2D46-4EBD-A85C-241555832421}" type="presParOf" srcId="{D1692A68-C2B0-4A49-B1B7-207BC5E07E0A}" destId="{9266849E-F0B7-4324-9C1E-2B78CDC188BD}" srcOrd="0" destOrd="0" presId="urn:microsoft.com/office/officeart/2011/layout/TabList"/>
    <dgm:cxn modelId="{14C4B643-C2A6-4DF1-8BCE-64B0A673D4A6}" type="presParOf" srcId="{D1692A68-C2B0-4A49-B1B7-207BC5E07E0A}" destId="{B72B4B89-1641-4734-8CCC-182572BB47E3}" srcOrd="1" destOrd="0" presId="urn:microsoft.com/office/officeart/2011/layout/TabList"/>
    <dgm:cxn modelId="{D46A3D46-B9EA-45AF-A0A2-2716C29621DB}" type="presParOf" srcId="{D1692A68-C2B0-4A49-B1B7-207BC5E07E0A}" destId="{9D599B39-3B8E-4FB8-B5CD-D299C3F7FA6B}" srcOrd="2" destOrd="0" presId="urn:microsoft.com/office/officeart/2011/layout/TabList"/>
    <dgm:cxn modelId="{31C21E37-E5F8-4A01-811F-D6F2F61EECA0}" type="presParOf" srcId="{0654B1B0-D05D-46C9-9527-4AE745FBCF41}" destId="{C79A0474-A916-4B11-9B63-83A92B2C2B5E}" srcOrd="1"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Scope of this ISRS</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The AUP Engagement</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0ED98116-3EE1-4CEF-BF0F-E8B0440CB767}">
      <dgm:prSet phldrT="[Text]"/>
      <dgm:spPr/>
      <dgm:t>
        <a:bodyPr/>
        <a:lstStyle/>
        <a:p>
          <a:r>
            <a:rPr lang="en-US" dirty="0"/>
            <a:t>Para. 4-7</a:t>
          </a:r>
        </a:p>
      </dgm:t>
    </dgm:pt>
    <dgm:pt modelId="{20F76166-26C5-4B93-A859-88416C0FA87E}" type="parTrans" cxnId="{59932D0A-1245-47EE-BCB5-008722F002BE}">
      <dgm:prSet/>
      <dgm:spPr/>
      <dgm:t>
        <a:bodyPr/>
        <a:lstStyle/>
        <a:p>
          <a:endParaRPr lang="en-US"/>
        </a:p>
      </dgm:t>
    </dgm:pt>
    <dgm:pt modelId="{1CD6940A-2772-4CB5-A95A-6D9EB02947B8}" type="sibTrans" cxnId="{59932D0A-1245-47EE-BCB5-008722F002BE}">
      <dgm:prSet/>
      <dgm:spPr/>
      <dgm:t>
        <a:bodyPr/>
        <a:lstStyle/>
        <a:p>
          <a:endParaRPr lang="en-US"/>
        </a:p>
      </dgm:t>
    </dgm:pt>
    <dgm:pt modelId="{ADA166DD-6B05-429E-A3D1-BA81F461FB78}">
      <dgm:prSet phldrT="[Text]"/>
      <dgm:spPr>
        <a:solidFill>
          <a:schemeClr val="tx1">
            <a:lumMod val="65000"/>
            <a:lumOff val="35000"/>
          </a:schemeClr>
        </a:solidFill>
      </dgm:spPr>
      <dgm:t>
        <a:bodyPr/>
        <a:lstStyle/>
        <a:p>
          <a:r>
            <a:rPr lang="en-US" dirty="0"/>
            <a:t>Authority of this ISRS</a:t>
          </a:r>
        </a:p>
      </dgm:t>
    </dgm:pt>
    <dgm:pt modelId="{6AF49BC7-74D3-4E26-98FE-32CA1EE0D310}" type="parTrans" cxnId="{5D9E71BE-6CF4-4B5D-B9D4-1DC01F20EC6C}">
      <dgm:prSet/>
      <dgm:spPr/>
      <dgm:t>
        <a:bodyPr/>
        <a:lstStyle/>
        <a:p>
          <a:endParaRPr lang="en-US"/>
        </a:p>
      </dgm:t>
    </dgm:pt>
    <dgm:pt modelId="{ED7E7AC5-C26D-4E39-9D1A-B33CF411E51B}" type="sibTrans" cxnId="{5D9E71BE-6CF4-4B5D-B9D4-1DC01F20EC6C}">
      <dgm:prSet/>
      <dgm:spPr/>
      <dgm:t>
        <a:bodyPr/>
        <a:lstStyle/>
        <a:p>
          <a:endParaRPr lang="en-US"/>
        </a:p>
      </dgm:t>
    </dgm:pt>
    <dgm:pt modelId="{B1FC0F14-7082-4C69-906D-D576CB8DB5F3}">
      <dgm:prSet phldrT="[Text]"/>
      <dgm:spPr/>
      <dgm:t>
        <a:bodyPr/>
        <a:lstStyle/>
        <a:p>
          <a:r>
            <a:rPr lang="en-US" dirty="0"/>
            <a:t>Para. 8-11</a:t>
          </a:r>
        </a:p>
      </dgm:t>
    </dgm:pt>
    <dgm:pt modelId="{4C4E9C28-B458-4FCF-9B1F-F5E8FA4418A6}" type="parTrans" cxnId="{7A209817-2E2B-428D-93BE-DD39861CD476}">
      <dgm:prSet/>
      <dgm:spPr/>
      <dgm:t>
        <a:bodyPr/>
        <a:lstStyle/>
        <a:p>
          <a:endParaRPr lang="en-US"/>
        </a:p>
      </dgm:t>
    </dgm:pt>
    <dgm:pt modelId="{64F94A7C-A57A-4FFA-BCF2-965D8220F368}" type="sibTrans" cxnId="{7A209817-2E2B-428D-93BE-DD39861CD476}">
      <dgm:prSet/>
      <dgm:spPr/>
      <dgm:t>
        <a:bodyPr/>
        <a:lstStyle/>
        <a:p>
          <a:endParaRPr lang="en-US"/>
        </a:p>
      </dgm:t>
    </dgm:pt>
    <dgm:pt modelId="{8C061876-A67C-45B3-AB93-7ACA5E9B11B3}">
      <dgm:prSet phldrT="[Text]"/>
      <dgm:spPr/>
      <dgm:t>
        <a:bodyPr/>
        <a:lstStyle/>
        <a:p>
          <a:r>
            <a:rPr lang="en-US" dirty="0"/>
            <a:t>Para. 1-3, A1-A7</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818EE42C-0FB1-449C-8746-6A7BA806C932}">
      <dgm:prSet phldrT="[Text]"/>
      <dgm:spPr/>
      <dgm:t>
        <a:bodyPr/>
        <a:lstStyle/>
        <a:p>
          <a:r>
            <a:rPr lang="en-US" dirty="0"/>
            <a:t>Professional judgment – fraud and non-compliance with laws &amp; regulations</a:t>
          </a:r>
        </a:p>
      </dgm:t>
    </dgm:pt>
    <dgm:pt modelId="{BFB09D23-EE31-4A59-8CC8-5DCB20214B8E}" type="parTrans" cxnId="{C6332C7C-DC24-4F79-8E4D-E5040266DC0F}">
      <dgm:prSet/>
      <dgm:spPr/>
      <dgm:t>
        <a:bodyPr/>
        <a:lstStyle/>
        <a:p>
          <a:endParaRPr lang="en-US"/>
        </a:p>
      </dgm:t>
    </dgm:pt>
    <dgm:pt modelId="{05519099-5EED-4ACE-9FFB-C73E7155BA3E}" type="sibTrans" cxnId="{C6332C7C-DC24-4F79-8E4D-E5040266DC0F}">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3">
        <dgm:presLayoutVars>
          <dgm:chMax val="0"/>
          <dgm:bulletEnabled val="1"/>
        </dgm:presLayoutVars>
      </dgm:prSet>
      <dgm:spPr/>
    </dgm:pt>
    <dgm:pt modelId="{7C94761F-CF65-40C8-AD80-41D2AB3C4E9F}" type="pres">
      <dgm:prSet presAssocID="{4D0462BF-8414-4027-B376-E72F7CEA7B22}" presName="childText" presStyleLbl="revTx" presStyleIdx="0" presStyleCnt="3">
        <dgm:presLayoutVars>
          <dgm:bulletEnabled val="1"/>
        </dgm:presLayoutVars>
      </dgm:prSet>
      <dgm:spPr/>
    </dgm:pt>
    <dgm:pt modelId="{91893367-FA27-4EF1-B1DE-E5195C706DFE}" type="pres">
      <dgm:prSet presAssocID="{CC622441-B7CC-488A-917C-1197152F0B4B}" presName="parentText" presStyleLbl="node1" presStyleIdx="1" presStyleCnt="3">
        <dgm:presLayoutVars>
          <dgm:chMax val="0"/>
          <dgm:bulletEnabled val="1"/>
        </dgm:presLayoutVars>
      </dgm:prSet>
      <dgm:spPr/>
    </dgm:pt>
    <dgm:pt modelId="{678BA3F2-0A06-4F91-A797-8CB06B245AA5}" type="pres">
      <dgm:prSet presAssocID="{CC622441-B7CC-488A-917C-1197152F0B4B}" presName="childText" presStyleLbl="revTx" presStyleIdx="1" presStyleCnt="3">
        <dgm:presLayoutVars>
          <dgm:bulletEnabled val="1"/>
        </dgm:presLayoutVars>
      </dgm:prSet>
      <dgm:spPr/>
    </dgm:pt>
    <dgm:pt modelId="{34F7BF6C-1D2E-4779-81DC-6737825EE20F}" type="pres">
      <dgm:prSet presAssocID="{ADA166DD-6B05-429E-A3D1-BA81F461FB78}" presName="parentText" presStyleLbl="node1" presStyleIdx="2" presStyleCnt="3">
        <dgm:presLayoutVars>
          <dgm:chMax val="0"/>
          <dgm:bulletEnabled val="1"/>
        </dgm:presLayoutVars>
      </dgm:prSet>
      <dgm:spPr/>
    </dgm:pt>
    <dgm:pt modelId="{8361DC1F-00EE-4BAC-8467-20819742CAB2}" type="pres">
      <dgm:prSet presAssocID="{ADA166DD-6B05-429E-A3D1-BA81F461FB78}" presName="childText" presStyleLbl="revTx" presStyleIdx="2" presStyleCnt="3">
        <dgm:presLayoutVars>
          <dgm:bulletEnabled val="1"/>
        </dgm:presLayoutVars>
      </dgm:prSet>
      <dgm:spPr/>
    </dgm:pt>
  </dgm:ptLst>
  <dgm:cxnLst>
    <dgm:cxn modelId="{59932D0A-1245-47EE-BCB5-008722F002BE}" srcId="{CC622441-B7CC-488A-917C-1197152F0B4B}" destId="{0ED98116-3EE1-4CEF-BF0F-E8B0440CB767}" srcOrd="1" destOrd="0" parTransId="{20F76166-26C5-4B93-A859-88416C0FA87E}" sibTransId="{1CD6940A-2772-4CB5-A95A-6D9EB02947B8}"/>
    <dgm:cxn modelId="{D8E8B50D-9EB1-4D6C-9AB9-CA0FB75644EE}" type="presOf" srcId="{ADA166DD-6B05-429E-A3D1-BA81F461FB78}" destId="{34F7BF6C-1D2E-4779-81DC-6737825EE20F}" srcOrd="0" destOrd="0" presId="urn:microsoft.com/office/officeart/2005/8/layout/vList2"/>
    <dgm:cxn modelId="{7A209817-2E2B-428D-93BE-DD39861CD476}" srcId="{ADA166DD-6B05-429E-A3D1-BA81F461FB78}" destId="{B1FC0F14-7082-4C69-906D-D576CB8DB5F3}" srcOrd="0" destOrd="0" parTransId="{4C4E9C28-B458-4FCF-9B1F-F5E8FA4418A6}" sibTransId="{64F94A7C-A57A-4FFA-BCF2-965D8220F368}"/>
    <dgm:cxn modelId="{45C8ED2A-2263-4780-9804-15B62DAC8C3F}" type="presOf" srcId="{B1FC0F14-7082-4C69-906D-D576CB8DB5F3}" destId="{8361DC1F-00EE-4BAC-8467-20819742CAB2}" srcOrd="0" destOrd="0" presId="urn:microsoft.com/office/officeart/2005/8/layout/vList2"/>
    <dgm:cxn modelId="{3D2E7F33-7433-442B-A075-472FEF17BBBA}" type="presOf" srcId="{8C061876-A67C-45B3-AB93-7ACA5E9B11B3}" destId="{7C94761F-CF65-40C8-AD80-41D2AB3C4E9F}" srcOrd="0" destOrd="0" presId="urn:microsoft.com/office/officeart/2005/8/layout/vList2"/>
    <dgm:cxn modelId="{1A2AF336-E1D7-4E72-AE42-6CD57B727101}" srcId="{09D54E76-551D-4888-BE71-ECDB8A2705E0}" destId="{CC622441-B7CC-488A-917C-1197152F0B4B}" srcOrd="1" destOrd="0" parTransId="{2CCA279C-0B8C-46F2-86AE-09E7A56A2183}" sibTransId="{10053DAC-770A-4E34-82D3-64C4E9169373}"/>
    <dgm:cxn modelId="{2C830547-4352-443F-A8C9-F481D3B11B4A}" srcId="{09D54E76-551D-4888-BE71-ECDB8A2705E0}" destId="{4D0462BF-8414-4027-B376-E72F7CEA7B22}" srcOrd="0"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C6332C7C-DC24-4F79-8E4D-E5040266DC0F}" srcId="{CC622441-B7CC-488A-917C-1197152F0B4B}" destId="{818EE42C-0FB1-449C-8746-6A7BA806C932}" srcOrd="0" destOrd="0" parTransId="{BFB09D23-EE31-4A59-8CC8-5DCB20214B8E}" sibTransId="{05519099-5EED-4ACE-9FFB-C73E7155BA3E}"/>
    <dgm:cxn modelId="{781E1281-254C-4A11-9504-0904C69A2405}" type="presOf" srcId="{CC622441-B7CC-488A-917C-1197152F0B4B}" destId="{91893367-FA27-4EF1-B1DE-E5195C706DFE}" srcOrd="0" destOrd="0" presId="urn:microsoft.com/office/officeart/2005/8/layout/vList2"/>
    <dgm:cxn modelId="{1BD89EAB-69DC-442B-89B5-00BFE3C9584B}" type="presOf" srcId="{09D54E76-551D-4888-BE71-ECDB8A2705E0}" destId="{B04C1C07-3A5E-4738-BDAD-9BD17269A788}" srcOrd="0" destOrd="0" presId="urn:microsoft.com/office/officeart/2005/8/layout/vList2"/>
    <dgm:cxn modelId="{DD81BAB3-BFF3-48E1-8C03-9CB978F72EF3}" type="presOf" srcId="{0ED98116-3EE1-4CEF-BF0F-E8B0440CB767}" destId="{678BA3F2-0A06-4F91-A797-8CB06B245AA5}" srcOrd="0" destOrd="1" presId="urn:microsoft.com/office/officeart/2005/8/layout/vList2"/>
    <dgm:cxn modelId="{24ACA9B6-FB77-4644-9640-7A1AD459293B}" type="presOf" srcId="{818EE42C-0FB1-449C-8746-6A7BA806C932}" destId="{678BA3F2-0A06-4F91-A797-8CB06B245AA5}" srcOrd="0" destOrd="0" presId="urn:microsoft.com/office/officeart/2005/8/layout/vList2"/>
    <dgm:cxn modelId="{5D9E71BE-6CF4-4B5D-B9D4-1DC01F20EC6C}" srcId="{09D54E76-551D-4888-BE71-ECDB8A2705E0}" destId="{ADA166DD-6B05-429E-A3D1-BA81F461FB78}" srcOrd="2" destOrd="0" parTransId="{6AF49BC7-74D3-4E26-98FE-32CA1EE0D310}" sibTransId="{ED7E7AC5-C26D-4E39-9D1A-B33CF411E51B}"/>
    <dgm:cxn modelId="{591C34CE-0883-4D7A-A85E-1EE1E0E5E107}" srcId="{4D0462BF-8414-4027-B376-E72F7CEA7B22}" destId="{8C061876-A67C-45B3-AB93-7ACA5E9B11B3}" srcOrd="0" destOrd="0" parTransId="{20FBC373-71CB-447D-B5B2-9A2371ACFAEE}" sibTransId="{692EA5B3-807A-4453-9FFA-19DDFF70FA1F}"/>
    <dgm:cxn modelId="{778722AD-BFE0-47DB-BD5F-FA23567E0ADE}" type="presParOf" srcId="{B04C1C07-3A5E-4738-BDAD-9BD17269A788}" destId="{AE4E6C18-E6D6-4E33-A034-4111BF19BA14}" srcOrd="0" destOrd="0" presId="urn:microsoft.com/office/officeart/2005/8/layout/vList2"/>
    <dgm:cxn modelId="{D2F9565D-580B-45A6-A929-FC814514480E}" type="presParOf" srcId="{B04C1C07-3A5E-4738-BDAD-9BD17269A788}" destId="{7C94761F-CF65-40C8-AD80-41D2AB3C4E9F}"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D4C24538-5D86-45D2-803A-FFFF868D6294}" type="presParOf" srcId="{B04C1C07-3A5E-4738-BDAD-9BD17269A788}" destId="{678BA3F2-0A06-4F91-A797-8CB06B245AA5}" srcOrd="3" destOrd="0" presId="urn:microsoft.com/office/officeart/2005/8/layout/vList2"/>
    <dgm:cxn modelId="{074570EF-B600-497E-B79F-FAA39292965E}" type="presParOf" srcId="{B04C1C07-3A5E-4738-BDAD-9BD17269A788}" destId="{34F7BF6C-1D2E-4779-81DC-6737825EE20F}" srcOrd="4" destOrd="0" presId="urn:microsoft.com/office/officeart/2005/8/layout/vList2"/>
    <dgm:cxn modelId="{B2BB4A90-15A3-457B-86E5-802FFCA5E10F}" type="presParOf" srcId="{B04C1C07-3A5E-4738-BDAD-9BD17269A788}" destId="{8361DC1F-00EE-4BAC-8467-20819742CAB2}"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Objectives</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Definitions</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0ED98116-3EE1-4CEF-BF0F-E8B0440CB767}">
      <dgm:prSet phldrT="[Text]"/>
      <dgm:spPr/>
      <dgm:t>
        <a:bodyPr/>
        <a:lstStyle/>
        <a:p>
          <a:r>
            <a:rPr lang="en-US" dirty="0"/>
            <a:t>Para. 14 and A10A</a:t>
          </a:r>
        </a:p>
      </dgm:t>
    </dgm:pt>
    <dgm:pt modelId="{20F76166-26C5-4B93-A859-88416C0FA87E}" type="parTrans" cxnId="{59932D0A-1245-47EE-BCB5-008722F002BE}">
      <dgm:prSet/>
      <dgm:spPr/>
      <dgm:t>
        <a:bodyPr/>
        <a:lstStyle/>
        <a:p>
          <a:endParaRPr lang="en-US"/>
        </a:p>
      </dgm:t>
    </dgm:pt>
    <dgm:pt modelId="{1CD6940A-2772-4CB5-A95A-6D9EB02947B8}" type="sibTrans" cxnId="{59932D0A-1245-47EE-BCB5-008722F002BE}">
      <dgm:prSet/>
      <dgm:spPr/>
      <dgm:t>
        <a:bodyPr/>
        <a:lstStyle/>
        <a:p>
          <a:endParaRPr lang="en-US"/>
        </a:p>
      </dgm:t>
    </dgm:pt>
    <dgm:pt modelId="{8C061876-A67C-45B3-AB93-7ACA5E9B11B3}">
      <dgm:prSet phldrT="[Text]"/>
      <dgm:spPr/>
      <dgm:t>
        <a:bodyPr/>
        <a:lstStyle/>
        <a:p>
          <a:r>
            <a:rPr lang="en-US" dirty="0"/>
            <a:t>Para. 13</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169407DA-1290-4B58-A82A-0BD70FB9EC8F}">
      <dgm:prSet phldrT="[Text]"/>
      <dgm:spPr>
        <a:solidFill>
          <a:schemeClr val="tx1">
            <a:lumMod val="65000"/>
            <a:lumOff val="35000"/>
          </a:schemeClr>
        </a:solidFill>
      </dgm:spPr>
      <dgm:t>
        <a:bodyPr/>
        <a:lstStyle/>
        <a:p>
          <a:r>
            <a:rPr lang="en-US" dirty="0"/>
            <a:t>Effective Date</a:t>
          </a:r>
        </a:p>
      </dgm:t>
    </dgm:pt>
    <dgm:pt modelId="{58BD54E8-50C8-4800-8D83-29F8ABD8ECF1}" type="parTrans" cxnId="{D7E3DF9D-5F00-4797-B49F-CC5C554A26E8}">
      <dgm:prSet/>
      <dgm:spPr/>
      <dgm:t>
        <a:bodyPr/>
        <a:lstStyle/>
        <a:p>
          <a:endParaRPr lang="en-US"/>
        </a:p>
      </dgm:t>
    </dgm:pt>
    <dgm:pt modelId="{556344EB-A6B0-476D-98B0-514CA7B5449F}" type="sibTrans" cxnId="{D7E3DF9D-5F00-4797-B49F-CC5C554A26E8}">
      <dgm:prSet/>
      <dgm:spPr/>
      <dgm:t>
        <a:bodyPr/>
        <a:lstStyle/>
        <a:p>
          <a:endParaRPr lang="en-US"/>
        </a:p>
      </dgm:t>
    </dgm:pt>
    <dgm:pt modelId="{9ECF4D25-224C-420B-84E7-E31465C4C385}">
      <dgm:prSet phldrT="[Text]"/>
      <dgm:spPr/>
      <dgm:t>
        <a:bodyPr/>
        <a:lstStyle/>
        <a:p>
          <a:r>
            <a:rPr lang="en-US" dirty="0"/>
            <a:t>18-24 months after issuance of final standard</a:t>
          </a:r>
        </a:p>
      </dgm:t>
    </dgm:pt>
    <dgm:pt modelId="{7C4C3C26-ED00-4B4B-8241-3C2BB12DDC1B}" type="parTrans" cxnId="{1A80F5FA-AC5E-4DC7-B34E-D73B4AE9DFF9}">
      <dgm:prSet/>
      <dgm:spPr/>
      <dgm:t>
        <a:bodyPr/>
        <a:lstStyle/>
        <a:p>
          <a:endParaRPr lang="en-US"/>
        </a:p>
      </dgm:t>
    </dgm:pt>
    <dgm:pt modelId="{B5CB4884-AFC0-4DEC-A150-BCDF877A1413}" type="sibTrans" cxnId="{1A80F5FA-AC5E-4DC7-B34E-D73B4AE9DFF9}">
      <dgm:prSet/>
      <dgm:spPr/>
      <dgm:t>
        <a:bodyPr/>
        <a:lstStyle/>
        <a:p>
          <a:endParaRPr lang="en-US"/>
        </a:p>
      </dgm:t>
    </dgm:pt>
    <dgm:pt modelId="{6C6184A8-3782-499E-89BD-270B167F84BF}">
      <dgm:prSet phldrT="[Text]"/>
      <dgm:spPr/>
      <dgm:t>
        <a:bodyPr/>
        <a:lstStyle/>
        <a:p>
          <a:r>
            <a:rPr lang="en-US" dirty="0"/>
            <a:t>Para. 12</a:t>
          </a:r>
        </a:p>
      </dgm:t>
    </dgm:pt>
    <dgm:pt modelId="{016BBEBB-08E0-40D7-9487-82AFA217D99F}" type="parTrans" cxnId="{3512ECF4-B335-4206-B8C0-F850C6689583}">
      <dgm:prSet/>
      <dgm:spPr/>
      <dgm:t>
        <a:bodyPr/>
        <a:lstStyle/>
        <a:p>
          <a:endParaRPr lang="en-US"/>
        </a:p>
      </dgm:t>
    </dgm:pt>
    <dgm:pt modelId="{CDF4A4B9-C047-4049-A869-D61CAF2492F5}" type="sibTrans" cxnId="{3512ECF4-B335-4206-B8C0-F850C6689583}">
      <dgm:prSet/>
      <dgm:spPr/>
      <dgm:t>
        <a:bodyPr/>
        <a:lstStyle/>
        <a:p>
          <a:endParaRPr lang="en-US"/>
        </a:p>
      </dgm:t>
    </dgm:pt>
    <dgm:pt modelId="{B3874362-2D19-4826-80C4-4360EDB32EB7}">
      <dgm:prSet phldrT="[Text]"/>
      <dgm:spPr/>
      <dgm:t>
        <a:bodyPr/>
        <a:lstStyle/>
        <a:p>
          <a:r>
            <a:rPr lang="en-US" dirty="0"/>
            <a:t>Findings</a:t>
          </a:r>
          <a:endParaRPr lang="en-US" i="0" dirty="0"/>
        </a:p>
      </dgm:t>
    </dgm:pt>
    <dgm:pt modelId="{0F74CE81-A47B-479B-B460-8A7288271417}" type="parTrans" cxnId="{8EFF7109-10B3-4D5C-8D7A-A92ACAB4D355}">
      <dgm:prSet/>
      <dgm:spPr/>
      <dgm:t>
        <a:bodyPr/>
        <a:lstStyle/>
        <a:p>
          <a:endParaRPr lang="en-US"/>
        </a:p>
      </dgm:t>
    </dgm:pt>
    <dgm:pt modelId="{44D423F4-8CE9-47B0-A883-2FDB0EDE7E2C}" type="sibTrans" cxnId="{8EFF7109-10B3-4D5C-8D7A-A92ACAB4D355}">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44791D6D-8874-4CE7-A8F6-C51C5763861D}" type="pres">
      <dgm:prSet presAssocID="{169407DA-1290-4B58-A82A-0BD70FB9EC8F}" presName="parentText" presStyleLbl="node1" presStyleIdx="0" presStyleCnt="3">
        <dgm:presLayoutVars>
          <dgm:chMax val="0"/>
          <dgm:bulletEnabled val="1"/>
        </dgm:presLayoutVars>
      </dgm:prSet>
      <dgm:spPr/>
    </dgm:pt>
    <dgm:pt modelId="{099F3695-4EB4-42D1-A076-4B17A366D36A}" type="pres">
      <dgm:prSet presAssocID="{169407DA-1290-4B58-A82A-0BD70FB9EC8F}" presName="childText" presStyleLbl="revTx" presStyleIdx="0" presStyleCnt="3">
        <dgm:presLayoutVars>
          <dgm:bulletEnabled val="1"/>
        </dgm:presLayoutVars>
      </dgm:prSet>
      <dgm:spPr/>
    </dgm:pt>
    <dgm:pt modelId="{AE4E6C18-E6D6-4E33-A034-4111BF19BA14}" type="pres">
      <dgm:prSet presAssocID="{4D0462BF-8414-4027-B376-E72F7CEA7B22}" presName="parentText" presStyleLbl="node1" presStyleIdx="1" presStyleCnt="3">
        <dgm:presLayoutVars>
          <dgm:chMax val="0"/>
          <dgm:bulletEnabled val="1"/>
        </dgm:presLayoutVars>
      </dgm:prSet>
      <dgm:spPr/>
    </dgm:pt>
    <dgm:pt modelId="{7C94761F-CF65-40C8-AD80-41D2AB3C4E9F}" type="pres">
      <dgm:prSet presAssocID="{4D0462BF-8414-4027-B376-E72F7CEA7B22}" presName="childText" presStyleLbl="revTx" presStyleIdx="1" presStyleCnt="3">
        <dgm:presLayoutVars>
          <dgm:bulletEnabled val="1"/>
        </dgm:presLayoutVars>
      </dgm:prSet>
      <dgm:spPr/>
    </dgm:pt>
    <dgm:pt modelId="{91893367-FA27-4EF1-B1DE-E5195C706DFE}" type="pres">
      <dgm:prSet presAssocID="{CC622441-B7CC-488A-917C-1197152F0B4B}" presName="parentText" presStyleLbl="node1" presStyleIdx="2" presStyleCnt="3">
        <dgm:presLayoutVars>
          <dgm:chMax val="0"/>
          <dgm:bulletEnabled val="1"/>
        </dgm:presLayoutVars>
      </dgm:prSet>
      <dgm:spPr/>
    </dgm:pt>
    <dgm:pt modelId="{678BA3F2-0A06-4F91-A797-8CB06B245AA5}" type="pres">
      <dgm:prSet presAssocID="{CC622441-B7CC-488A-917C-1197152F0B4B}" presName="childText" presStyleLbl="revTx" presStyleIdx="2" presStyleCnt="3">
        <dgm:presLayoutVars>
          <dgm:bulletEnabled val="1"/>
        </dgm:presLayoutVars>
      </dgm:prSet>
      <dgm:spPr/>
    </dgm:pt>
  </dgm:ptLst>
  <dgm:cxnLst>
    <dgm:cxn modelId="{8EFF7109-10B3-4D5C-8D7A-A92ACAB4D355}" srcId="{CC622441-B7CC-488A-917C-1197152F0B4B}" destId="{B3874362-2D19-4826-80C4-4360EDB32EB7}" srcOrd="0" destOrd="0" parTransId="{0F74CE81-A47B-479B-B460-8A7288271417}" sibTransId="{44D423F4-8CE9-47B0-A883-2FDB0EDE7E2C}"/>
    <dgm:cxn modelId="{59932D0A-1245-47EE-BCB5-008722F002BE}" srcId="{CC622441-B7CC-488A-917C-1197152F0B4B}" destId="{0ED98116-3EE1-4CEF-BF0F-E8B0440CB767}" srcOrd="1" destOrd="0" parTransId="{20F76166-26C5-4B93-A859-88416C0FA87E}" sibTransId="{1CD6940A-2772-4CB5-A95A-6D9EB02947B8}"/>
    <dgm:cxn modelId="{6CAD861B-F850-48E3-AF01-2B30978606E9}" type="presOf" srcId="{6C6184A8-3782-499E-89BD-270B167F84BF}" destId="{099F3695-4EB4-42D1-A076-4B17A366D36A}" srcOrd="0" destOrd="1" presId="urn:microsoft.com/office/officeart/2005/8/layout/vList2"/>
    <dgm:cxn modelId="{B4435E1D-7002-492B-AB9D-4DC440337956}" type="presOf" srcId="{9ECF4D25-224C-420B-84E7-E31465C4C385}" destId="{099F3695-4EB4-42D1-A076-4B17A366D36A}" srcOrd="0" destOrd="0" presId="urn:microsoft.com/office/officeart/2005/8/layout/vList2"/>
    <dgm:cxn modelId="{3D2E7F33-7433-442B-A075-472FEF17BBBA}" type="presOf" srcId="{8C061876-A67C-45B3-AB93-7ACA5E9B11B3}" destId="{7C94761F-CF65-40C8-AD80-41D2AB3C4E9F}" srcOrd="0" destOrd="0" presId="urn:microsoft.com/office/officeart/2005/8/layout/vList2"/>
    <dgm:cxn modelId="{1A2AF336-E1D7-4E72-AE42-6CD57B727101}" srcId="{09D54E76-551D-4888-BE71-ECDB8A2705E0}" destId="{CC622441-B7CC-488A-917C-1197152F0B4B}" srcOrd="2" destOrd="0" parTransId="{2CCA279C-0B8C-46F2-86AE-09E7A56A2183}" sibTransId="{10053DAC-770A-4E34-82D3-64C4E9169373}"/>
    <dgm:cxn modelId="{2C830547-4352-443F-A8C9-F481D3B11B4A}" srcId="{09D54E76-551D-4888-BE71-ECDB8A2705E0}" destId="{4D0462BF-8414-4027-B376-E72F7CEA7B22}" srcOrd="1"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781E1281-254C-4A11-9504-0904C69A2405}" type="presOf" srcId="{CC622441-B7CC-488A-917C-1197152F0B4B}" destId="{91893367-FA27-4EF1-B1DE-E5195C706DFE}" srcOrd="0" destOrd="0" presId="urn:microsoft.com/office/officeart/2005/8/layout/vList2"/>
    <dgm:cxn modelId="{D7E3DF9D-5F00-4797-B49F-CC5C554A26E8}" srcId="{09D54E76-551D-4888-BE71-ECDB8A2705E0}" destId="{169407DA-1290-4B58-A82A-0BD70FB9EC8F}" srcOrd="0" destOrd="0" parTransId="{58BD54E8-50C8-4800-8D83-29F8ABD8ECF1}" sibTransId="{556344EB-A6B0-476D-98B0-514CA7B5449F}"/>
    <dgm:cxn modelId="{CD70A3A8-AAE6-40F9-9E2D-F7F109B48DE5}" type="presOf" srcId="{B3874362-2D19-4826-80C4-4360EDB32EB7}" destId="{678BA3F2-0A06-4F91-A797-8CB06B245AA5}" srcOrd="0" destOrd="0" presId="urn:microsoft.com/office/officeart/2005/8/layout/vList2"/>
    <dgm:cxn modelId="{1BD89EAB-69DC-442B-89B5-00BFE3C9584B}" type="presOf" srcId="{09D54E76-551D-4888-BE71-ECDB8A2705E0}" destId="{B04C1C07-3A5E-4738-BDAD-9BD17269A788}" srcOrd="0" destOrd="0" presId="urn:microsoft.com/office/officeart/2005/8/layout/vList2"/>
    <dgm:cxn modelId="{DD81BAB3-BFF3-48E1-8C03-9CB978F72EF3}" type="presOf" srcId="{0ED98116-3EE1-4CEF-BF0F-E8B0440CB767}" destId="{678BA3F2-0A06-4F91-A797-8CB06B245AA5}" srcOrd="0" destOrd="1" presId="urn:microsoft.com/office/officeart/2005/8/layout/vList2"/>
    <dgm:cxn modelId="{591C34CE-0883-4D7A-A85E-1EE1E0E5E107}" srcId="{4D0462BF-8414-4027-B376-E72F7CEA7B22}" destId="{8C061876-A67C-45B3-AB93-7ACA5E9B11B3}" srcOrd="0" destOrd="0" parTransId="{20FBC373-71CB-447D-B5B2-9A2371ACFAEE}" sibTransId="{692EA5B3-807A-4453-9FFA-19DDFF70FA1F}"/>
    <dgm:cxn modelId="{6A945DE6-0079-49C9-B742-F30EE2C01DF9}" type="presOf" srcId="{169407DA-1290-4B58-A82A-0BD70FB9EC8F}" destId="{44791D6D-8874-4CE7-A8F6-C51C5763861D}" srcOrd="0" destOrd="0" presId="urn:microsoft.com/office/officeart/2005/8/layout/vList2"/>
    <dgm:cxn modelId="{3512ECF4-B335-4206-B8C0-F850C6689583}" srcId="{169407DA-1290-4B58-A82A-0BD70FB9EC8F}" destId="{6C6184A8-3782-499E-89BD-270B167F84BF}" srcOrd="1" destOrd="0" parTransId="{016BBEBB-08E0-40D7-9487-82AFA217D99F}" sibTransId="{CDF4A4B9-C047-4049-A869-D61CAF2492F5}"/>
    <dgm:cxn modelId="{1A80F5FA-AC5E-4DC7-B34E-D73B4AE9DFF9}" srcId="{169407DA-1290-4B58-A82A-0BD70FB9EC8F}" destId="{9ECF4D25-224C-420B-84E7-E31465C4C385}" srcOrd="0" destOrd="0" parTransId="{7C4C3C26-ED00-4B4B-8241-3C2BB12DDC1B}" sibTransId="{B5CB4884-AFC0-4DEC-A150-BCDF877A1413}"/>
    <dgm:cxn modelId="{2DFBFAA3-1D36-494D-A248-A254175032FD}" type="presParOf" srcId="{B04C1C07-3A5E-4738-BDAD-9BD17269A788}" destId="{44791D6D-8874-4CE7-A8F6-C51C5763861D}" srcOrd="0" destOrd="0" presId="urn:microsoft.com/office/officeart/2005/8/layout/vList2"/>
    <dgm:cxn modelId="{171314CE-4378-456D-B5B3-011D55C4D1D1}" type="presParOf" srcId="{B04C1C07-3A5E-4738-BDAD-9BD17269A788}" destId="{099F3695-4EB4-42D1-A076-4B17A366D36A}" srcOrd="1" destOrd="0" presId="urn:microsoft.com/office/officeart/2005/8/layout/vList2"/>
    <dgm:cxn modelId="{778722AD-BFE0-47DB-BD5F-FA23567E0ADE}" type="presParOf" srcId="{B04C1C07-3A5E-4738-BDAD-9BD17269A788}" destId="{AE4E6C18-E6D6-4E33-A034-4111BF19BA14}" srcOrd="2" destOrd="0" presId="urn:microsoft.com/office/officeart/2005/8/layout/vList2"/>
    <dgm:cxn modelId="{D2F9565D-580B-45A6-A929-FC814514480E}" type="presParOf" srcId="{B04C1C07-3A5E-4738-BDAD-9BD17269A788}" destId="{7C94761F-CF65-40C8-AD80-41D2AB3C4E9F}" srcOrd="3" destOrd="0" presId="urn:microsoft.com/office/officeart/2005/8/layout/vList2"/>
    <dgm:cxn modelId="{E724758B-855E-45C5-B7E4-D924EA7C88F5}" type="presParOf" srcId="{B04C1C07-3A5E-4738-BDAD-9BD17269A788}" destId="{91893367-FA27-4EF1-B1DE-E5195C706DFE}" srcOrd="4" destOrd="0" presId="urn:microsoft.com/office/officeart/2005/8/layout/vList2"/>
    <dgm:cxn modelId="{D4C24538-5D86-45D2-803A-FFFF868D6294}" type="presParOf" srcId="{B04C1C07-3A5E-4738-BDAD-9BD17269A788}" destId="{678BA3F2-0A06-4F91-A797-8CB06B245AA5}"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Relevant Ethical Requirements</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8C061876-A67C-45B3-AB93-7ACA5E9B11B3}">
      <dgm:prSet phldrT="[Text]"/>
      <dgm:spPr/>
      <dgm:t>
        <a:bodyPr/>
        <a:lstStyle/>
        <a:p>
          <a:r>
            <a:rPr lang="en-US" dirty="0"/>
            <a:t>Para. 18, A11-A13</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169407DA-1290-4B58-A82A-0BD70FB9EC8F}">
      <dgm:prSet phldrT="[Text]"/>
      <dgm:spPr>
        <a:solidFill>
          <a:schemeClr val="tx1">
            <a:lumMod val="65000"/>
            <a:lumOff val="35000"/>
          </a:schemeClr>
        </a:solidFill>
      </dgm:spPr>
      <dgm:t>
        <a:bodyPr/>
        <a:lstStyle/>
        <a:p>
          <a:r>
            <a:rPr lang="en-US" dirty="0"/>
            <a:t>Conduct of an AUP Engagement</a:t>
          </a:r>
        </a:p>
      </dgm:t>
    </dgm:pt>
    <dgm:pt modelId="{58BD54E8-50C8-4800-8D83-29F8ABD8ECF1}" type="parTrans" cxnId="{D7E3DF9D-5F00-4797-B49F-CC5C554A26E8}">
      <dgm:prSet/>
      <dgm:spPr/>
      <dgm:t>
        <a:bodyPr/>
        <a:lstStyle/>
        <a:p>
          <a:endParaRPr lang="en-US"/>
        </a:p>
      </dgm:t>
    </dgm:pt>
    <dgm:pt modelId="{556344EB-A6B0-476D-98B0-514CA7B5449F}" type="sibTrans" cxnId="{D7E3DF9D-5F00-4797-B49F-CC5C554A26E8}">
      <dgm:prSet/>
      <dgm:spPr/>
      <dgm:t>
        <a:bodyPr/>
        <a:lstStyle/>
        <a:p>
          <a:endParaRPr lang="en-US"/>
        </a:p>
      </dgm:t>
    </dgm:pt>
    <dgm:pt modelId="{9ECF4D25-224C-420B-84E7-E31465C4C385}">
      <dgm:prSet phldrT="[Text]"/>
      <dgm:spPr/>
      <dgm:t>
        <a:bodyPr/>
        <a:lstStyle/>
        <a:p>
          <a:r>
            <a:rPr lang="en-US" dirty="0"/>
            <a:t>Para. 15-17</a:t>
          </a:r>
        </a:p>
      </dgm:t>
    </dgm:pt>
    <dgm:pt modelId="{7C4C3C26-ED00-4B4B-8241-3C2BB12DDC1B}" type="parTrans" cxnId="{1A80F5FA-AC5E-4DC7-B34E-D73B4AE9DFF9}">
      <dgm:prSet/>
      <dgm:spPr/>
      <dgm:t>
        <a:bodyPr/>
        <a:lstStyle/>
        <a:p>
          <a:endParaRPr lang="en-US"/>
        </a:p>
      </dgm:t>
    </dgm:pt>
    <dgm:pt modelId="{B5CB4884-AFC0-4DEC-A150-BCDF877A1413}" type="sibTrans" cxnId="{1A80F5FA-AC5E-4DC7-B34E-D73B4AE9DFF9}">
      <dgm:prSet/>
      <dgm:spPr/>
      <dgm:t>
        <a:bodyPr/>
        <a:lstStyle/>
        <a:p>
          <a:endParaRPr lang="en-US"/>
        </a:p>
      </dgm:t>
    </dgm:pt>
    <dgm:pt modelId="{86099E87-B562-4D00-8BFD-3BAC427470A5}">
      <dgm:prSet phldrT="[Text]"/>
      <dgm:spPr/>
      <dgm:t>
        <a:bodyPr/>
        <a:lstStyle/>
        <a:p>
          <a:r>
            <a:rPr lang="en-US" dirty="0"/>
            <a:t>Practitioner’s independence</a:t>
          </a:r>
        </a:p>
      </dgm:t>
    </dgm:pt>
    <dgm:pt modelId="{73BEA9DE-92A6-43B9-848D-1DD8CAA06469}" type="parTrans" cxnId="{D7004B08-DDC4-413B-A42C-BF7A9A3F1562}">
      <dgm:prSet/>
      <dgm:spPr/>
      <dgm:t>
        <a:bodyPr/>
        <a:lstStyle/>
        <a:p>
          <a:endParaRPr lang="en-US"/>
        </a:p>
      </dgm:t>
    </dgm:pt>
    <dgm:pt modelId="{BA5BFE3B-CB8B-4F66-A346-627020B1CF51}" type="sibTrans" cxnId="{D7004B08-DDC4-413B-A42C-BF7A9A3F1562}">
      <dgm:prSet/>
      <dgm:spPr/>
      <dgm:t>
        <a:bodyPr/>
        <a:lstStyle/>
        <a:p>
          <a:endParaRPr lang="en-US"/>
        </a:p>
      </dgm:t>
    </dgm:pt>
    <dgm:pt modelId="{9C5A9EF3-B13A-48E3-9633-D3E3B1B0CA6F}">
      <dgm:prSet phldrT="[Text]"/>
      <dgm:spPr/>
      <dgm:t>
        <a:bodyPr/>
        <a:lstStyle/>
        <a:p>
          <a:r>
            <a:rPr lang="en-US" dirty="0"/>
            <a:t>Coordination with the IESBA</a:t>
          </a:r>
        </a:p>
      </dgm:t>
    </dgm:pt>
    <dgm:pt modelId="{880BFF59-07F5-4BF2-AFCA-122F09EDD1D2}" type="parTrans" cxnId="{8D5A1B6D-54C4-4988-A1A5-24A3AEC6419D}">
      <dgm:prSet/>
      <dgm:spPr/>
      <dgm:t>
        <a:bodyPr/>
        <a:lstStyle/>
        <a:p>
          <a:endParaRPr lang="en-US"/>
        </a:p>
      </dgm:t>
    </dgm:pt>
    <dgm:pt modelId="{DE5542AE-F463-4DFD-B436-B7FC058C25AE}" type="sibTrans" cxnId="{8D5A1B6D-54C4-4988-A1A5-24A3AEC6419D}">
      <dgm:prSet/>
      <dgm:spPr/>
      <dgm:t>
        <a:bodyPr/>
        <a:lstStyle/>
        <a:p>
          <a:endParaRPr lang="en-US"/>
        </a:p>
      </dgm:t>
    </dgm:pt>
    <dgm:pt modelId="{50C428BE-9A32-4EAF-8BD1-22E75DBCA003}">
      <dgm:prSet phldrT="[Text]"/>
      <dgm:spPr/>
      <dgm:t>
        <a:bodyPr/>
        <a:lstStyle/>
        <a:p>
          <a:r>
            <a:rPr lang="en-US" dirty="0"/>
            <a:t>Reporting on relevant ethical requirements and independence (para. 29(f))</a:t>
          </a:r>
        </a:p>
      </dgm:t>
    </dgm:pt>
    <dgm:pt modelId="{F6BEA985-8FE2-4F38-AE34-314DC6D233E5}" type="parTrans" cxnId="{5E583B9A-A19D-423C-AAEF-6C2B8B12FA29}">
      <dgm:prSet/>
      <dgm:spPr/>
      <dgm:t>
        <a:bodyPr/>
        <a:lstStyle/>
        <a:p>
          <a:endParaRPr lang="en-US"/>
        </a:p>
      </dgm:t>
    </dgm:pt>
    <dgm:pt modelId="{18A13B76-FE73-4962-89AE-F0A4E8A9C8BF}" type="sibTrans" cxnId="{5E583B9A-A19D-423C-AAEF-6C2B8B12FA29}">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44791D6D-8874-4CE7-A8F6-C51C5763861D}" type="pres">
      <dgm:prSet presAssocID="{169407DA-1290-4B58-A82A-0BD70FB9EC8F}" presName="parentText" presStyleLbl="node1" presStyleIdx="0" presStyleCnt="2">
        <dgm:presLayoutVars>
          <dgm:chMax val="0"/>
          <dgm:bulletEnabled val="1"/>
        </dgm:presLayoutVars>
      </dgm:prSet>
      <dgm:spPr/>
    </dgm:pt>
    <dgm:pt modelId="{099F3695-4EB4-42D1-A076-4B17A366D36A}" type="pres">
      <dgm:prSet presAssocID="{169407DA-1290-4B58-A82A-0BD70FB9EC8F}" presName="childText" presStyleLbl="revTx" presStyleIdx="0" presStyleCnt="2">
        <dgm:presLayoutVars>
          <dgm:bulletEnabled val="1"/>
        </dgm:presLayoutVars>
      </dgm:prSet>
      <dgm:spPr/>
    </dgm:pt>
    <dgm:pt modelId="{AE4E6C18-E6D6-4E33-A034-4111BF19BA14}" type="pres">
      <dgm:prSet presAssocID="{4D0462BF-8414-4027-B376-E72F7CEA7B22}" presName="parentText" presStyleLbl="node1" presStyleIdx="1" presStyleCnt="2">
        <dgm:presLayoutVars>
          <dgm:chMax val="0"/>
          <dgm:bulletEnabled val="1"/>
        </dgm:presLayoutVars>
      </dgm:prSet>
      <dgm:spPr/>
    </dgm:pt>
    <dgm:pt modelId="{7C94761F-CF65-40C8-AD80-41D2AB3C4E9F}" type="pres">
      <dgm:prSet presAssocID="{4D0462BF-8414-4027-B376-E72F7CEA7B22}" presName="childText" presStyleLbl="revTx" presStyleIdx="1" presStyleCnt="2">
        <dgm:presLayoutVars>
          <dgm:bulletEnabled val="1"/>
        </dgm:presLayoutVars>
      </dgm:prSet>
      <dgm:spPr/>
    </dgm:pt>
  </dgm:ptLst>
  <dgm:cxnLst>
    <dgm:cxn modelId="{D7004B08-DDC4-413B-A42C-BF7A9A3F1562}" srcId="{4D0462BF-8414-4027-B376-E72F7CEA7B22}" destId="{86099E87-B562-4D00-8BFD-3BAC427470A5}" srcOrd="0" destOrd="0" parTransId="{73BEA9DE-92A6-43B9-848D-1DD8CAA06469}" sibTransId="{BA5BFE3B-CB8B-4F66-A346-627020B1CF51}"/>
    <dgm:cxn modelId="{B4435E1D-7002-492B-AB9D-4DC440337956}" type="presOf" srcId="{9ECF4D25-224C-420B-84E7-E31465C4C385}" destId="{099F3695-4EB4-42D1-A076-4B17A366D36A}" srcOrd="0" destOrd="0" presId="urn:microsoft.com/office/officeart/2005/8/layout/vList2"/>
    <dgm:cxn modelId="{3D2E7F33-7433-442B-A075-472FEF17BBBA}" type="presOf" srcId="{8C061876-A67C-45B3-AB93-7ACA5E9B11B3}" destId="{7C94761F-CF65-40C8-AD80-41D2AB3C4E9F}" srcOrd="0" destOrd="3" presId="urn:microsoft.com/office/officeart/2005/8/layout/vList2"/>
    <dgm:cxn modelId="{61FB8F5E-90C4-44C7-A0B6-848CE837EA46}" type="presOf" srcId="{50C428BE-9A32-4EAF-8BD1-22E75DBCA003}" destId="{7C94761F-CF65-40C8-AD80-41D2AB3C4E9F}" srcOrd="0" destOrd="1" presId="urn:microsoft.com/office/officeart/2005/8/layout/vList2"/>
    <dgm:cxn modelId="{2C830547-4352-443F-A8C9-F481D3B11B4A}" srcId="{09D54E76-551D-4888-BE71-ECDB8A2705E0}" destId="{4D0462BF-8414-4027-B376-E72F7CEA7B22}" srcOrd="1" destOrd="0" parTransId="{9A22A164-1C88-4FCE-82A4-A8076663F31F}" sibTransId="{0FD00A1F-485D-4D21-A0A7-4B01B54AA0BF}"/>
    <dgm:cxn modelId="{8D5A1B6D-54C4-4988-A1A5-24A3AEC6419D}" srcId="{4D0462BF-8414-4027-B376-E72F7CEA7B22}" destId="{9C5A9EF3-B13A-48E3-9633-D3E3B1B0CA6F}" srcOrd="2" destOrd="0" parTransId="{880BFF59-07F5-4BF2-AFCA-122F09EDD1D2}" sibTransId="{DE5542AE-F463-4DFD-B436-B7FC058C25AE}"/>
    <dgm:cxn modelId="{C517CC4F-E046-44F1-A911-F4DF5769A18E}" type="presOf" srcId="{4D0462BF-8414-4027-B376-E72F7CEA7B22}" destId="{AE4E6C18-E6D6-4E33-A034-4111BF19BA14}" srcOrd="0" destOrd="0" presId="urn:microsoft.com/office/officeart/2005/8/layout/vList2"/>
    <dgm:cxn modelId="{854A3C72-A574-45D3-9137-F528BCC1252C}" type="presOf" srcId="{9C5A9EF3-B13A-48E3-9633-D3E3B1B0CA6F}" destId="{7C94761F-CF65-40C8-AD80-41D2AB3C4E9F}" srcOrd="0" destOrd="2" presId="urn:microsoft.com/office/officeart/2005/8/layout/vList2"/>
    <dgm:cxn modelId="{261E048C-AB3D-49D5-AB46-0C19FA6B9AA9}" type="presOf" srcId="{86099E87-B562-4D00-8BFD-3BAC427470A5}" destId="{7C94761F-CF65-40C8-AD80-41D2AB3C4E9F}" srcOrd="0" destOrd="0" presId="urn:microsoft.com/office/officeart/2005/8/layout/vList2"/>
    <dgm:cxn modelId="{5E583B9A-A19D-423C-AAEF-6C2B8B12FA29}" srcId="{4D0462BF-8414-4027-B376-E72F7CEA7B22}" destId="{50C428BE-9A32-4EAF-8BD1-22E75DBCA003}" srcOrd="1" destOrd="0" parTransId="{F6BEA985-8FE2-4F38-AE34-314DC6D233E5}" sibTransId="{18A13B76-FE73-4962-89AE-F0A4E8A9C8BF}"/>
    <dgm:cxn modelId="{D7E3DF9D-5F00-4797-B49F-CC5C554A26E8}" srcId="{09D54E76-551D-4888-BE71-ECDB8A2705E0}" destId="{169407DA-1290-4B58-A82A-0BD70FB9EC8F}" srcOrd="0" destOrd="0" parTransId="{58BD54E8-50C8-4800-8D83-29F8ABD8ECF1}" sibTransId="{556344EB-A6B0-476D-98B0-514CA7B5449F}"/>
    <dgm:cxn modelId="{1BD89EAB-69DC-442B-89B5-00BFE3C9584B}" type="presOf" srcId="{09D54E76-551D-4888-BE71-ECDB8A2705E0}" destId="{B04C1C07-3A5E-4738-BDAD-9BD17269A788}" srcOrd="0" destOrd="0" presId="urn:microsoft.com/office/officeart/2005/8/layout/vList2"/>
    <dgm:cxn modelId="{591C34CE-0883-4D7A-A85E-1EE1E0E5E107}" srcId="{4D0462BF-8414-4027-B376-E72F7CEA7B22}" destId="{8C061876-A67C-45B3-AB93-7ACA5E9B11B3}" srcOrd="3" destOrd="0" parTransId="{20FBC373-71CB-447D-B5B2-9A2371ACFAEE}" sibTransId="{692EA5B3-807A-4453-9FFA-19DDFF70FA1F}"/>
    <dgm:cxn modelId="{6A945DE6-0079-49C9-B742-F30EE2C01DF9}" type="presOf" srcId="{169407DA-1290-4B58-A82A-0BD70FB9EC8F}" destId="{44791D6D-8874-4CE7-A8F6-C51C5763861D}" srcOrd="0" destOrd="0" presId="urn:microsoft.com/office/officeart/2005/8/layout/vList2"/>
    <dgm:cxn modelId="{1A80F5FA-AC5E-4DC7-B34E-D73B4AE9DFF9}" srcId="{169407DA-1290-4B58-A82A-0BD70FB9EC8F}" destId="{9ECF4D25-224C-420B-84E7-E31465C4C385}" srcOrd="0" destOrd="0" parTransId="{7C4C3C26-ED00-4B4B-8241-3C2BB12DDC1B}" sibTransId="{B5CB4884-AFC0-4DEC-A150-BCDF877A1413}"/>
    <dgm:cxn modelId="{2DFBFAA3-1D36-494D-A248-A254175032FD}" type="presParOf" srcId="{B04C1C07-3A5E-4738-BDAD-9BD17269A788}" destId="{44791D6D-8874-4CE7-A8F6-C51C5763861D}" srcOrd="0" destOrd="0" presId="urn:microsoft.com/office/officeart/2005/8/layout/vList2"/>
    <dgm:cxn modelId="{171314CE-4378-456D-B5B3-011D55C4D1D1}" type="presParOf" srcId="{B04C1C07-3A5E-4738-BDAD-9BD17269A788}" destId="{099F3695-4EB4-42D1-A076-4B17A366D36A}" srcOrd="1" destOrd="0" presId="urn:microsoft.com/office/officeart/2005/8/layout/vList2"/>
    <dgm:cxn modelId="{778722AD-BFE0-47DB-BD5F-FA23567E0ADE}" type="presParOf" srcId="{B04C1C07-3A5E-4738-BDAD-9BD17269A788}" destId="{AE4E6C18-E6D6-4E33-A034-4111BF19BA14}" srcOrd="2" destOrd="0" presId="urn:microsoft.com/office/officeart/2005/8/layout/vList2"/>
    <dgm:cxn modelId="{D2F9565D-580B-45A6-A929-FC814514480E}" type="presParOf" srcId="{B04C1C07-3A5E-4738-BDAD-9BD17269A788}" destId="{7C94761F-CF65-40C8-AD80-41D2AB3C4E9F}"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Engagement Level Quality Control</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8C061876-A67C-45B3-AB93-7ACA5E9B11B3}">
      <dgm:prSet phldrT="[Text]"/>
      <dgm:spPr/>
      <dgm:t>
        <a:bodyPr/>
        <a:lstStyle/>
        <a:p>
          <a:r>
            <a:rPr lang="en-US" dirty="0"/>
            <a:t>Para. 20, A19-A21</a:t>
          </a:r>
        </a:p>
      </dgm:t>
    </dgm:pt>
    <dgm:pt modelId="{20FBC373-71CB-447D-B5B2-9A2371ACFAEE}" type="parTrans" cxnId="{591C34CE-0883-4D7A-A85E-1EE1E0E5E107}">
      <dgm:prSet/>
      <dgm:spPr/>
      <dgm:t>
        <a:bodyPr/>
        <a:lstStyle/>
        <a:p>
          <a:endParaRPr lang="en-US"/>
        </a:p>
      </dgm:t>
    </dgm:pt>
    <dgm:pt modelId="{692EA5B3-807A-4453-9FFA-19DDFF70FA1F}" type="sibTrans" cxnId="{591C34CE-0883-4D7A-A85E-1EE1E0E5E107}">
      <dgm:prSet/>
      <dgm:spPr/>
      <dgm:t>
        <a:bodyPr/>
        <a:lstStyle/>
        <a:p>
          <a:endParaRPr lang="en-US"/>
        </a:p>
      </dgm:t>
    </dgm:pt>
    <dgm:pt modelId="{169407DA-1290-4B58-A82A-0BD70FB9EC8F}">
      <dgm:prSet phldrT="[Text]"/>
      <dgm:spPr>
        <a:solidFill>
          <a:schemeClr val="tx1">
            <a:lumMod val="65000"/>
            <a:lumOff val="35000"/>
          </a:schemeClr>
        </a:solidFill>
      </dgm:spPr>
      <dgm:t>
        <a:bodyPr/>
        <a:lstStyle/>
        <a:p>
          <a:r>
            <a:rPr lang="en-US" dirty="0"/>
            <a:t>Professional Judgment</a:t>
          </a:r>
        </a:p>
      </dgm:t>
    </dgm:pt>
    <dgm:pt modelId="{58BD54E8-50C8-4800-8D83-29F8ABD8ECF1}" type="parTrans" cxnId="{D7E3DF9D-5F00-4797-B49F-CC5C554A26E8}">
      <dgm:prSet/>
      <dgm:spPr/>
      <dgm:t>
        <a:bodyPr/>
        <a:lstStyle/>
        <a:p>
          <a:endParaRPr lang="en-US"/>
        </a:p>
      </dgm:t>
    </dgm:pt>
    <dgm:pt modelId="{556344EB-A6B0-476D-98B0-514CA7B5449F}" type="sibTrans" cxnId="{D7E3DF9D-5F00-4797-B49F-CC5C554A26E8}">
      <dgm:prSet/>
      <dgm:spPr/>
      <dgm:t>
        <a:bodyPr/>
        <a:lstStyle/>
        <a:p>
          <a:endParaRPr lang="en-US"/>
        </a:p>
      </dgm:t>
    </dgm:pt>
    <dgm:pt modelId="{9ECF4D25-224C-420B-84E7-E31465C4C385}">
      <dgm:prSet phldrT="[Text]"/>
      <dgm:spPr/>
      <dgm:t>
        <a:bodyPr/>
        <a:lstStyle/>
        <a:p>
          <a:r>
            <a:rPr lang="en-US" dirty="0"/>
            <a:t>Para. 19, A15-17</a:t>
          </a:r>
        </a:p>
      </dgm:t>
    </dgm:pt>
    <dgm:pt modelId="{7C4C3C26-ED00-4B4B-8241-3C2BB12DDC1B}" type="parTrans" cxnId="{1A80F5FA-AC5E-4DC7-B34E-D73B4AE9DFF9}">
      <dgm:prSet/>
      <dgm:spPr/>
      <dgm:t>
        <a:bodyPr/>
        <a:lstStyle/>
        <a:p>
          <a:endParaRPr lang="en-US"/>
        </a:p>
      </dgm:t>
    </dgm:pt>
    <dgm:pt modelId="{B5CB4884-AFC0-4DEC-A150-BCDF877A1413}" type="sibTrans" cxnId="{1A80F5FA-AC5E-4DC7-B34E-D73B4AE9DFF9}">
      <dgm:prSet/>
      <dgm:spPr/>
      <dgm:t>
        <a:bodyPr/>
        <a:lstStyle/>
        <a:p>
          <a:endParaRPr lang="en-US"/>
        </a:p>
      </dgm:t>
    </dgm:pt>
    <dgm:pt modelId="{13E640DE-6ADC-46D3-926A-70CCA590EA6C}">
      <dgm:prSet phldrT="[Text]"/>
      <dgm:spPr/>
      <dgm:t>
        <a:bodyPr/>
        <a:lstStyle/>
        <a:p>
          <a:r>
            <a:rPr lang="en-US" dirty="0"/>
            <a:t>Role of professional judgment in an AUP engagement</a:t>
          </a:r>
        </a:p>
      </dgm:t>
    </dgm:pt>
    <dgm:pt modelId="{0D4B01CA-BBE7-4BA2-B288-734D5D593C5C}" type="parTrans" cxnId="{DD955498-6D4F-4DAC-866F-954E79BF6948}">
      <dgm:prSet/>
      <dgm:spPr/>
      <dgm:t>
        <a:bodyPr/>
        <a:lstStyle/>
        <a:p>
          <a:endParaRPr lang="en-US"/>
        </a:p>
      </dgm:t>
    </dgm:pt>
    <dgm:pt modelId="{036C4254-FC16-4D15-AC1C-321EA6731D7C}" type="sibTrans" cxnId="{DD955498-6D4F-4DAC-866F-954E79BF6948}">
      <dgm:prSet/>
      <dgm:spPr/>
      <dgm:t>
        <a:bodyPr/>
        <a:lstStyle/>
        <a:p>
          <a:endParaRPr lang="en-US"/>
        </a:p>
      </dgm:t>
    </dgm:pt>
    <dgm:pt modelId="{7F89C996-0C21-40EA-98DA-964B694868B0}">
      <dgm:prSet phldrT="[Text]"/>
      <dgm:spPr/>
      <dgm:t>
        <a:bodyPr/>
        <a:lstStyle/>
        <a:p>
          <a:r>
            <a:rPr lang="en-US" dirty="0"/>
            <a:t>Fraud and non-compliance with laws and regulations (as discussed in para. 7)</a:t>
          </a:r>
        </a:p>
      </dgm:t>
    </dgm:pt>
    <dgm:pt modelId="{B793DED5-E297-40BE-8CC4-FD9C57F8B95D}" type="parTrans" cxnId="{46EEBFAC-121E-437D-90DF-F030B5DE0CE8}">
      <dgm:prSet/>
      <dgm:spPr/>
      <dgm:t>
        <a:bodyPr/>
        <a:lstStyle/>
        <a:p>
          <a:endParaRPr lang="en-US"/>
        </a:p>
      </dgm:t>
    </dgm:pt>
    <dgm:pt modelId="{14257EF8-C715-4EF2-8B0D-7C0298516947}" type="sibTrans" cxnId="{46EEBFAC-121E-437D-90DF-F030B5DE0CE8}">
      <dgm:prSet/>
      <dgm:spPr/>
      <dgm:t>
        <a:bodyPr/>
        <a:lstStyle/>
        <a:p>
          <a:endParaRPr lang="en-US"/>
        </a:p>
      </dgm:t>
    </dgm:pt>
    <dgm:pt modelId="{50BB7F75-4DD6-4FE3-B388-7E10B75A941A}">
      <dgm:prSet phldrT="[Text]"/>
      <dgm:spPr/>
      <dgm:t>
        <a:bodyPr/>
        <a:lstStyle/>
        <a:p>
          <a:r>
            <a:rPr lang="en-US" dirty="0"/>
            <a:t>As discussed in References to Quality Control</a:t>
          </a:r>
        </a:p>
      </dgm:t>
    </dgm:pt>
    <dgm:pt modelId="{DCB9AF06-4813-414A-8725-F4E86E1980FC}" type="parTrans" cxnId="{2DA84676-F82F-4C9B-8A08-B7567981CB22}">
      <dgm:prSet/>
      <dgm:spPr/>
      <dgm:t>
        <a:bodyPr/>
        <a:lstStyle/>
        <a:p>
          <a:endParaRPr lang="en-US"/>
        </a:p>
      </dgm:t>
    </dgm:pt>
    <dgm:pt modelId="{EC4DD872-2506-4EE0-90FC-BCACC1446810}" type="sibTrans" cxnId="{2DA84676-F82F-4C9B-8A08-B7567981CB22}">
      <dgm:prSet/>
      <dgm:spPr/>
      <dgm:t>
        <a:bodyPr/>
        <a:lstStyle/>
        <a:p>
          <a:endParaRPr lang="en-US"/>
        </a:p>
      </dgm:t>
    </dgm:pt>
    <dgm:pt modelId="{2C310230-8A94-4451-A9C5-C975E136677D}">
      <dgm:prSet phldrT="[Text]"/>
      <dgm:spPr/>
      <dgm:t>
        <a:bodyPr/>
        <a:lstStyle/>
        <a:p>
          <a:r>
            <a:rPr lang="en-US" dirty="0"/>
            <a:t>Knowledge acquired from other engagements</a:t>
          </a:r>
        </a:p>
      </dgm:t>
    </dgm:pt>
    <dgm:pt modelId="{88EA9B08-5BC9-460E-9DB8-2FEF7D616696}" type="parTrans" cxnId="{74B261FA-7089-4285-A77D-FF1390E62431}">
      <dgm:prSet/>
      <dgm:spPr/>
      <dgm:t>
        <a:bodyPr/>
        <a:lstStyle/>
        <a:p>
          <a:endParaRPr lang="en-US"/>
        </a:p>
      </dgm:t>
    </dgm:pt>
    <dgm:pt modelId="{28286F14-E9E2-4AE9-B9CB-4B66624FEF81}" type="sibTrans" cxnId="{74B261FA-7089-4285-A77D-FF1390E62431}">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44791D6D-8874-4CE7-A8F6-C51C5763861D}" type="pres">
      <dgm:prSet presAssocID="{169407DA-1290-4B58-A82A-0BD70FB9EC8F}" presName="parentText" presStyleLbl="node1" presStyleIdx="0" presStyleCnt="2">
        <dgm:presLayoutVars>
          <dgm:chMax val="0"/>
          <dgm:bulletEnabled val="1"/>
        </dgm:presLayoutVars>
      </dgm:prSet>
      <dgm:spPr/>
    </dgm:pt>
    <dgm:pt modelId="{099F3695-4EB4-42D1-A076-4B17A366D36A}" type="pres">
      <dgm:prSet presAssocID="{169407DA-1290-4B58-A82A-0BD70FB9EC8F}" presName="childText" presStyleLbl="revTx" presStyleIdx="0" presStyleCnt="2">
        <dgm:presLayoutVars>
          <dgm:bulletEnabled val="1"/>
        </dgm:presLayoutVars>
      </dgm:prSet>
      <dgm:spPr/>
    </dgm:pt>
    <dgm:pt modelId="{AE4E6C18-E6D6-4E33-A034-4111BF19BA14}" type="pres">
      <dgm:prSet presAssocID="{4D0462BF-8414-4027-B376-E72F7CEA7B22}" presName="parentText" presStyleLbl="node1" presStyleIdx="1" presStyleCnt="2" custLinFactNeighborY="-1597">
        <dgm:presLayoutVars>
          <dgm:chMax val="0"/>
          <dgm:bulletEnabled val="1"/>
        </dgm:presLayoutVars>
      </dgm:prSet>
      <dgm:spPr/>
    </dgm:pt>
    <dgm:pt modelId="{7C94761F-CF65-40C8-AD80-41D2AB3C4E9F}" type="pres">
      <dgm:prSet presAssocID="{4D0462BF-8414-4027-B376-E72F7CEA7B22}" presName="childText" presStyleLbl="revTx" presStyleIdx="1" presStyleCnt="2">
        <dgm:presLayoutVars>
          <dgm:bulletEnabled val="1"/>
        </dgm:presLayoutVars>
      </dgm:prSet>
      <dgm:spPr/>
    </dgm:pt>
  </dgm:ptLst>
  <dgm:cxnLst>
    <dgm:cxn modelId="{B4435E1D-7002-492B-AB9D-4DC440337956}" type="presOf" srcId="{9ECF4D25-224C-420B-84E7-E31465C4C385}" destId="{099F3695-4EB4-42D1-A076-4B17A366D36A}" srcOrd="0" destOrd="3" presId="urn:microsoft.com/office/officeart/2005/8/layout/vList2"/>
    <dgm:cxn modelId="{8963342E-1828-40C7-AA3D-85E30C3031E7}" type="presOf" srcId="{13E640DE-6ADC-46D3-926A-70CCA590EA6C}" destId="{099F3695-4EB4-42D1-A076-4B17A366D36A}" srcOrd="0" destOrd="0" presId="urn:microsoft.com/office/officeart/2005/8/layout/vList2"/>
    <dgm:cxn modelId="{3D2E7F33-7433-442B-A075-472FEF17BBBA}" type="presOf" srcId="{8C061876-A67C-45B3-AB93-7ACA5E9B11B3}" destId="{7C94761F-CF65-40C8-AD80-41D2AB3C4E9F}" srcOrd="0" destOrd="1" presId="urn:microsoft.com/office/officeart/2005/8/layout/vList2"/>
    <dgm:cxn modelId="{2C830547-4352-443F-A8C9-F481D3B11B4A}" srcId="{09D54E76-551D-4888-BE71-ECDB8A2705E0}" destId="{4D0462BF-8414-4027-B376-E72F7CEA7B22}" srcOrd="1" destOrd="0" parTransId="{9A22A164-1C88-4FCE-82A4-A8076663F31F}" sibTransId="{0FD00A1F-485D-4D21-A0A7-4B01B54AA0BF}"/>
    <dgm:cxn modelId="{BE3C854F-8B9B-40A4-852C-A92C12DDFE64}" type="presOf" srcId="{2C310230-8A94-4451-A9C5-C975E136677D}" destId="{099F3695-4EB4-42D1-A076-4B17A366D36A}" srcOrd="0" destOrd="2" presId="urn:microsoft.com/office/officeart/2005/8/layout/vList2"/>
    <dgm:cxn modelId="{C517CC4F-E046-44F1-A911-F4DF5769A18E}" type="presOf" srcId="{4D0462BF-8414-4027-B376-E72F7CEA7B22}" destId="{AE4E6C18-E6D6-4E33-A034-4111BF19BA14}" srcOrd="0" destOrd="0" presId="urn:microsoft.com/office/officeart/2005/8/layout/vList2"/>
    <dgm:cxn modelId="{2DA84676-F82F-4C9B-8A08-B7567981CB22}" srcId="{4D0462BF-8414-4027-B376-E72F7CEA7B22}" destId="{50BB7F75-4DD6-4FE3-B388-7E10B75A941A}" srcOrd="0" destOrd="0" parTransId="{DCB9AF06-4813-414A-8725-F4E86E1980FC}" sibTransId="{EC4DD872-2506-4EE0-90FC-BCACC1446810}"/>
    <dgm:cxn modelId="{DD955498-6D4F-4DAC-866F-954E79BF6948}" srcId="{169407DA-1290-4B58-A82A-0BD70FB9EC8F}" destId="{13E640DE-6ADC-46D3-926A-70CCA590EA6C}" srcOrd="0" destOrd="0" parTransId="{0D4B01CA-BBE7-4BA2-B288-734D5D593C5C}" sibTransId="{036C4254-FC16-4D15-AC1C-321EA6731D7C}"/>
    <dgm:cxn modelId="{D7E3DF9D-5F00-4797-B49F-CC5C554A26E8}" srcId="{09D54E76-551D-4888-BE71-ECDB8A2705E0}" destId="{169407DA-1290-4B58-A82A-0BD70FB9EC8F}" srcOrd="0" destOrd="0" parTransId="{58BD54E8-50C8-4800-8D83-29F8ABD8ECF1}" sibTransId="{556344EB-A6B0-476D-98B0-514CA7B5449F}"/>
    <dgm:cxn modelId="{968685AB-FD7C-445A-A339-B729AF69A19F}" type="presOf" srcId="{7F89C996-0C21-40EA-98DA-964B694868B0}" destId="{099F3695-4EB4-42D1-A076-4B17A366D36A}" srcOrd="0" destOrd="1" presId="urn:microsoft.com/office/officeart/2005/8/layout/vList2"/>
    <dgm:cxn modelId="{1BD89EAB-69DC-442B-89B5-00BFE3C9584B}" type="presOf" srcId="{09D54E76-551D-4888-BE71-ECDB8A2705E0}" destId="{B04C1C07-3A5E-4738-BDAD-9BD17269A788}" srcOrd="0" destOrd="0" presId="urn:microsoft.com/office/officeart/2005/8/layout/vList2"/>
    <dgm:cxn modelId="{46EEBFAC-121E-437D-90DF-F030B5DE0CE8}" srcId="{169407DA-1290-4B58-A82A-0BD70FB9EC8F}" destId="{7F89C996-0C21-40EA-98DA-964B694868B0}" srcOrd="1" destOrd="0" parTransId="{B793DED5-E297-40BE-8CC4-FD9C57F8B95D}" sibTransId="{14257EF8-C715-4EF2-8B0D-7C0298516947}"/>
    <dgm:cxn modelId="{7D93EEBF-8A0F-48D5-B642-C61D0EFBE53D}" type="presOf" srcId="{50BB7F75-4DD6-4FE3-B388-7E10B75A941A}" destId="{7C94761F-CF65-40C8-AD80-41D2AB3C4E9F}" srcOrd="0" destOrd="0" presId="urn:microsoft.com/office/officeart/2005/8/layout/vList2"/>
    <dgm:cxn modelId="{591C34CE-0883-4D7A-A85E-1EE1E0E5E107}" srcId="{4D0462BF-8414-4027-B376-E72F7CEA7B22}" destId="{8C061876-A67C-45B3-AB93-7ACA5E9B11B3}" srcOrd="1" destOrd="0" parTransId="{20FBC373-71CB-447D-B5B2-9A2371ACFAEE}" sibTransId="{692EA5B3-807A-4453-9FFA-19DDFF70FA1F}"/>
    <dgm:cxn modelId="{6A945DE6-0079-49C9-B742-F30EE2C01DF9}" type="presOf" srcId="{169407DA-1290-4B58-A82A-0BD70FB9EC8F}" destId="{44791D6D-8874-4CE7-A8F6-C51C5763861D}" srcOrd="0" destOrd="0" presId="urn:microsoft.com/office/officeart/2005/8/layout/vList2"/>
    <dgm:cxn modelId="{74B261FA-7089-4285-A77D-FF1390E62431}" srcId="{169407DA-1290-4B58-A82A-0BD70FB9EC8F}" destId="{2C310230-8A94-4451-A9C5-C975E136677D}" srcOrd="2" destOrd="0" parTransId="{88EA9B08-5BC9-460E-9DB8-2FEF7D616696}" sibTransId="{28286F14-E9E2-4AE9-B9CB-4B66624FEF81}"/>
    <dgm:cxn modelId="{1A80F5FA-AC5E-4DC7-B34E-D73B4AE9DFF9}" srcId="{169407DA-1290-4B58-A82A-0BD70FB9EC8F}" destId="{9ECF4D25-224C-420B-84E7-E31465C4C385}" srcOrd="3" destOrd="0" parTransId="{7C4C3C26-ED00-4B4B-8241-3C2BB12DDC1B}" sibTransId="{B5CB4884-AFC0-4DEC-A150-BCDF877A1413}"/>
    <dgm:cxn modelId="{2DFBFAA3-1D36-494D-A248-A254175032FD}" type="presParOf" srcId="{B04C1C07-3A5E-4738-BDAD-9BD17269A788}" destId="{44791D6D-8874-4CE7-A8F6-C51C5763861D}" srcOrd="0" destOrd="0" presId="urn:microsoft.com/office/officeart/2005/8/layout/vList2"/>
    <dgm:cxn modelId="{171314CE-4378-456D-B5B3-011D55C4D1D1}" type="presParOf" srcId="{B04C1C07-3A5E-4738-BDAD-9BD17269A788}" destId="{099F3695-4EB4-42D1-A076-4B17A366D36A}" srcOrd="1" destOrd="0" presId="urn:microsoft.com/office/officeart/2005/8/layout/vList2"/>
    <dgm:cxn modelId="{778722AD-BFE0-47DB-BD5F-FA23567E0ADE}" type="presParOf" srcId="{B04C1C07-3A5E-4738-BDAD-9BD17269A788}" destId="{AE4E6C18-E6D6-4E33-A034-4111BF19BA14}" srcOrd="2" destOrd="0" presId="urn:microsoft.com/office/officeart/2005/8/layout/vList2"/>
    <dgm:cxn modelId="{D2F9565D-580B-45A6-A929-FC814514480E}" type="presParOf" srcId="{B04C1C07-3A5E-4738-BDAD-9BD17269A788}" destId="{7C94761F-CF65-40C8-AD80-41D2AB3C4E9F}"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Engagement Acceptance and Continuance</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Performing the AUP Engagement</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0ED98116-3EE1-4CEF-BF0F-E8B0440CB767}">
      <dgm:prSet phldrT="[Text]"/>
      <dgm:spPr/>
      <dgm:t>
        <a:bodyPr/>
        <a:lstStyle/>
        <a:p>
          <a:r>
            <a:rPr lang="en-US" dirty="0"/>
            <a:t>Written representations</a:t>
          </a:r>
        </a:p>
      </dgm:t>
    </dgm:pt>
    <dgm:pt modelId="{20F76166-26C5-4B93-A859-88416C0FA87E}" type="parTrans" cxnId="{59932D0A-1245-47EE-BCB5-008722F002BE}">
      <dgm:prSet/>
      <dgm:spPr/>
      <dgm:t>
        <a:bodyPr/>
        <a:lstStyle/>
        <a:p>
          <a:endParaRPr lang="en-US"/>
        </a:p>
      </dgm:t>
    </dgm:pt>
    <dgm:pt modelId="{1CD6940A-2772-4CB5-A95A-6D9EB02947B8}" type="sibTrans" cxnId="{59932D0A-1245-47EE-BCB5-008722F002BE}">
      <dgm:prSet/>
      <dgm:spPr/>
      <dgm:t>
        <a:bodyPr/>
        <a:lstStyle/>
        <a:p>
          <a:endParaRPr lang="en-US"/>
        </a:p>
      </dgm:t>
    </dgm:pt>
    <dgm:pt modelId="{34540E99-19DC-4C20-8253-251CC9EF7765}">
      <dgm:prSet phldrT="[Text]"/>
      <dgm:spPr/>
      <dgm:t>
        <a:bodyPr/>
        <a:lstStyle/>
        <a:p>
          <a:r>
            <a:rPr lang="en-US" dirty="0"/>
            <a:t>Clear understanding of procedures to be performed</a:t>
          </a:r>
        </a:p>
      </dgm:t>
    </dgm:pt>
    <dgm:pt modelId="{9379585B-9C82-4A28-AA61-30BF936C5D12}" type="parTrans" cxnId="{710B26E1-FE40-4352-815F-D83D293364B9}">
      <dgm:prSet/>
      <dgm:spPr/>
      <dgm:t>
        <a:bodyPr/>
        <a:lstStyle/>
        <a:p>
          <a:endParaRPr lang="en-US"/>
        </a:p>
      </dgm:t>
    </dgm:pt>
    <dgm:pt modelId="{4F03C240-256A-4236-BB3F-FEE08F7FC66B}" type="sibTrans" cxnId="{710B26E1-FE40-4352-815F-D83D293364B9}">
      <dgm:prSet/>
      <dgm:spPr/>
      <dgm:t>
        <a:bodyPr/>
        <a:lstStyle/>
        <a:p>
          <a:endParaRPr lang="en-US"/>
        </a:p>
      </dgm:t>
    </dgm:pt>
    <dgm:pt modelId="{AD3EAAF2-3F31-46DE-AEE6-8FD3582909F8}">
      <dgm:prSet phldrT="[Text]"/>
      <dgm:spPr/>
      <dgm:t>
        <a:bodyPr/>
        <a:lstStyle/>
        <a:p>
          <a:r>
            <a:rPr lang="en-US" dirty="0"/>
            <a:t>Terminology</a:t>
          </a:r>
        </a:p>
      </dgm:t>
    </dgm:pt>
    <dgm:pt modelId="{4E374D6E-2D33-4E65-AB6A-B173F56C3106}" type="parTrans" cxnId="{DBEF2DB9-8110-4CEC-A13F-EE6A6B7332E3}">
      <dgm:prSet/>
      <dgm:spPr/>
      <dgm:t>
        <a:bodyPr/>
        <a:lstStyle/>
        <a:p>
          <a:endParaRPr lang="en-US"/>
        </a:p>
      </dgm:t>
    </dgm:pt>
    <dgm:pt modelId="{B4FAF359-B889-452E-B351-EF438C36AAFC}" type="sibTrans" cxnId="{DBEF2DB9-8110-4CEC-A13F-EE6A6B7332E3}">
      <dgm:prSet/>
      <dgm:spPr/>
      <dgm:t>
        <a:bodyPr/>
        <a:lstStyle/>
        <a:p>
          <a:endParaRPr lang="en-US"/>
        </a:p>
      </dgm:t>
    </dgm:pt>
    <dgm:pt modelId="{23071FBB-6376-423D-B93D-1E5580F83E99}">
      <dgm:prSet phldrT="[Text]"/>
      <dgm:spPr/>
      <dgm:t>
        <a:bodyPr/>
        <a:lstStyle/>
        <a:p>
          <a:r>
            <a:rPr lang="en-US" dirty="0"/>
            <a:t>Para. 21-25 and A22-A36; Appendix 1</a:t>
          </a:r>
        </a:p>
      </dgm:t>
    </dgm:pt>
    <dgm:pt modelId="{1E3F358B-87B3-41C1-9A1E-B319DC9904D0}" type="parTrans" cxnId="{D1D940D8-AFB9-49CF-A88B-FD463A3FB4FF}">
      <dgm:prSet/>
      <dgm:spPr/>
    </dgm:pt>
    <dgm:pt modelId="{D8C02DBF-CA62-4B22-A4AD-1D5E6BC21378}" type="sibTrans" cxnId="{D1D940D8-AFB9-49CF-A88B-FD463A3FB4FF}">
      <dgm:prSet/>
      <dgm:spPr/>
    </dgm:pt>
    <dgm:pt modelId="{B8583133-B452-4354-BC45-64814DB00B10}">
      <dgm:prSet phldrT="[Text]"/>
      <dgm:spPr/>
      <dgm:t>
        <a:bodyPr/>
        <a:lstStyle/>
        <a:p>
          <a:r>
            <a:rPr lang="en-US" dirty="0"/>
            <a:t>Other changes to engagement acceptance and continuance</a:t>
          </a:r>
        </a:p>
      </dgm:t>
    </dgm:pt>
    <dgm:pt modelId="{77D7FE76-01B6-4C84-9778-177FE243DA38}" type="parTrans" cxnId="{F831C22A-6A1B-49AB-BD85-EB9F46CA20F8}">
      <dgm:prSet/>
      <dgm:spPr/>
    </dgm:pt>
    <dgm:pt modelId="{D702B05F-0351-4431-A206-7B3BECF3E869}" type="sibTrans" cxnId="{F831C22A-6A1B-49AB-BD85-EB9F46CA20F8}">
      <dgm:prSet/>
      <dgm:spPr/>
    </dgm:pt>
    <dgm:pt modelId="{78C3B088-5752-413A-9865-AF497E93F4A9}">
      <dgm:prSet phldrT="[Text]"/>
      <dgm:spPr/>
      <dgm:t>
        <a:bodyPr/>
        <a:lstStyle/>
        <a:p>
          <a:r>
            <a:rPr lang="en-US" dirty="0"/>
            <a:t>Para. 26, A37-A38</a:t>
          </a:r>
        </a:p>
      </dgm:t>
    </dgm:pt>
    <dgm:pt modelId="{F3E8A0A3-0296-43D7-8478-03814D24E0EB}" type="parTrans" cxnId="{C4F94E2F-657C-4C13-952D-BB179F77C289}">
      <dgm:prSet/>
      <dgm:spPr/>
    </dgm:pt>
    <dgm:pt modelId="{BFEEDFDA-3F01-4FAB-B817-9BC0C770A6CE}" type="sibTrans" cxnId="{C4F94E2F-657C-4C13-952D-BB179F77C289}">
      <dgm:prSet/>
      <dgm:spPr/>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2">
        <dgm:presLayoutVars>
          <dgm:chMax val="0"/>
          <dgm:bulletEnabled val="1"/>
        </dgm:presLayoutVars>
      </dgm:prSet>
      <dgm:spPr/>
    </dgm:pt>
    <dgm:pt modelId="{0E94AC38-8BA8-4338-B166-E62B5B20EEF7}" type="pres">
      <dgm:prSet presAssocID="{4D0462BF-8414-4027-B376-E72F7CEA7B22}" presName="childText" presStyleLbl="revTx" presStyleIdx="0" presStyleCnt="2">
        <dgm:presLayoutVars>
          <dgm:bulletEnabled val="1"/>
        </dgm:presLayoutVars>
      </dgm:prSet>
      <dgm:spPr/>
    </dgm:pt>
    <dgm:pt modelId="{91893367-FA27-4EF1-B1DE-E5195C706DFE}" type="pres">
      <dgm:prSet presAssocID="{CC622441-B7CC-488A-917C-1197152F0B4B}" presName="parentText" presStyleLbl="node1" presStyleIdx="1" presStyleCnt="2">
        <dgm:presLayoutVars>
          <dgm:chMax val="0"/>
          <dgm:bulletEnabled val="1"/>
        </dgm:presLayoutVars>
      </dgm:prSet>
      <dgm:spPr/>
    </dgm:pt>
    <dgm:pt modelId="{678BA3F2-0A06-4F91-A797-8CB06B245AA5}" type="pres">
      <dgm:prSet presAssocID="{CC622441-B7CC-488A-917C-1197152F0B4B}" presName="childText" presStyleLbl="revTx" presStyleIdx="1" presStyleCnt="2">
        <dgm:presLayoutVars>
          <dgm:bulletEnabled val="1"/>
        </dgm:presLayoutVars>
      </dgm:prSet>
      <dgm:spPr/>
    </dgm:pt>
  </dgm:ptLst>
  <dgm:cxnLst>
    <dgm:cxn modelId="{59932D0A-1245-47EE-BCB5-008722F002BE}" srcId="{CC622441-B7CC-488A-917C-1197152F0B4B}" destId="{0ED98116-3EE1-4CEF-BF0F-E8B0440CB767}" srcOrd="0" destOrd="0" parTransId="{20F76166-26C5-4B93-A859-88416C0FA87E}" sibTransId="{1CD6940A-2772-4CB5-A95A-6D9EB02947B8}"/>
    <dgm:cxn modelId="{A8899A28-042B-4C25-AECB-3EB7AA3EA4E1}" type="presOf" srcId="{34540E99-19DC-4C20-8253-251CC9EF7765}" destId="{0E94AC38-8BA8-4338-B166-E62B5B20EEF7}" srcOrd="0" destOrd="0" presId="urn:microsoft.com/office/officeart/2005/8/layout/vList2"/>
    <dgm:cxn modelId="{F831C22A-6A1B-49AB-BD85-EB9F46CA20F8}" srcId="{4D0462BF-8414-4027-B376-E72F7CEA7B22}" destId="{B8583133-B452-4354-BC45-64814DB00B10}" srcOrd="2" destOrd="0" parTransId="{77D7FE76-01B6-4C84-9778-177FE243DA38}" sibTransId="{D702B05F-0351-4431-A206-7B3BECF3E869}"/>
    <dgm:cxn modelId="{C4F94E2F-657C-4C13-952D-BB179F77C289}" srcId="{CC622441-B7CC-488A-917C-1197152F0B4B}" destId="{78C3B088-5752-413A-9865-AF497E93F4A9}" srcOrd="1" destOrd="0" parTransId="{F3E8A0A3-0296-43D7-8478-03814D24E0EB}" sibTransId="{BFEEDFDA-3F01-4FAB-B817-9BC0C770A6CE}"/>
    <dgm:cxn modelId="{1A2AF336-E1D7-4E72-AE42-6CD57B727101}" srcId="{09D54E76-551D-4888-BE71-ECDB8A2705E0}" destId="{CC622441-B7CC-488A-917C-1197152F0B4B}" srcOrd="1" destOrd="0" parTransId="{2CCA279C-0B8C-46F2-86AE-09E7A56A2183}" sibTransId="{10053DAC-770A-4E34-82D3-64C4E9169373}"/>
    <dgm:cxn modelId="{12141543-7085-417C-90BB-7E65800F5E10}" type="presOf" srcId="{AD3EAAF2-3F31-46DE-AEE6-8FD3582909F8}" destId="{0E94AC38-8BA8-4338-B166-E62B5B20EEF7}" srcOrd="0" destOrd="1" presId="urn:microsoft.com/office/officeart/2005/8/layout/vList2"/>
    <dgm:cxn modelId="{2C830547-4352-443F-A8C9-F481D3B11B4A}" srcId="{09D54E76-551D-4888-BE71-ECDB8A2705E0}" destId="{4D0462BF-8414-4027-B376-E72F7CEA7B22}" srcOrd="0" destOrd="0" parTransId="{9A22A164-1C88-4FCE-82A4-A8076663F31F}" sibTransId="{0FD00A1F-485D-4D21-A0A7-4B01B54AA0BF}"/>
    <dgm:cxn modelId="{C517CC4F-E046-44F1-A911-F4DF5769A18E}" type="presOf" srcId="{4D0462BF-8414-4027-B376-E72F7CEA7B22}" destId="{AE4E6C18-E6D6-4E33-A034-4111BF19BA14}" srcOrd="0" destOrd="0" presId="urn:microsoft.com/office/officeart/2005/8/layout/vList2"/>
    <dgm:cxn modelId="{781E1281-254C-4A11-9504-0904C69A2405}" type="presOf" srcId="{CC622441-B7CC-488A-917C-1197152F0B4B}" destId="{91893367-FA27-4EF1-B1DE-E5195C706DFE}" srcOrd="0" destOrd="0" presId="urn:microsoft.com/office/officeart/2005/8/layout/vList2"/>
    <dgm:cxn modelId="{CE3DFA9C-DE24-4AF9-A32B-1529B1E3C292}" type="presOf" srcId="{23071FBB-6376-423D-B93D-1E5580F83E99}" destId="{0E94AC38-8BA8-4338-B166-E62B5B20EEF7}" srcOrd="0" destOrd="3" presId="urn:microsoft.com/office/officeart/2005/8/layout/vList2"/>
    <dgm:cxn modelId="{1BD89EAB-69DC-442B-89B5-00BFE3C9584B}" type="presOf" srcId="{09D54E76-551D-4888-BE71-ECDB8A2705E0}" destId="{B04C1C07-3A5E-4738-BDAD-9BD17269A788}" srcOrd="0" destOrd="0" presId="urn:microsoft.com/office/officeart/2005/8/layout/vList2"/>
    <dgm:cxn modelId="{DD81BAB3-BFF3-48E1-8C03-9CB978F72EF3}" type="presOf" srcId="{0ED98116-3EE1-4CEF-BF0F-E8B0440CB767}" destId="{678BA3F2-0A06-4F91-A797-8CB06B245AA5}" srcOrd="0" destOrd="0" presId="urn:microsoft.com/office/officeart/2005/8/layout/vList2"/>
    <dgm:cxn modelId="{DBEF2DB9-8110-4CEC-A13F-EE6A6B7332E3}" srcId="{4D0462BF-8414-4027-B376-E72F7CEA7B22}" destId="{AD3EAAF2-3F31-46DE-AEE6-8FD3582909F8}" srcOrd="1" destOrd="0" parTransId="{4E374D6E-2D33-4E65-AB6A-B173F56C3106}" sibTransId="{B4FAF359-B889-452E-B351-EF438C36AAFC}"/>
    <dgm:cxn modelId="{001917BA-5E33-4F2D-A056-0AA743EBA6A6}" type="presOf" srcId="{B8583133-B452-4354-BC45-64814DB00B10}" destId="{0E94AC38-8BA8-4338-B166-E62B5B20EEF7}" srcOrd="0" destOrd="2" presId="urn:microsoft.com/office/officeart/2005/8/layout/vList2"/>
    <dgm:cxn modelId="{B33713C4-C882-47E3-937A-1A2D2218C88F}" type="presOf" srcId="{78C3B088-5752-413A-9865-AF497E93F4A9}" destId="{678BA3F2-0A06-4F91-A797-8CB06B245AA5}" srcOrd="0" destOrd="1" presId="urn:microsoft.com/office/officeart/2005/8/layout/vList2"/>
    <dgm:cxn modelId="{D1D940D8-AFB9-49CF-A88B-FD463A3FB4FF}" srcId="{4D0462BF-8414-4027-B376-E72F7CEA7B22}" destId="{23071FBB-6376-423D-B93D-1E5580F83E99}" srcOrd="3" destOrd="0" parTransId="{1E3F358B-87B3-41C1-9A1E-B319DC9904D0}" sibTransId="{D8C02DBF-CA62-4B22-A4AD-1D5E6BC21378}"/>
    <dgm:cxn modelId="{710B26E1-FE40-4352-815F-D83D293364B9}" srcId="{4D0462BF-8414-4027-B376-E72F7CEA7B22}" destId="{34540E99-19DC-4C20-8253-251CC9EF7765}" srcOrd="0" destOrd="0" parTransId="{9379585B-9C82-4A28-AA61-30BF936C5D12}" sibTransId="{4F03C240-256A-4236-BB3F-FEE08F7FC66B}"/>
    <dgm:cxn modelId="{778722AD-BFE0-47DB-BD5F-FA23567E0ADE}" type="presParOf" srcId="{B04C1C07-3A5E-4738-BDAD-9BD17269A788}" destId="{AE4E6C18-E6D6-4E33-A034-4111BF19BA14}" srcOrd="0" destOrd="0" presId="urn:microsoft.com/office/officeart/2005/8/layout/vList2"/>
    <dgm:cxn modelId="{65B0CA88-244E-4A9C-8623-90CECF2CB21E}" type="presParOf" srcId="{B04C1C07-3A5E-4738-BDAD-9BD17269A788}" destId="{0E94AC38-8BA8-4338-B166-E62B5B20EEF7}"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D4C24538-5D86-45D2-803A-FFFF868D6294}" type="presParOf" srcId="{B04C1C07-3A5E-4738-BDAD-9BD17269A788}" destId="{678BA3F2-0A06-4F91-A797-8CB06B245AA5}"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custT="1"/>
      <dgm:spPr>
        <a:solidFill>
          <a:schemeClr val="tx1">
            <a:lumMod val="65000"/>
            <a:lumOff val="35000"/>
          </a:schemeClr>
        </a:solidFill>
      </dgm:spPr>
      <dgm:t>
        <a:bodyPr/>
        <a:lstStyle/>
        <a:p>
          <a:r>
            <a:rPr lang="en-US" sz="2400" dirty="0"/>
            <a:t>Using the Work of a Practitioner’s Expert</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4361624-88AA-4C3E-A464-332CD6A90F26}">
      <dgm:prSet phldrT="[Text]" custT="1"/>
      <dgm:spPr/>
      <dgm:t>
        <a:bodyPr/>
        <a:lstStyle/>
        <a:p>
          <a:r>
            <a:rPr lang="en-US" sz="2000" dirty="0"/>
            <a:t>Referring to a practitioner’s expert in an AUP report (para. 30 &amp; A46)</a:t>
          </a:r>
        </a:p>
      </dgm:t>
    </dgm:pt>
    <dgm:pt modelId="{AFACCA4D-FCF8-45DE-A84A-D23870A6EE1A}" type="parTrans" cxnId="{BC537CBE-86C1-4F9D-A8F4-53EB6F00997F}">
      <dgm:prSet/>
      <dgm:spPr/>
      <dgm:t>
        <a:bodyPr/>
        <a:lstStyle/>
        <a:p>
          <a:endParaRPr lang="en-US"/>
        </a:p>
      </dgm:t>
    </dgm:pt>
    <dgm:pt modelId="{BBD8CC56-35AE-4A6A-9DD2-26509DA277DD}" type="sibTrans" cxnId="{BC537CBE-86C1-4F9D-A8F4-53EB6F00997F}">
      <dgm:prSet/>
      <dgm:spPr/>
      <dgm:t>
        <a:bodyPr/>
        <a:lstStyle/>
        <a:p>
          <a:endParaRPr lang="en-US"/>
        </a:p>
      </dgm:t>
    </dgm:pt>
    <dgm:pt modelId="{013B9DAC-4DA4-422A-8B80-53A22D6BDBA0}">
      <dgm:prSet phldrT="[Text]" custT="1"/>
      <dgm:spPr/>
      <dgm:t>
        <a:bodyPr/>
        <a:lstStyle/>
        <a:p>
          <a:r>
            <a:rPr lang="en-US" sz="2000" dirty="0"/>
            <a:t>Para. 27, A39-A40</a:t>
          </a:r>
        </a:p>
      </dgm:t>
    </dgm:pt>
    <dgm:pt modelId="{3FACF6B3-0FDB-4471-9440-4296469966DB}" type="parTrans" cxnId="{1115EA7B-83BD-4CB9-B911-7A73B31360FB}">
      <dgm:prSet/>
      <dgm:spPr/>
      <dgm:t>
        <a:bodyPr/>
        <a:lstStyle/>
        <a:p>
          <a:endParaRPr lang="en-US"/>
        </a:p>
      </dgm:t>
    </dgm:pt>
    <dgm:pt modelId="{51DF84C8-CB70-4284-87E7-99475903D9ED}" type="sibTrans" cxnId="{1115EA7B-83BD-4CB9-B911-7A73B31360FB}">
      <dgm:prSet/>
      <dgm:spPr/>
      <dgm:t>
        <a:bodyPr/>
        <a:lstStyle/>
        <a:p>
          <a:endParaRPr lang="en-US"/>
        </a:p>
      </dgm:t>
    </dgm:pt>
    <dgm:pt modelId="{F79B7DF5-9F7A-4E34-BD9F-3D8B11FBF734}">
      <dgm:prSet phldrT="[Text]" custT="1"/>
      <dgm:spPr/>
      <dgm:t>
        <a:bodyPr/>
        <a:lstStyle/>
        <a:p>
          <a:r>
            <a:rPr lang="en-US" sz="2000" dirty="0"/>
            <a:t>Additional example of a practitioner’s expert</a:t>
          </a:r>
        </a:p>
      </dgm:t>
    </dgm:pt>
    <dgm:pt modelId="{4A14C14B-A1FF-4F1B-895F-7FE267AB3F2A}" type="parTrans" cxnId="{55CA3A98-43CB-42D6-BC18-3F06D5B87E52}">
      <dgm:prSet/>
      <dgm:spPr/>
      <dgm:t>
        <a:bodyPr/>
        <a:lstStyle/>
        <a:p>
          <a:endParaRPr lang="en-US"/>
        </a:p>
      </dgm:t>
    </dgm:pt>
    <dgm:pt modelId="{8CE66E40-C424-41BB-8FE5-32137F9BEF1F}" type="sibTrans" cxnId="{55CA3A98-43CB-42D6-BC18-3F06D5B87E52}">
      <dgm:prSet/>
      <dgm:spPr/>
      <dgm:t>
        <a:bodyPr/>
        <a:lstStyle/>
        <a:p>
          <a:endParaRPr lang="en-US"/>
        </a:p>
      </dgm:t>
    </dgm:pt>
    <dgm:pt modelId="{07B64DAD-E5EB-4BB3-968D-C41A130B7D24}">
      <dgm:prSet phldrT="[Text]" custT="1"/>
      <dgm:spPr/>
      <dgm:t>
        <a:bodyPr/>
        <a:lstStyle/>
        <a:p>
          <a:r>
            <a:rPr lang="en-US" sz="2000" dirty="0"/>
            <a:t>Other considerations</a:t>
          </a:r>
        </a:p>
      </dgm:t>
    </dgm:pt>
    <dgm:pt modelId="{6C8E9AF7-5F50-4FC3-B06A-EB6F52E8B803}" type="parTrans" cxnId="{834416A6-06B2-4C43-9486-89374FA63600}">
      <dgm:prSet/>
      <dgm:spPr/>
      <dgm:t>
        <a:bodyPr/>
        <a:lstStyle/>
        <a:p>
          <a:endParaRPr lang="en-US"/>
        </a:p>
      </dgm:t>
    </dgm:pt>
    <dgm:pt modelId="{8244E97E-64C2-463C-8B85-0ADA814B2BDD}" type="sibTrans" cxnId="{834416A6-06B2-4C43-9486-89374FA63600}">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1" custScaleY="56490">
        <dgm:presLayoutVars>
          <dgm:chMax val="0"/>
          <dgm:bulletEnabled val="1"/>
        </dgm:presLayoutVars>
      </dgm:prSet>
      <dgm:spPr/>
    </dgm:pt>
    <dgm:pt modelId="{0E94AC38-8BA8-4338-B166-E62B5B20EEF7}" type="pres">
      <dgm:prSet presAssocID="{4D0462BF-8414-4027-B376-E72F7CEA7B22}" presName="childText" presStyleLbl="revTx" presStyleIdx="0" presStyleCnt="1">
        <dgm:presLayoutVars>
          <dgm:bulletEnabled val="1"/>
        </dgm:presLayoutVars>
      </dgm:prSet>
      <dgm:spPr/>
    </dgm:pt>
  </dgm:ptLst>
  <dgm:cxnLst>
    <dgm:cxn modelId="{2C830547-4352-443F-A8C9-F481D3B11B4A}" srcId="{09D54E76-551D-4888-BE71-ECDB8A2705E0}" destId="{4D0462BF-8414-4027-B376-E72F7CEA7B22}" srcOrd="0" destOrd="0" parTransId="{9A22A164-1C88-4FCE-82A4-A8076663F31F}" sibTransId="{0FD00A1F-485D-4D21-A0A7-4B01B54AA0BF}"/>
    <dgm:cxn modelId="{4F558F4A-E374-45EB-84FA-172FE293FA9E}" type="presOf" srcId="{F79B7DF5-9F7A-4E34-BD9F-3D8B11FBF734}" destId="{0E94AC38-8BA8-4338-B166-E62B5B20EEF7}" srcOrd="0" destOrd="0" presId="urn:microsoft.com/office/officeart/2005/8/layout/vList2"/>
    <dgm:cxn modelId="{C517CC4F-E046-44F1-A911-F4DF5769A18E}" type="presOf" srcId="{4D0462BF-8414-4027-B376-E72F7CEA7B22}" destId="{AE4E6C18-E6D6-4E33-A034-4111BF19BA14}" srcOrd="0" destOrd="0" presId="urn:microsoft.com/office/officeart/2005/8/layout/vList2"/>
    <dgm:cxn modelId="{5A7BCA79-39EC-4D7D-82A2-BA8E1E294AAC}" type="presOf" srcId="{C4361624-88AA-4C3E-A464-332CD6A90F26}" destId="{0E94AC38-8BA8-4338-B166-E62B5B20EEF7}" srcOrd="0" destOrd="1" presId="urn:microsoft.com/office/officeart/2005/8/layout/vList2"/>
    <dgm:cxn modelId="{1115EA7B-83BD-4CB9-B911-7A73B31360FB}" srcId="{4D0462BF-8414-4027-B376-E72F7CEA7B22}" destId="{013B9DAC-4DA4-422A-8B80-53A22D6BDBA0}" srcOrd="3" destOrd="0" parTransId="{3FACF6B3-0FDB-4471-9440-4296469966DB}" sibTransId="{51DF84C8-CB70-4284-87E7-99475903D9ED}"/>
    <dgm:cxn modelId="{55CA3A98-43CB-42D6-BC18-3F06D5B87E52}" srcId="{4D0462BF-8414-4027-B376-E72F7CEA7B22}" destId="{F79B7DF5-9F7A-4E34-BD9F-3D8B11FBF734}" srcOrd="0" destOrd="0" parTransId="{4A14C14B-A1FF-4F1B-895F-7FE267AB3F2A}" sibTransId="{8CE66E40-C424-41BB-8FE5-32137F9BEF1F}"/>
    <dgm:cxn modelId="{FDDFB9A4-15B3-4952-BC76-A55ECE0C2ED2}" type="presOf" srcId="{013B9DAC-4DA4-422A-8B80-53A22D6BDBA0}" destId="{0E94AC38-8BA8-4338-B166-E62B5B20EEF7}" srcOrd="0" destOrd="3" presId="urn:microsoft.com/office/officeart/2005/8/layout/vList2"/>
    <dgm:cxn modelId="{834416A6-06B2-4C43-9486-89374FA63600}" srcId="{4D0462BF-8414-4027-B376-E72F7CEA7B22}" destId="{07B64DAD-E5EB-4BB3-968D-C41A130B7D24}" srcOrd="2" destOrd="0" parTransId="{6C8E9AF7-5F50-4FC3-B06A-EB6F52E8B803}" sibTransId="{8244E97E-64C2-463C-8B85-0ADA814B2BDD}"/>
    <dgm:cxn modelId="{1BD89EAB-69DC-442B-89B5-00BFE3C9584B}" type="presOf" srcId="{09D54E76-551D-4888-BE71-ECDB8A2705E0}" destId="{B04C1C07-3A5E-4738-BDAD-9BD17269A788}" srcOrd="0" destOrd="0" presId="urn:microsoft.com/office/officeart/2005/8/layout/vList2"/>
    <dgm:cxn modelId="{BC537CBE-86C1-4F9D-A8F4-53EB6F00997F}" srcId="{4D0462BF-8414-4027-B376-E72F7CEA7B22}" destId="{C4361624-88AA-4C3E-A464-332CD6A90F26}" srcOrd="1" destOrd="0" parTransId="{AFACCA4D-FCF8-45DE-A84A-D23870A6EE1A}" sibTransId="{BBD8CC56-35AE-4A6A-9DD2-26509DA277DD}"/>
    <dgm:cxn modelId="{3328C5C9-E06B-47B2-BAE2-AEA2CD0360AC}" type="presOf" srcId="{07B64DAD-E5EB-4BB3-968D-C41A130B7D24}" destId="{0E94AC38-8BA8-4338-B166-E62B5B20EEF7}" srcOrd="0" destOrd="2" presId="urn:microsoft.com/office/officeart/2005/8/layout/vList2"/>
    <dgm:cxn modelId="{778722AD-BFE0-47DB-BD5F-FA23567E0ADE}" type="presParOf" srcId="{B04C1C07-3A5E-4738-BDAD-9BD17269A788}" destId="{AE4E6C18-E6D6-4E33-A034-4111BF19BA14}" srcOrd="0" destOrd="0" presId="urn:microsoft.com/office/officeart/2005/8/layout/vList2"/>
    <dgm:cxn modelId="{65B0CA88-244E-4A9C-8623-90CECF2CB21E}" type="presParOf" srcId="{B04C1C07-3A5E-4738-BDAD-9BD17269A788}" destId="{0E94AC38-8BA8-4338-B166-E62B5B20EEF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custT="1"/>
      <dgm:spPr>
        <a:solidFill>
          <a:schemeClr val="tx1">
            <a:lumMod val="65000"/>
            <a:lumOff val="35000"/>
          </a:schemeClr>
        </a:solidFill>
      </dgm:spPr>
      <dgm:t>
        <a:bodyPr/>
        <a:lstStyle/>
        <a:p>
          <a:r>
            <a:rPr lang="en-US" sz="2400" dirty="0"/>
            <a:t>The AUP report</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B760EFCC-9AD3-437E-929D-1F652F4106E9}">
      <dgm:prSet phldrT="[Text]" custT="1"/>
      <dgm:spPr/>
      <dgm:t>
        <a:bodyPr/>
        <a:lstStyle/>
        <a:p>
          <a:r>
            <a:rPr lang="en-US" sz="2000" dirty="0"/>
            <a:t>Illustrations of AUP reports</a:t>
          </a:r>
        </a:p>
      </dgm:t>
    </dgm:pt>
    <dgm:pt modelId="{2A1BABE8-71F0-451E-A59A-F3779202E5FE}" type="parTrans" cxnId="{03BC0118-166C-4C45-BCFD-62E06863E2B8}">
      <dgm:prSet/>
      <dgm:spPr/>
      <dgm:t>
        <a:bodyPr/>
        <a:lstStyle/>
        <a:p>
          <a:endParaRPr lang="en-US"/>
        </a:p>
      </dgm:t>
    </dgm:pt>
    <dgm:pt modelId="{AD72F374-30FD-4EDB-8409-4A0F869307B0}" type="sibTrans" cxnId="{03BC0118-166C-4C45-BCFD-62E06863E2B8}">
      <dgm:prSet/>
      <dgm:spPr/>
      <dgm:t>
        <a:bodyPr/>
        <a:lstStyle/>
        <a:p>
          <a:endParaRPr lang="en-US"/>
        </a:p>
      </dgm:t>
    </dgm:pt>
    <dgm:pt modelId="{3025006E-4F3C-4D40-9309-1E7B8CE80C5F}">
      <dgm:prSet phldrT="[Text]" custT="1"/>
      <dgm:spPr/>
      <dgm:t>
        <a:bodyPr/>
        <a:lstStyle/>
        <a:p>
          <a:r>
            <a:rPr lang="en-US" sz="2000" dirty="0"/>
            <a:t>Date of report</a:t>
          </a:r>
        </a:p>
      </dgm:t>
    </dgm:pt>
    <dgm:pt modelId="{80718BAB-DF97-427E-A458-F20C33F0611D}" type="parTrans" cxnId="{703F96A0-0A83-4FB4-9794-BADA64C262BE}">
      <dgm:prSet/>
      <dgm:spPr/>
      <dgm:t>
        <a:bodyPr/>
        <a:lstStyle/>
        <a:p>
          <a:endParaRPr lang="en-US"/>
        </a:p>
      </dgm:t>
    </dgm:pt>
    <dgm:pt modelId="{7C75F531-12C7-4753-97FC-7A493B4A3594}" type="sibTrans" cxnId="{703F96A0-0A83-4FB4-9794-BADA64C262BE}">
      <dgm:prSet/>
      <dgm:spPr/>
      <dgm:t>
        <a:bodyPr/>
        <a:lstStyle/>
        <a:p>
          <a:endParaRPr lang="en-US"/>
        </a:p>
      </dgm:t>
    </dgm:pt>
    <dgm:pt modelId="{4DDF4501-4E57-4101-95EB-08DA2769EC77}">
      <dgm:prSet phldrT="[Text]" custT="1"/>
      <dgm:spPr/>
      <dgm:t>
        <a:bodyPr/>
        <a:lstStyle/>
        <a:p>
          <a:r>
            <a:rPr lang="en-US" sz="2000" dirty="0"/>
            <a:t>Other changes to reporting</a:t>
          </a:r>
        </a:p>
      </dgm:t>
    </dgm:pt>
    <dgm:pt modelId="{528DAC66-E132-45DC-A14F-E3401CB00C60}" type="parTrans" cxnId="{9F3E7E45-BA6A-45FD-91A9-FA7BA50EA072}">
      <dgm:prSet/>
      <dgm:spPr/>
      <dgm:t>
        <a:bodyPr/>
        <a:lstStyle/>
        <a:p>
          <a:endParaRPr lang="en-US"/>
        </a:p>
      </dgm:t>
    </dgm:pt>
    <dgm:pt modelId="{131CC3E5-9208-4BAE-963C-553095A8E64D}" type="sibTrans" cxnId="{9F3E7E45-BA6A-45FD-91A9-FA7BA50EA072}">
      <dgm:prSet/>
      <dgm:spPr/>
      <dgm:t>
        <a:bodyPr/>
        <a:lstStyle/>
        <a:p>
          <a:endParaRPr lang="en-US"/>
        </a:p>
      </dgm:t>
    </dgm:pt>
    <dgm:pt modelId="{77C7CA97-6CE2-4C2B-B49A-E704ADB51BE9}">
      <dgm:prSet phldrT="[Text]" custT="1"/>
      <dgm:spPr/>
      <dgm:t>
        <a:bodyPr/>
        <a:lstStyle/>
        <a:p>
          <a:r>
            <a:rPr lang="en-US" sz="2000" dirty="0"/>
            <a:t>Matters as previously discussed</a:t>
          </a:r>
        </a:p>
      </dgm:t>
    </dgm:pt>
    <dgm:pt modelId="{CF233EDA-06DA-4511-B397-90CDFF026706}" type="parTrans" cxnId="{98EEFDF6-F3C3-400D-A92D-0F7F4528EEDF}">
      <dgm:prSet/>
      <dgm:spPr/>
      <dgm:t>
        <a:bodyPr/>
        <a:lstStyle/>
        <a:p>
          <a:endParaRPr lang="en-US"/>
        </a:p>
      </dgm:t>
    </dgm:pt>
    <dgm:pt modelId="{0AE1C3B7-E3EC-40DE-88A2-EB515DBCCED3}" type="sibTrans" cxnId="{98EEFDF6-F3C3-400D-A92D-0F7F4528EEDF}">
      <dgm:prSet/>
      <dgm:spPr/>
      <dgm:t>
        <a:bodyPr/>
        <a:lstStyle/>
        <a:p>
          <a:endParaRPr lang="en-US"/>
        </a:p>
      </dgm:t>
    </dgm:pt>
    <dgm:pt modelId="{30355B27-D718-4030-9CC3-06C161CD9841}">
      <dgm:prSet phldrT="[Text]" custT="1"/>
      <dgm:spPr/>
      <dgm:t>
        <a:bodyPr/>
        <a:lstStyle/>
        <a:p>
          <a:pPr>
            <a:buFont typeface="Courier New" panose="02070309020205020404" pitchFamily="49" charset="0"/>
            <a:buChar char="o"/>
          </a:pPr>
          <a:r>
            <a:rPr lang="en-US" sz="2000" dirty="0"/>
            <a:t>Relevant ethical requirements – para. 29(f)</a:t>
          </a:r>
        </a:p>
      </dgm:t>
    </dgm:pt>
    <dgm:pt modelId="{861DD90B-DEDA-46C7-B5AB-4F54D0CF340C}" type="parTrans" cxnId="{9B58BC35-D23A-47B4-9A14-FA1202E34A88}">
      <dgm:prSet/>
      <dgm:spPr/>
      <dgm:t>
        <a:bodyPr/>
        <a:lstStyle/>
        <a:p>
          <a:endParaRPr lang="en-US"/>
        </a:p>
      </dgm:t>
    </dgm:pt>
    <dgm:pt modelId="{874A5C35-B83F-42B6-BC3F-6DA3F232BE8A}" type="sibTrans" cxnId="{9B58BC35-D23A-47B4-9A14-FA1202E34A88}">
      <dgm:prSet/>
      <dgm:spPr/>
      <dgm:t>
        <a:bodyPr/>
        <a:lstStyle/>
        <a:p>
          <a:endParaRPr lang="en-US"/>
        </a:p>
      </dgm:t>
    </dgm:pt>
    <dgm:pt modelId="{FEED90E8-64BA-4007-B3D6-AE20FA94BEC1}">
      <dgm:prSet phldrT="[Text]" custT="1"/>
      <dgm:spPr/>
      <dgm:t>
        <a:bodyPr/>
        <a:lstStyle/>
        <a:p>
          <a:pPr>
            <a:buFont typeface="Courier New" panose="02070309020205020404" pitchFamily="49" charset="0"/>
            <a:buChar char="o"/>
          </a:pPr>
          <a:r>
            <a:rPr lang="en-US" sz="2000" dirty="0"/>
            <a:t>Referring to a practitioner’s expert in an AUP report – para. 30 and A46</a:t>
          </a:r>
        </a:p>
      </dgm:t>
    </dgm:pt>
    <dgm:pt modelId="{7AAC72CF-543F-4D26-BD81-D2CE15DAE4F2}" type="parTrans" cxnId="{C0FC2196-8DCC-43E8-ACCD-5D305A69F4BD}">
      <dgm:prSet/>
      <dgm:spPr/>
      <dgm:t>
        <a:bodyPr/>
        <a:lstStyle/>
        <a:p>
          <a:endParaRPr lang="en-US"/>
        </a:p>
      </dgm:t>
    </dgm:pt>
    <dgm:pt modelId="{C17F0006-8D2A-4B56-8950-2629C7972526}" type="sibTrans" cxnId="{C0FC2196-8DCC-43E8-ACCD-5D305A69F4BD}">
      <dgm:prSet/>
      <dgm:spPr/>
      <dgm:t>
        <a:bodyPr/>
        <a:lstStyle/>
        <a:p>
          <a:endParaRPr lang="en-US"/>
        </a:p>
      </dgm:t>
    </dgm:pt>
    <dgm:pt modelId="{025A202F-F3F3-4530-B9A7-800590A7D8AD}">
      <dgm:prSet phldrT="[Text]" custT="1"/>
      <dgm:spPr/>
      <dgm:t>
        <a:bodyPr/>
        <a:lstStyle/>
        <a:p>
          <a:r>
            <a:rPr lang="en-US" sz="2000" dirty="0"/>
            <a:t>Para. 28-31 and A42-A46; Appendix 2</a:t>
          </a:r>
        </a:p>
      </dgm:t>
    </dgm:pt>
    <dgm:pt modelId="{9EB7B4FD-2AD1-4D2E-AD80-0E41F47A890D}" type="parTrans" cxnId="{48420E3F-08FF-42EB-9A9C-FD087DDC6BC9}">
      <dgm:prSet/>
      <dgm:spPr/>
      <dgm:t>
        <a:bodyPr/>
        <a:lstStyle/>
        <a:p>
          <a:endParaRPr lang="en-US"/>
        </a:p>
      </dgm:t>
    </dgm:pt>
    <dgm:pt modelId="{913DCD71-95CB-4F05-A97B-552A1F189437}" type="sibTrans" cxnId="{48420E3F-08FF-42EB-9A9C-FD087DDC6BC9}">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1">
        <dgm:presLayoutVars>
          <dgm:chMax val="0"/>
          <dgm:bulletEnabled val="1"/>
        </dgm:presLayoutVars>
      </dgm:prSet>
      <dgm:spPr/>
    </dgm:pt>
    <dgm:pt modelId="{0E94AC38-8BA8-4338-B166-E62B5B20EEF7}" type="pres">
      <dgm:prSet presAssocID="{4D0462BF-8414-4027-B376-E72F7CEA7B22}" presName="childText" presStyleLbl="revTx" presStyleIdx="0" presStyleCnt="1">
        <dgm:presLayoutVars>
          <dgm:bulletEnabled val="1"/>
        </dgm:presLayoutVars>
      </dgm:prSet>
      <dgm:spPr/>
    </dgm:pt>
  </dgm:ptLst>
  <dgm:cxnLst>
    <dgm:cxn modelId="{03BC0118-166C-4C45-BCFD-62E06863E2B8}" srcId="{4D0462BF-8414-4027-B376-E72F7CEA7B22}" destId="{B760EFCC-9AD3-437E-929D-1F652F4106E9}" srcOrd="1" destOrd="0" parTransId="{2A1BABE8-71F0-451E-A59A-F3779202E5FE}" sibTransId="{AD72F374-30FD-4EDB-8409-4A0F869307B0}"/>
    <dgm:cxn modelId="{5D60D824-AB22-4793-B4A1-8F5A6B841E97}" type="presOf" srcId="{30355B27-D718-4030-9CC3-06C161CD9841}" destId="{0E94AC38-8BA8-4338-B166-E62B5B20EEF7}" srcOrd="0" destOrd="1" presId="urn:microsoft.com/office/officeart/2005/8/layout/vList2"/>
    <dgm:cxn modelId="{9B58BC35-D23A-47B4-9A14-FA1202E34A88}" srcId="{77C7CA97-6CE2-4C2B-B49A-E704ADB51BE9}" destId="{30355B27-D718-4030-9CC3-06C161CD9841}" srcOrd="0" destOrd="0" parTransId="{861DD90B-DEDA-46C7-B5AB-4F54D0CF340C}" sibTransId="{874A5C35-B83F-42B6-BC3F-6DA3F232BE8A}"/>
    <dgm:cxn modelId="{48420E3F-08FF-42EB-9A9C-FD087DDC6BC9}" srcId="{4D0462BF-8414-4027-B376-E72F7CEA7B22}" destId="{025A202F-F3F3-4530-B9A7-800590A7D8AD}" srcOrd="4" destOrd="0" parTransId="{9EB7B4FD-2AD1-4D2E-AD80-0E41F47A890D}" sibTransId="{913DCD71-95CB-4F05-A97B-552A1F189437}"/>
    <dgm:cxn modelId="{9F3E7E45-BA6A-45FD-91A9-FA7BA50EA072}" srcId="{4D0462BF-8414-4027-B376-E72F7CEA7B22}" destId="{4DDF4501-4E57-4101-95EB-08DA2769EC77}" srcOrd="3" destOrd="0" parTransId="{528DAC66-E132-45DC-A14F-E3401CB00C60}" sibTransId="{131CC3E5-9208-4BAE-963C-553095A8E64D}"/>
    <dgm:cxn modelId="{2C830547-4352-443F-A8C9-F481D3B11B4A}" srcId="{09D54E76-551D-4888-BE71-ECDB8A2705E0}" destId="{4D0462BF-8414-4027-B376-E72F7CEA7B22}" srcOrd="0" destOrd="0" parTransId="{9A22A164-1C88-4FCE-82A4-A8076663F31F}" sibTransId="{0FD00A1F-485D-4D21-A0A7-4B01B54AA0BF}"/>
    <dgm:cxn modelId="{8DB0B147-7E3B-4683-AE38-C6576EBE5493}" type="presOf" srcId="{B760EFCC-9AD3-437E-929D-1F652F4106E9}" destId="{0E94AC38-8BA8-4338-B166-E62B5B20EEF7}" srcOrd="0" destOrd="3" presId="urn:microsoft.com/office/officeart/2005/8/layout/vList2"/>
    <dgm:cxn modelId="{B8F1C74D-81DB-461F-BB47-1165EBF8368F}" type="presOf" srcId="{4DDF4501-4E57-4101-95EB-08DA2769EC77}" destId="{0E94AC38-8BA8-4338-B166-E62B5B20EEF7}" srcOrd="0" destOrd="5" presId="urn:microsoft.com/office/officeart/2005/8/layout/vList2"/>
    <dgm:cxn modelId="{C517CC4F-E046-44F1-A911-F4DF5769A18E}" type="presOf" srcId="{4D0462BF-8414-4027-B376-E72F7CEA7B22}" destId="{AE4E6C18-E6D6-4E33-A034-4111BF19BA14}" srcOrd="0" destOrd="0" presId="urn:microsoft.com/office/officeart/2005/8/layout/vList2"/>
    <dgm:cxn modelId="{451FF37D-3FBB-47C5-BDA5-03E6EED48F59}" type="presOf" srcId="{025A202F-F3F3-4530-B9A7-800590A7D8AD}" destId="{0E94AC38-8BA8-4338-B166-E62B5B20EEF7}" srcOrd="0" destOrd="6" presId="urn:microsoft.com/office/officeart/2005/8/layout/vList2"/>
    <dgm:cxn modelId="{594DF48D-7616-4A02-8B7F-8D8B889EBB26}" type="presOf" srcId="{3025006E-4F3C-4D40-9309-1E7B8CE80C5F}" destId="{0E94AC38-8BA8-4338-B166-E62B5B20EEF7}" srcOrd="0" destOrd="4" presId="urn:microsoft.com/office/officeart/2005/8/layout/vList2"/>
    <dgm:cxn modelId="{400B768E-004A-458F-B666-512B4479ED4F}" type="presOf" srcId="{77C7CA97-6CE2-4C2B-B49A-E704ADB51BE9}" destId="{0E94AC38-8BA8-4338-B166-E62B5B20EEF7}" srcOrd="0" destOrd="0" presId="urn:microsoft.com/office/officeart/2005/8/layout/vList2"/>
    <dgm:cxn modelId="{C0FC2196-8DCC-43E8-ACCD-5D305A69F4BD}" srcId="{77C7CA97-6CE2-4C2B-B49A-E704ADB51BE9}" destId="{FEED90E8-64BA-4007-B3D6-AE20FA94BEC1}" srcOrd="1" destOrd="0" parTransId="{7AAC72CF-543F-4D26-BD81-D2CE15DAE4F2}" sibTransId="{C17F0006-8D2A-4B56-8950-2629C7972526}"/>
    <dgm:cxn modelId="{703F96A0-0A83-4FB4-9794-BADA64C262BE}" srcId="{4D0462BF-8414-4027-B376-E72F7CEA7B22}" destId="{3025006E-4F3C-4D40-9309-1E7B8CE80C5F}" srcOrd="2" destOrd="0" parTransId="{80718BAB-DF97-427E-A458-F20C33F0611D}" sibTransId="{7C75F531-12C7-4753-97FC-7A493B4A3594}"/>
    <dgm:cxn modelId="{1BD89EAB-69DC-442B-89B5-00BFE3C9584B}" type="presOf" srcId="{09D54E76-551D-4888-BE71-ECDB8A2705E0}" destId="{B04C1C07-3A5E-4738-BDAD-9BD17269A788}" srcOrd="0" destOrd="0" presId="urn:microsoft.com/office/officeart/2005/8/layout/vList2"/>
    <dgm:cxn modelId="{72E8F3B2-4DBB-4AFF-87A9-1C2358A4D096}" type="presOf" srcId="{FEED90E8-64BA-4007-B3D6-AE20FA94BEC1}" destId="{0E94AC38-8BA8-4338-B166-E62B5B20EEF7}" srcOrd="0" destOrd="2" presId="urn:microsoft.com/office/officeart/2005/8/layout/vList2"/>
    <dgm:cxn modelId="{98EEFDF6-F3C3-400D-A92D-0F7F4528EEDF}" srcId="{4D0462BF-8414-4027-B376-E72F7CEA7B22}" destId="{77C7CA97-6CE2-4C2B-B49A-E704ADB51BE9}" srcOrd="0" destOrd="0" parTransId="{CF233EDA-06DA-4511-B397-90CDFF026706}" sibTransId="{0AE1C3B7-E3EC-40DE-88A2-EB515DBCCED3}"/>
    <dgm:cxn modelId="{778722AD-BFE0-47DB-BD5F-FA23567E0ADE}" type="presParOf" srcId="{B04C1C07-3A5E-4738-BDAD-9BD17269A788}" destId="{AE4E6C18-E6D6-4E33-A034-4111BF19BA14}" srcOrd="0" destOrd="0" presId="urn:microsoft.com/office/officeart/2005/8/layout/vList2"/>
    <dgm:cxn modelId="{65B0CA88-244E-4A9C-8623-90CECF2CB21E}" type="presParOf" srcId="{B04C1C07-3A5E-4738-BDAD-9BD17269A788}" destId="{0E94AC38-8BA8-4338-B166-E62B5B20EEF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custT="1"/>
      <dgm:spPr>
        <a:solidFill>
          <a:schemeClr val="tx1">
            <a:lumMod val="65000"/>
            <a:lumOff val="35000"/>
          </a:schemeClr>
        </a:solidFill>
      </dgm:spPr>
      <dgm:t>
        <a:bodyPr/>
        <a:lstStyle/>
        <a:p>
          <a:r>
            <a:rPr lang="en-US" sz="2400" dirty="0"/>
            <a:t>Undertaking an Agreed-Upon Procedures Engagement at the Same Time as another Engagement</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custT="1"/>
      <dgm:spPr>
        <a:solidFill>
          <a:schemeClr val="tx1">
            <a:lumMod val="65000"/>
            <a:lumOff val="35000"/>
          </a:schemeClr>
        </a:solidFill>
      </dgm:spPr>
      <dgm:t>
        <a:bodyPr/>
        <a:lstStyle/>
        <a:p>
          <a:r>
            <a:rPr lang="en-US" sz="2400" dirty="0"/>
            <a:t>Documentation</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77C7CA97-6CE2-4C2B-B49A-E704ADB51BE9}">
      <dgm:prSet phldrT="[Text]" custT="1"/>
      <dgm:spPr/>
      <dgm:t>
        <a:bodyPr/>
        <a:lstStyle/>
        <a:p>
          <a:r>
            <a:rPr lang="en-US" sz="2000" dirty="0"/>
            <a:t>Para. 32 and A47</a:t>
          </a:r>
        </a:p>
      </dgm:t>
    </dgm:pt>
    <dgm:pt modelId="{CF233EDA-06DA-4511-B397-90CDFF026706}" type="parTrans" cxnId="{98EEFDF6-F3C3-400D-A92D-0F7F4528EEDF}">
      <dgm:prSet/>
      <dgm:spPr/>
      <dgm:t>
        <a:bodyPr/>
        <a:lstStyle/>
        <a:p>
          <a:endParaRPr lang="en-US"/>
        </a:p>
      </dgm:t>
    </dgm:pt>
    <dgm:pt modelId="{0AE1C3B7-E3EC-40DE-88A2-EB515DBCCED3}" type="sibTrans" cxnId="{98EEFDF6-F3C3-400D-A92D-0F7F4528EEDF}">
      <dgm:prSet/>
      <dgm:spPr/>
      <dgm:t>
        <a:bodyPr/>
        <a:lstStyle/>
        <a:p>
          <a:endParaRPr lang="en-US"/>
        </a:p>
      </dgm:t>
    </dgm:pt>
    <dgm:pt modelId="{2EEEAE55-3D71-4BD1-8DE8-533E3EB1AD6C}">
      <dgm:prSet phldrT="[Text]" custT="1"/>
      <dgm:spPr/>
      <dgm:t>
        <a:bodyPr/>
        <a:lstStyle/>
        <a:p>
          <a:r>
            <a:rPr lang="en-US" sz="2000" dirty="0"/>
            <a:t>Para. 33 and A48</a:t>
          </a:r>
        </a:p>
      </dgm:t>
    </dgm:pt>
    <dgm:pt modelId="{BEC94479-1F3D-4D16-A2B4-ACB90C73CC03}" type="parTrans" cxnId="{88EAFD49-423C-47BC-8822-E1037D4AF831}">
      <dgm:prSet/>
      <dgm:spPr/>
      <dgm:t>
        <a:bodyPr/>
        <a:lstStyle/>
        <a:p>
          <a:endParaRPr lang="en-US"/>
        </a:p>
      </dgm:t>
    </dgm:pt>
    <dgm:pt modelId="{C3735E70-EE14-4991-AD25-FBD30715573B}" type="sibTrans" cxnId="{88EAFD49-423C-47BC-8822-E1037D4AF831}">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2">
        <dgm:presLayoutVars>
          <dgm:chMax val="0"/>
          <dgm:bulletEnabled val="1"/>
        </dgm:presLayoutVars>
      </dgm:prSet>
      <dgm:spPr/>
    </dgm:pt>
    <dgm:pt modelId="{0E94AC38-8BA8-4338-B166-E62B5B20EEF7}" type="pres">
      <dgm:prSet presAssocID="{4D0462BF-8414-4027-B376-E72F7CEA7B22}" presName="childText" presStyleLbl="revTx" presStyleIdx="0" presStyleCnt="2">
        <dgm:presLayoutVars>
          <dgm:bulletEnabled val="1"/>
        </dgm:presLayoutVars>
      </dgm:prSet>
      <dgm:spPr/>
    </dgm:pt>
    <dgm:pt modelId="{91893367-FA27-4EF1-B1DE-E5195C706DFE}" type="pres">
      <dgm:prSet presAssocID="{CC622441-B7CC-488A-917C-1197152F0B4B}" presName="parentText" presStyleLbl="node1" presStyleIdx="1" presStyleCnt="2" custScaleY="77036">
        <dgm:presLayoutVars>
          <dgm:chMax val="0"/>
          <dgm:bulletEnabled val="1"/>
        </dgm:presLayoutVars>
      </dgm:prSet>
      <dgm:spPr/>
    </dgm:pt>
    <dgm:pt modelId="{A2D7C3BC-A444-485E-9E11-AABA80EB689D}" type="pres">
      <dgm:prSet presAssocID="{CC622441-B7CC-488A-917C-1197152F0B4B}" presName="childText" presStyleLbl="revTx" presStyleIdx="1" presStyleCnt="2">
        <dgm:presLayoutVars>
          <dgm:bulletEnabled val="1"/>
        </dgm:presLayoutVars>
      </dgm:prSet>
      <dgm:spPr/>
    </dgm:pt>
  </dgm:ptLst>
  <dgm:cxnLst>
    <dgm:cxn modelId="{1A2AF336-E1D7-4E72-AE42-6CD57B727101}" srcId="{09D54E76-551D-4888-BE71-ECDB8A2705E0}" destId="{CC622441-B7CC-488A-917C-1197152F0B4B}" srcOrd="1" destOrd="0" parTransId="{2CCA279C-0B8C-46F2-86AE-09E7A56A2183}" sibTransId="{10053DAC-770A-4E34-82D3-64C4E9169373}"/>
    <dgm:cxn modelId="{2C830547-4352-443F-A8C9-F481D3B11B4A}" srcId="{09D54E76-551D-4888-BE71-ECDB8A2705E0}" destId="{4D0462BF-8414-4027-B376-E72F7CEA7B22}" srcOrd="0" destOrd="0" parTransId="{9A22A164-1C88-4FCE-82A4-A8076663F31F}" sibTransId="{0FD00A1F-485D-4D21-A0A7-4B01B54AA0BF}"/>
    <dgm:cxn modelId="{8C909148-7588-4135-A6CC-73943296F735}" type="presOf" srcId="{2EEEAE55-3D71-4BD1-8DE8-533E3EB1AD6C}" destId="{A2D7C3BC-A444-485E-9E11-AABA80EB689D}" srcOrd="0" destOrd="0" presId="urn:microsoft.com/office/officeart/2005/8/layout/vList2"/>
    <dgm:cxn modelId="{88EAFD49-423C-47BC-8822-E1037D4AF831}" srcId="{CC622441-B7CC-488A-917C-1197152F0B4B}" destId="{2EEEAE55-3D71-4BD1-8DE8-533E3EB1AD6C}" srcOrd="0" destOrd="0" parTransId="{BEC94479-1F3D-4D16-A2B4-ACB90C73CC03}" sibTransId="{C3735E70-EE14-4991-AD25-FBD30715573B}"/>
    <dgm:cxn modelId="{C517CC4F-E046-44F1-A911-F4DF5769A18E}" type="presOf" srcId="{4D0462BF-8414-4027-B376-E72F7CEA7B22}" destId="{AE4E6C18-E6D6-4E33-A034-4111BF19BA14}" srcOrd="0" destOrd="0" presId="urn:microsoft.com/office/officeart/2005/8/layout/vList2"/>
    <dgm:cxn modelId="{781E1281-254C-4A11-9504-0904C69A2405}" type="presOf" srcId="{CC622441-B7CC-488A-917C-1197152F0B4B}" destId="{91893367-FA27-4EF1-B1DE-E5195C706DFE}" srcOrd="0" destOrd="0" presId="urn:microsoft.com/office/officeart/2005/8/layout/vList2"/>
    <dgm:cxn modelId="{400B768E-004A-458F-B666-512B4479ED4F}" type="presOf" srcId="{77C7CA97-6CE2-4C2B-B49A-E704ADB51BE9}" destId="{0E94AC38-8BA8-4338-B166-E62B5B20EEF7}" srcOrd="0" destOrd="0" presId="urn:microsoft.com/office/officeart/2005/8/layout/vList2"/>
    <dgm:cxn modelId="{1BD89EAB-69DC-442B-89B5-00BFE3C9584B}" type="presOf" srcId="{09D54E76-551D-4888-BE71-ECDB8A2705E0}" destId="{B04C1C07-3A5E-4738-BDAD-9BD17269A788}" srcOrd="0" destOrd="0" presId="urn:microsoft.com/office/officeart/2005/8/layout/vList2"/>
    <dgm:cxn modelId="{98EEFDF6-F3C3-400D-A92D-0F7F4528EEDF}" srcId="{4D0462BF-8414-4027-B376-E72F7CEA7B22}" destId="{77C7CA97-6CE2-4C2B-B49A-E704ADB51BE9}" srcOrd="0" destOrd="0" parTransId="{CF233EDA-06DA-4511-B397-90CDFF026706}" sibTransId="{0AE1C3B7-E3EC-40DE-88A2-EB515DBCCED3}"/>
    <dgm:cxn modelId="{778722AD-BFE0-47DB-BD5F-FA23567E0ADE}" type="presParOf" srcId="{B04C1C07-3A5E-4738-BDAD-9BD17269A788}" destId="{AE4E6C18-E6D6-4E33-A034-4111BF19BA14}" srcOrd="0" destOrd="0" presId="urn:microsoft.com/office/officeart/2005/8/layout/vList2"/>
    <dgm:cxn modelId="{65B0CA88-244E-4A9C-8623-90CECF2CB21E}" type="presParOf" srcId="{B04C1C07-3A5E-4738-BDAD-9BD17269A788}" destId="{0E94AC38-8BA8-4338-B166-E62B5B20EEF7}"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1C56B1F7-E5C0-4440-867F-59F425E4DDB8}" type="presParOf" srcId="{B04C1C07-3A5E-4738-BDAD-9BD17269A788}" destId="{A2D7C3BC-A444-485E-9E11-AABA80EB689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9D54E76-551D-4888-BE71-ECDB8A270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0462BF-8414-4027-B376-E72F7CEA7B22}">
      <dgm:prSet phldrT="[Text]"/>
      <dgm:spPr>
        <a:solidFill>
          <a:schemeClr val="tx1">
            <a:lumMod val="65000"/>
            <a:lumOff val="35000"/>
          </a:schemeClr>
        </a:solidFill>
      </dgm:spPr>
      <dgm:t>
        <a:bodyPr/>
        <a:lstStyle/>
        <a:p>
          <a:r>
            <a:rPr lang="en-US" dirty="0"/>
            <a:t>Matters for Explanatory Memorandum</a:t>
          </a:r>
        </a:p>
      </dgm:t>
    </dgm:pt>
    <dgm:pt modelId="{9A22A164-1C88-4FCE-82A4-A8076663F31F}" type="parTrans" cxnId="{2C830547-4352-443F-A8C9-F481D3B11B4A}">
      <dgm:prSet/>
      <dgm:spPr/>
      <dgm:t>
        <a:bodyPr/>
        <a:lstStyle/>
        <a:p>
          <a:endParaRPr lang="en-US"/>
        </a:p>
      </dgm:t>
    </dgm:pt>
    <dgm:pt modelId="{0FD00A1F-485D-4D21-A0A7-4B01B54AA0BF}" type="sibTrans" cxnId="{2C830547-4352-443F-A8C9-F481D3B11B4A}">
      <dgm:prSet/>
      <dgm:spPr/>
      <dgm:t>
        <a:bodyPr/>
        <a:lstStyle/>
        <a:p>
          <a:endParaRPr lang="en-US"/>
        </a:p>
      </dgm:t>
    </dgm:pt>
    <dgm:pt modelId="{CC622441-B7CC-488A-917C-1197152F0B4B}">
      <dgm:prSet phldrT="[Text]"/>
      <dgm:spPr>
        <a:solidFill>
          <a:schemeClr val="tx1">
            <a:lumMod val="65000"/>
            <a:lumOff val="35000"/>
          </a:schemeClr>
        </a:solidFill>
      </dgm:spPr>
      <dgm:t>
        <a:bodyPr/>
        <a:lstStyle/>
        <a:p>
          <a:r>
            <a:rPr lang="en-US" dirty="0"/>
            <a:t>Exposure Period – 120 days</a:t>
          </a:r>
        </a:p>
      </dgm:t>
    </dgm:pt>
    <dgm:pt modelId="{2CCA279C-0B8C-46F2-86AE-09E7A56A2183}" type="parTrans" cxnId="{1A2AF336-E1D7-4E72-AE42-6CD57B727101}">
      <dgm:prSet/>
      <dgm:spPr/>
      <dgm:t>
        <a:bodyPr/>
        <a:lstStyle/>
        <a:p>
          <a:endParaRPr lang="en-US"/>
        </a:p>
      </dgm:t>
    </dgm:pt>
    <dgm:pt modelId="{10053DAC-770A-4E34-82D3-64C4E9169373}" type="sibTrans" cxnId="{1A2AF336-E1D7-4E72-AE42-6CD57B727101}">
      <dgm:prSet/>
      <dgm:spPr/>
      <dgm:t>
        <a:bodyPr/>
        <a:lstStyle/>
        <a:p>
          <a:endParaRPr lang="en-US"/>
        </a:p>
      </dgm:t>
    </dgm:pt>
    <dgm:pt modelId="{B760EFCC-9AD3-437E-929D-1F652F4106E9}">
      <dgm:prSet phldrT="[Text]"/>
      <dgm:spPr/>
      <dgm:t>
        <a:bodyPr/>
        <a:lstStyle/>
        <a:p>
          <a:r>
            <a:rPr lang="en-US"/>
            <a:t>Public interest</a:t>
          </a:r>
          <a:endParaRPr lang="en-US" dirty="0"/>
        </a:p>
      </dgm:t>
    </dgm:pt>
    <dgm:pt modelId="{2A1BABE8-71F0-451E-A59A-F3779202E5FE}" type="parTrans" cxnId="{03BC0118-166C-4C45-BCFD-62E06863E2B8}">
      <dgm:prSet/>
      <dgm:spPr/>
      <dgm:t>
        <a:bodyPr/>
        <a:lstStyle/>
        <a:p>
          <a:endParaRPr lang="en-US"/>
        </a:p>
      </dgm:t>
    </dgm:pt>
    <dgm:pt modelId="{AD72F374-30FD-4EDB-8409-4A0F869307B0}" type="sibTrans" cxnId="{03BC0118-166C-4C45-BCFD-62E06863E2B8}">
      <dgm:prSet/>
      <dgm:spPr/>
      <dgm:t>
        <a:bodyPr/>
        <a:lstStyle/>
        <a:p>
          <a:endParaRPr lang="en-US"/>
        </a:p>
      </dgm:t>
    </dgm:pt>
    <dgm:pt modelId="{05662C86-A1DA-4595-BFB4-D03E80E4CF4F}">
      <dgm:prSet phldrT="[Text]"/>
      <dgm:spPr/>
      <dgm:t>
        <a:bodyPr/>
        <a:lstStyle/>
        <a:p>
          <a:r>
            <a:rPr lang="en-US" dirty="0"/>
            <a:t>Significant changes</a:t>
          </a:r>
        </a:p>
      </dgm:t>
    </dgm:pt>
    <dgm:pt modelId="{A5E310CB-B873-4A39-BF8D-988617A1F68C}" type="parTrans" cxnId="{BF102509-A0B6-4AE4-8AFE-D619ADE58626}">
      <dgm:prSet/>
      <dgm:spPr/>
      <dgm:t>
        <a:bodyPr/>
        <a:lstStyle/>
        <a:p>
          <a:endParaRPr lang="en-US"/>
        </a:p>
      </dgm:t>
    </dgm:pt>
    <dgm:pt modelId="{FA060D45-86D2-45CA-B8F1-9BC7F8A7B64C}" type="sibTrans" cxnId="{BF102509-A0B6-4AE4-8AFE-D619ADE58626}">
      <dgm:prSet/>
      <dgm:spPr/>
      <dgm:t>
        <a:bodyPr/>
        <a:lstStyle/>
        <a:p>
          <a:endParaRPr lang="en-US"/>
        </a:p>
      </dgm:t>
    </dgm:pt>
    <dgm:pt modelId="{4A4AD31C-40C7-4F7F-AB11-BA0708583C02}">
      <dgm:prSet phldrT="[Text]"/>
      <dgm:spPr/>
      <dgm:t>
        <a:bodyPr/>
        <a:lstStyle/>
        <a:p>
          <a:r>
            <a:rPr lang="en-US" dirty="0"/>
            <a:t>Quality control</a:t>
          </a:r>
        </a:p>
      </dgm:t>
    </dgm:pt>
    <dgm:pt modelId="{CB37BBE3-05EE-44BF-85B0-9CD6D8DF4EB5}" type="parTrans" cxnId="{330BDE34-D352-485E-888B-C1544E516E95}">
      <dgm:prSet/>
      <dgm:spPr/>
      <dgm:t>
        <a:bodyPr/>
        <a:lstStyle/>
        <a:p>
          <a:endParaRPr lang="en-US"/>
        </a:p>
      </dgm:t>
    </dgm:pt>
    <dgm:pt modelId="{F9185DEE-740E-4261-BE0A-3B052DA0B9B4}" type="sibTrans" cxnId="{330BDE34-D352-485E-888B-C1544E516E95}">
      <dgm:prSet/>
      <dgm:spPr/>
      <dgm:t>
        <a:bodyPr/>
        <a:lstStyle/>
        <a:p>
          <a:endParaRPr lang="en-US"/>
        </a:p>
      </dgm:t>
    </dgm:pt>
    <dgm:pt modelId="{A6E27DAE-939A-4C4F-9541-7899719AC77F}">
      <dgm:prSet phldrT="[Text]"/>
      <dgm:spPr/>
      <dgm:t>
        <a:bodyPr/>
        <a:lstStyle/>
        <a:p>
          <a:r>
            <a:rPr lang="en-US" dirty="0"/>
            <a:t>Key issues – Findings; Relevant Ethical Requirements; Professional Judgment; Engagement Acceptance; and Practitioner’s Expert</a:t>
          </a:r>
        </a:p>
      </dgm:t>
    </dgm:pt>
    <dgm:pt modelId="{F28921A8-661D-43D3-A683-349F5088232C}" type="parTrans" cxnId="{38B0B4E5-1C44-4430-9A4D-9F18C60E9EA1}">
      <dgm:prSet/>
      <dgm:spPr/>
      <dgm:t>
        <a:bodyPr/>
        <a:lstStyle/>
        <a:p>
          <a:endParaRPr lang="en-US"/>
        </a:p>
      </dgm:t>
    </dgm:pt>
    <dgm:pt modelId="{A5481116-D73B-44A4-B46F-5AD0290F34A5}" type="sibTrans" cxnId="{38B0B4E5-1C44-4430-9A4D-9F18C60E9EA1}">
      <dgm:prSet/>
      <dgm:spPr/>
      <dgm:t>
        <a:bodyPr/>
        <a:lstStyle/>
        <a:p>
          <a:endParaRPr lang="en-US"/>
        </a:p>
      </dgm:t>
    </dgm:pt>
    <dgm:pt modelId="{5D355B06-8460-4E9D-AA95-C9FB5EB359CD}">
      <dgm:prSet phldrT="[Text]"/>
      <dgm:spPr>
        <a:solidFill>
          <a:schemeClr val="tx1">
            <a:lumMod val="65000"/>
            <a:lumOff val="35000"/>
          </a:schemeClr>
        </a:solidFill>
      </dgm:spPr>
      <dgm:t>
        <a:bodyPr/>
        <a:lstStyle/>
        <a:p>
          <a:r>
            <a:rPr lang="en-US" dirty="0"/>
            <a:t>Effective Date – 18-24 months after issuance of final standard</a:t>
          </a:r>
        </a:p>
      </dgm:t>
    </dgm:pt>
    <dgm:pt modelId="{71ADA421-950C-478C-9C2B-B518E73F0A0E}" type="parTrans" cxnId="{1B20D6AB-419C-4000-A7BF-F42D9369D6AD}">
      <dgm:prSet/>
      <dgm:spPr/>
      <dgm:t>
        <a:bodyPr/>
        <a:lstStyle/>
        <a:p>
          <a:endParaRPr lang="en-US"/>
        </a:p>
      </dgm:t>
    </dgm:pt>
    <dgm:pt modelId="{0980DDBF-95FE-4212-A80C-59198380218A}" type="sibTrans" cxnId="{1B20D6AB-419C-4000-A7BF-F42D9369D6AD}">
      <dgm:prSet/>
      <dgm:spPr/>
      <dgm:t>
        <a:bodyPr/>
        <a:lstStyle/>
        <a:p>
          <a:endParaRPr lang="en-US"/>
        </a:p>
      </dgm:t>
    </dgm:pt>
    <dgm:pt modelId="{B04C1C07-3A5E-4738-BDAD-9BD17269A788}" type="pres">
      <dgm:prSet presAssocID="{09D54E76-551D-4888-BE71-ECDB8A2705E0}" presName="linear" presStyleCnt="0">
        <dgm:presLayoutVars>
          <dgm:animLvl val="lvl"/>
          <dgm:resizeHandles val="exact"/>
        </dgm:presLayoutVars>
      </dgm:prSet>
      <dgm:spPr/>
    </dgm:pt>
    <dgm:pt modelId="{AE4E6C18-E6D6-4E33-A034-4111BF19BA14}" type="pres">
      <dgm:prSet presAssocID="{4D0462BF-8414-4027-B376-E72F7CEA7B22}" presName="parentText" presStyleLbl="node1" presStyleIdx="0" presStyleCnt="3">
        <dgm:presLayoutVars>
          <dgm:chMax val="0"/>
          <dgm:bulletEnabled val="1"/>
        </dgm:presLayoutVars>
      </dgm:prSet>
      <dgm:spPr/>
    </dgm:pt>
    <dgm:pt modelId="{0E94AC38-8BA8-4338-B166-E62B5B20EEF7}" type="pres">
      <dgm:prSet presAssocID="{4D0462BF-8414-4027-B376-E72F7CEA7B22}" presName="childText" presStyleLbl="revTx" presStyleIdx="0" presStyleCnt="1">
        <dgm:presLayoutVars>
          <dgm:bulletEnabled val="1"/>
        </dgm:presLayoutVars>
      </dgm:prSet>
      <dgm:spPr/>
    </dgm:pt>
    <dgm:pt modelId="{91893367-FA27-4EF1-B1DE-E5195C706DFE}" type="pres">
      <dgm:prSet presAssocID="{CC622441-B7CC-488A-917C-1197152F0B4B}" presName="parentText" presStyleLbl="node1" presStyleIdx="1" presStyleCnt="3">
        <dgm:presLayoutVars>
          <dgm:chMax val="0"/>
          <dgm:bulletEnabled val="1"/>
        </dgm:presLayoutVars>
      </dgm:prSet>
      <dgm:spPr/>
    </dgm:pt>
    <dgm:pt modelId="{263727E3-8FBF-490A-804A-BF7D1903867F}" type="pres">
      <dgm:prSet presAssocID="{10053DAC-770A-4E34-82D3-64C4E9169373}" presName="spacer" presStyleCnt="0"/>
      <dgm:spPr/>
    </dgm:pt>
    <dgm:pt modelId="{203C7F7C-AFC3-4B93-A9AB-549CDB8695D8}" type="pres">
      <dgm:prSet presAssocID="{5D355B06-8460-4E9D-AA95-C9FB5EB359CD}" presName="parentText" presStyleLbl="node1" presStyleIdx="2" presStyleCnt="3">
        <dgm:presLayoutVars>
          <dgm:chMax val="0"/>
          <dgm:bulletEnabled val="1"/>
        </dgm:presLayoutVars>
      </dgm:prSet>
      <dgm:spPr/>
    </dgm:pt>
  </dgm:ptLst>
  <dgm:cxnLst>
    <dgm:cxn modelId="{BF102509-A0B6-4AE4-8AFE-D619ADE58626}" srcId="{4D0462BF-8414-4027-B376-E72F7CEA7B22}" destId="{05662C86-A1DA-4595-BFB4-D03E80E4CF4F}" srcOrd="1" destOrd="0" parTransId="{A5E310CB-B873-4A39-BF8D-988617A1F68C}" sibTransId="{FA060D45-86D2-45CA-B8F1-9BC7F8A7B64C}"/>
    <dgm:cxn modelId="{03BC0118-166C-4C45-BCFD-62E06863E2B8}" srcId="{4D0462BF-8414-4027-B376-E72F7CEA7B22}" destId="{B760EFCC-9AD3-437E-929D-1F652F4106E9}" srcOrd="0" destOrd="0" parTransId="{2A1BABE8-71F0-451E-A59A-F3779202E5FE}" sibTransId="{AD72F374-30FD-4EDB-8409-4A0F869307B0}"/>
    <dgm:cxn modelId="{330BDE34-D352-485E-888B-C1544E516E95}" srcId="{4D0462BF-8414-4027-B376-E72F7CEA7B22}" destId="{4A4AD31C-40C7-4F7F-AB11-BA0708583C02}" srcOrd="2" destOrd="0" parTransId="{CB37BBE3-05EE-44BF-85B0-9CD6D8DF4EB5}" sibTransId="{F9185DEE-740E-4261-BE0A-3B052DA0B9B4}"/>
    <dgm:cxn modelId="{1A2AF336-E1D7-4E72-AE42-6CD57B727101}" srcId="{09D54E76-551D-4888-BE71-ECDB8A2705E0}" destId="{CC622441-B7CC-488A-917C-1197152F0B4B}" srcOrd="1" destOrd="0" parTransId="{2CCA279C-0B8C-46F2-86AE-09E7A56A2183}" sibTransId="{10053DAC-770A-4E34-82D3-64C4E9169373}"/>
    <dgm:cxn modelId="{2C830547-4352-443F-A8C9-F481D3B11B4A}" srcId="{09D54E76-551D-4888-BE71-ECDB8A2705E0}" destId="{4D0462BF-8414-4027-B376-E72F7CEA7B22}" srcOrd="0" destOrd="0" parTransId="{9A22A164-1C88-4FCE-82A4-A8076663F31F}" sibTransId="{0FD00A1F-485D-4D21-A0A7-4B01B54AA0BF}"/>
    <dgm:cxn modelId="{8DB0B147-7E3B-4683-AE38-C6576EBE5493}" type="presOf" srcId="{B760EFCC-9AD3-437E-929D-1F652F4106E9}" destId="{0E94AC38-8BA8-4338-B166-E62B5B20EEF7}" srcOrd="0" destOrd="0" presId="urn:microsoft.com/office/officeart/2005/8/layout/vList2"/>
    <dgm:cxn modelId="{C517CC4F-E046-44F1-A911-F4DF5769A18E}" type="presOf" srcId="{4D0462BF-8414-4027-B376-E72F7CEA7B22}" destId="{AE4E6C18-E6D6-4E33-A034-4111BF19BA14}" srcOrd="0" destOrd="0" presId="urn:microsoft.com/office/officeart/2005/8/layout/vList2"/>
    <dgm:cxn modelId="{E313EA56-EC38-4109-A029-820C72B1AAB8}" type="presOf" srcId="{4A4AD31C-40C7-4F7F-AB11-BA0708583C02}" destId="{0E94AC38-8BA8-4338-B166-E62B5B20EEF7}" srcOrd="0" destOrd="2" presId="urn:microsoft.com/office/officeart/2005/8/layout/vList2"/>
    <dgm:cxn modelId="{781E1281-254C-4A11-9504-0904C69A2405}" type="presOf" srcId="{CC622441-B7CC-488A-917C-1197152F0B4B}" destId="{91893367-FA27-4EF1-B1DE-E5195C706DFE}" srcOrd="0" destOrd="0" presId="urn:microsoft.com/office/officeart/2005/8/layout/vList2"/>
    <dgm:cxn modelId="{8925FE88-DD8C-44F0-AC20-701C8E5D9E97}" type="presOf" srcId="{A6E27DAE-939A-4C4F-9541-7899719AC77F}" destId="{0E94AC38-8BA8-4338-B166-E62B5B20EEF7}" srcOrd="0" destOrd="3" presId="urn:microsoft.com/office/officeart/2005/8/layout/vList2"/>
    <dgm:cxn modelId="{1BD89EAB-69DC-442B-89B5-00BFE3C9584B}" type="presOf" srcId="{09D54E76-551D-4888-BE71-ECDB8A2705E0}" destId="{B04C1C07-3A5E-4738-BDAD-9BD17269A788}" srcOrd="0" destOrd="0" presId="urn:microsoft.com/office/officeart/2005/8/layout/vList2"/>
    <dgm:cxn modelId="{1B20D6AB-419C-4000-A7BF-F42D9369D6AD}" srcId="{09D54E76-551D-4888-BE71-ECDB8A2705E0}" destId="{5D355B06-8460-4E9D-AA95-C9FB5EB359CD}" srcOrd="2" destOrd="0" parTransId="{71ADA421-950C-478C-9C2B-B518E73F0A0E}" sibTransId="{0980DDBF-95FE-4212-A80C-59198380218A}"/>
    <dgm:cxn modelId="{968AEAB9-9C4E-4D6B-91AF-CB9A0D182518}" type="presOf" srcId="{5D355B06-8460-4E9D-AA95-C9FB5EB359CD}" destId="{203C7F7C-AFC3-4B93-A9AB-549CDB8695D8}" srcOrd="0" destOrd="0" presId="urn:microsoft.com/office/officeart/2005/8/layout/vList2"/>
    <dgm:cxn modelId="{3CC676CF-F2B8-4820-88B5-0E6EC4BDED4D}" type="presOf" srcId="{05662C86-A1DA-4595-BFB4-D03E80E4CF4F}" destId="{0E94AC38-8BA8-4338-B166-E62B5B20EEF7}" srcOrd="0" destOrd="1" presId="urn:microsoft.com/office/officeart/2005/8/layout/vList2"/>
    <dgm:cxn modelId="{38B0B4E5-1C44-4430-9A4D-9F18C60E9EA1}" srcId="{4D0462BF-8414-4027-B376-E72F7CEA7B22}" destId="{A6E27DAE-939A-4C4F-9541-7899719AC77F}" srcOrd="3" destOrd="0" parTransId="{F28921A8-661D-43D3-A683-349F5088232C}" sibTransId="{A5481116-D73B-44A4-B46F-5AD0290F34A5}"/>
    <dgm:cxn modelId="{778722AD-BFE0-47DB-BD5F-FA23567E0ADE}" type="presParOf" srcId="{B04C1C07-3A5E-4738-BDAD-9BD17269A788}" destId="{AE4E6C18-E6D6-4E33-A034-4111BF19BA14}" srcOrd="0" destOrd="0" presId="urn:microsoft.com/office/officeart/2005/8/layout/vList2"/>
    <dgm:cxn modelId="{65B0CA88-244E-4A9C-8623-90CECF2CB21E}" type="presParOf" srcId="{B04C1C07-3A5E-4738-BDAD-9BD17269A788}" destId="{0E94AC38-8BA8-4338-B166-E62B5B20EEF7}" srcOrd="1" destOrd="0" presId="urn:microsoft.com/office/officeart/2005/8/layout/vList2"/>
    <dgm:cxn modelId="{E724758B-855E-45C5-B7E4-D924EA7C88F5}" type="presParOf" srcId="{B04C1C07-3A5E-4738-BDAD-9BD17269A788}" destId="{91893367-FA27-4EF1-B1DE-E5195C706DFE}" srcOrd="2" destOrd="0" presId="urn:microsoft.com/office/officeart/2005/8/layout/vList2"/>
    <dgm:cxn modelId="{B81B8C9F-B1B0-4C35-BAF5-BB95734E1564}" type="presParOf" srcId="{B04C1C07-3A5E-4738-BDAD-9BD17269A788}" destId="{263727E3-8FBF-490A-804A-BF7D1903867F}" srcOrd="3" destOrd="0" presId="urn:microsoft.com/office/officeart/2005/8/layout/vList2"/>
    <dgm:cxn modelId="{B202E5C1-4EDA-4AFB-B111-E63A0078F795}" type="presParOf" srcId="{B04C1C07-3A5E-4738-BDAD-9BD17269A788}" destId="{203C7F7C-AFC3-4B93-A9AB-549CDB8695D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49670-A754-43A7-A9BB-EDFC3D1D4CDD}">
      <dsp:nvSpPr>
        <dsp:cNvPr id="0" name=""/>
        <dsp:cNvSpPr/>
      </dsp:nvSpPr>
      <dsp:spPr>
        <a:xfrm>
          <a:off x="0" y="19373"/>
          <a:ext cx="8229600" cy="55165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Task Force Activities since March 2018</a:t>
          </a:r>
        </a:p>
      </dsp:txBody>
      <dsp:txXfrm>
        <a:off x="26930" y="46303"/>
        <a:ext cx="8175740" cy="497795"/>
      </dsp:txXfrm>
    </dsp:sp>
    <dsp:sp modelId="{BB4EB8FC-AA89-4C93-B3ED-EE7DAABA7461}">
      <dsp:nvSpPr>
        <dsp:cNvPr id="0" name=""/>
        <dsp:cNvSpPr/>
      </dsp:nvSpPr>
      <dsp:spPr>
        <a:xfrm>
          <a:off x="0" y="571028"/>
          <a:ext cx="8229600"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1 physical meeting and 2 teleconferences</a:t>
          </a:r>
        </a:p>
        <a:p>
          <a:pPr marL="171450" lvl="1" indent="-171450" algn="l" defTabSz="800100">
            <a:lnSpc>
              <a:spcPct val="90000"/>
            </a:lnSpc>
            <a:spcBef>
              <a:spcPct val="0"/>
            </a:spcBef>
            <a:spcAft>
              <a:spcPct val="20000"/>
            </a:spcAft>
            <a:buChar char="•"/>
          </a:pPr>
          <a:r>
            <a:rPr lang="en-US" sz="1800" kern="1200" dirty="0"/>
            <a:t>Presented 2 issues to the IAASB at the August 2018 teleconference</a:t>
          </a:r>
        </a:p>
      </dsp:txBody>
      <dsp:txXfrm>
        <a:off x="0" y="571028"/>
        <a:ext cx="8229600" cy="618930"/>
      </dsp:txXfrm>
    </dsp:sp>
    <dsp:sp modelId="{DCA941AB-3DF9-4B2E-BEC4-83890E5947E8}">
      <dsp:nvSpPr>
        <dsp:cNvPr id="0" name=""/>
        <dsp:cNvSpPr/>
      </dsp:nvSpPr>
      <dsp:spPr>
        <a:xfrm>
          <a:off x="0" y="1189958"/>
          <a:ext cx="8229600" cy="55165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Outreach and coordination with other IAASB Task Forces</a:t>
          </a:r>
        </a:p>
      </dsp:txBody>
      <dsp:txXfrm>
        <a:off x="26930" y="1216888"/>
        <a:ext cx="8175740" cy="497795"/>
      </dsp:txXfrm>
    </dsp:sp>
    <dsp:sp modelId="{6B2D891E-581A-43F1-91CA-729ACA455256}">
      <dsp:nvSpPr>
        <dsp:cNvPr id="0" name=""/>
        <dsp:cNvSpPr/>
      </dsp:nvSpPr>
      <dsp:spPr>
        <a:xfrm>
          <a:off x="0" y="1741614"/>
          <a:ext cx="8229600" cy="1428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Teleconference with IESBA staff in August 2018 and ongoing e-mail communications with IESBA staff and the IESBSA member responsible for coordination with the IAASB</a:t>
          </a:r>
        </a:p>
        <a:p>
          <a:pPr marL="171450" lvl="1" indent="-171450" algn="l" defTabSz="800100">
            <a:lnSpc>
              <a:spcPct val="90000"/>
            </a:lnSpc>
            <a:spcBef>
              <a:spcPct val="0"/>
            </a:spcBef>
            <a:spcAft>
              <a:spcPct val="20000"/>
            </a:spcAft>
            <a:buChar char="•"/>
          </a:pPr>
          <a:r>
            <a:rPr lang="en-US" sz="1800" kern="1200" dirty="0"/>
            <a:t>Meeting with the SMPC’s International Rapid Response Task Force in June 2018</a:t>
          </a:r>
        </a:p>
        <a:p>
          <a:pPr marL="171450" lvl="1" indent="-171450" algn="l" defTabSz="800100">
            <a:lnSpc>
              <a:spcPct val="90000"/>
            </a:lnSpc>
            <a:spcBef>
              <a:spcPct val="0"/>
            </a:spcBef>
            <a:spcAft>
              <a:spcPct val="20000"/>
            </a:spcAft>
            <a:buChar char="•"/>
          </a:pPr>
          <a:r>
            <a:rPr lang="en-US" sz="1800" kern="1200" dirty="0"/>
            <a:t>Teleconference with Chair and staff of the ISQC Task Force in July 2018</a:t>
          </a:r>
        </a:p>
      </dsp:txBody>
      <dsp:txXfrm>
        <a:off x="0" y="1741614"/>
        <a:ext cx="8229600" cy="14283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49670-A754-43A7-A9BB-EDFC3D1D4CDD}">
      <dsp:nvSpPr>
        <dsp:cNvPr id="0" name=""/>
        <dsp:cNvSpPr/>
      </dsp:nvSpPr>
      <dsp:spPr>
        <a:xfrm>
          <a:off x="0" y="38200"/>
          <a:ext cx="8229600" cy="50368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Support for Support for project to revise ISRS 4400</a:t>
          </a:r>
        </a:p>
      </dsp:txBody>
      <dsp:txXfrm>
        <a:off x="24588" y="62788"/>
        <a:ext cx="8180424" cy="454509"/>
      </dsp:txXfrm>
    </dsp:sp>
    <dsp:sp modelId="{AA425136-1A3D-40E6-9DE9-A2FA8807D8C0}">
      <dsp:nvSpPr>
        <dsp:cNvPr id="0" name=""/>
        <dsp:cNvSpPr/>
      </dsp:nvSpPr>
      <dsp:spPr>
        <a:xfrm>
          <a:off x="0" y="602365"/>
          <a:ext cx="8229600" cy="503685"/>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Diverse views on independence</a:t>
          </a:r>
        </a:p>
      </dsp:txBody>
      <dsp:txXfrm>
        <a:off x="24588" y="626953"/>
        <a:ext cx="8180424" cy="454509"/>
      </dsp:txXfrm>
    </dsp:sp>
    <dsp:sp modelId="{6D33D790-CC26-4E98-A864-C053DB1CC4D3}">
      <dsp:nvSpPr>
        <dsp:cNvPr id="0" name=""/>
        <dsp:cNvSpPr/>
      </dsp:nvSpPr>
      <dsp:spPr>
        <a:xfrm>
          <a:off x="0" y="1106050"/>
          <a:ext cx="8229600" cy="1108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Some representatives were of view that independence should be required</a:t>
          </a:r>
        </a:p>
        <a:p>
          <a:pPr marL="342900" lvl="2" indent="-171450" algn="l" defTabSz="711200">
            <a:lnSpc>
              <a:spcPct val="90000"/>
            </a:lnSpc>
            <a:spcBef>
              <a:spcPct val="0"/>
            </a:spcBef>
            <a:spcAft>
              <a:spcPct val="20000"/>
            </a:spcAft>
            <a:buFont typeface="Courier New" panose="02070309020205020404" pitchFamily="49" charset="0"/>
            <a:buChar char="o"/>
          </a:pPr>
          <a:r>
            <a:rPr lang="en-US" sz="1600" kern="1200" dirty="0"/>
            <a:t>IESBA Code doesn’t have separate standard on independence for AUP engagements</a:t>
          </a:r>
        </a:p>
        <a:p>
          <a:pPr marL="171450" lvl="1" indent="-171450" algn="l" defTabSz="711200">
            <a:lnSpc>
              <a:spcPct val="90000"/>
            </a:lnSpc>
            <a:spcBef>
              <a:spcPct val="0"/>
            </a:spcBef>
            <a:spcAft>
              <a:spcPct val="20000"/>
            </a:spcAft>
            <a:buChar char="•"/>
          </a:pPr>
          <a:r>
            <a:rPr lang="en-US" sz="1600" kern="1200" dirty="0"/>
            <a:t>Others supported Task Force’s proposals</a:t>
          </a:r>
        </a:p>
        <a:p>
          <a:pPr marL="171450" lvl="1" indent="-171450" algn="l" defTabSz="711200">
            <a:lnSpc>
              <a:spcPct val="90000"/>
            </a:lnSpc>
            <a:spcBef>
              <a:spcPct val="0"/>
            </a:spcBef>
            <a:spcAft>
              <a:spcPct val="20000"/>
            </a:spcAft>
            <a:buChar char="•"/>
          </a:pPr>
          <a:r>
            <a:rPr lang="en-US" sz="1600" kern="1200" dirty="0"/>
            <a:t>Should the nature of the AUP engagement drive independence requirements?</a:t>
          </a:r>
        </a:p>
      </dsp:txBody>
      <dsp:txXfrm>
        <a:off x="0" y="1106050"/>
        <a:ext cx="8229600" cy="1108485"/>
      </dsp:txXfrm>
    </dsp:sp>
    <dsp:sp modelId="{DCA941AB-3DF9-4B2E-BEC4-83890E5947E8}">
      <dsp:nvSpPr>
        <dsp:cNvPr id="0" name=""/>
        <dsp:cNvSpPr/>
      </dsp:nvSpPr>
      <dsp:spPr>
        <a:xfrm>
          <a:off x="0" y="2214535"/>
          <a:ext cx="8229600" cy="50368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Questioned </a:t>
          </a:r>
          <a:r>
            <a:rPr lang="en-CA" sz="2100" kern="1200" dirty="0"/>
            <a:t>the</a:t>
          </a:r>
          <a:r>
            <a:rPr lang="en-US" sz="2100" kern="1200" dirty="0"/>
            <a:t> change</a:t>
          </a:r>
          <a:r>
            <a:rPr lang="en-CA" sz="2100" kern="1200" dirty="0"/>
            <a:t> from</a:t>
          </a:r>
          <a:r>
            <a:rPr lang="en-US" sz="2100" kern="1200" dirty="0"/>
            <a:t> ‘factual findings’ to ‘findings’</a:t>
          </a:r>
        </a:p>
      </dsp:txBody>
      <dsp:txXfrm>
        <a:off x="24588" y="2239123"/>
        <a:ext cx="8180424" cy="454509"/>
      </dsp:txXfrm>
    </dsp:sp>
    <dsp:sp modelId="{9CBA813F-5E48-4CB7-8537-724C5158F4F9}">
      <dsp:nvSpPr>
        <dsp:cNvPr id="0" name=""/>
        <dsp:cNvSpPr/>
      </dsp:nvSpPr>
      <dsp:spPr>
        <a:xfrm>
          <a:off x="0" y="2778700"/>
          <a:ext cx="8229600" cy="503685"/>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Suggest</a:t>
          </a:r>
          <a:r>
            <a:rPr lang="en-CA" sz="2100" kern="1200" dirty="0"/>
            <a:t>ion made </a:t>
          </a:r>
          <a:r>
            <a:rPr lang="en-US" sz="2100" kern="1200" dirty="0"/>
            <a:t>to enhance the illustrative reports</a:t>
          </a:r>
        </a:p>
      </dsp:txBody>
      <dsp:txXfrm>
        <a:off x="24588" y="2803288"/>
        <a:ext cx="8180424" cy="454509"/>
      </dsp:txXfrm>
    </dsp:sp>
    <dsp:sp modelId="{E1C593E5-25B8-4ACB-8679-8FC2C1E31694}">
      <dsp:nvSpPr>
        <dsp:cNvPr id="0" name=""/>
        <dsp:cNvSpPr/>
      </dsp:nvSpPr>
      <dsp:spPr>
        <a:xfrm>
          <a:off x="0" y="3342865"/>
          <a:ext cx="8229600" cy="50368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General support for proposals exposure period and effective date</a:t>
          </a:r>
        </a:p>
      </dsp:txBody>
      <dsp:txXfrm>
        <a:off x="24588" y="3367453"/>
        <a:ext cx="8180424" cy="4545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67F9A9-9580-4632-A19F-51BCEC069ED2}">
      <dsp:nvSpPr>
        <dsp:cNvPr id="0" name=""/>
        <dsp:cNvSpPr/>
      </dsp:nvSpPr>
      <dsp:spPr>
        <a:xfrm>
          <a:off x="0" y="23887"/>
          <a:ext cx="8229600" cy="477298"/>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44525">
            <a:lnSpc>
              <a:spcPct val="90000"/>
            </a:lnSpc>
            <a:spcBef>
              <a:spcPct val="0"/>
            </a:spcBef>
            <a:spcAft>
              <a:spcPct val="35000"/>
            </a:spcAft>
            <a:buNone/>
          </a:pPr>
          <a:r>
            <a:rPr lang="en-US" sz="1450" b="0" kern="1200" dirty="0"/>
            <a:t>Project is very important</a:t>
          </a:r>
        </a:p>
      </dsp:txBody>
      <dsp:txXfrm>
        <a:off x="23300" y="47187"/>
        <a:ext cx="8183000" cy="430698"/>
      </dsp:txXfrm>
    </dsp:sp>
    <dsp:sp modelId="{5B68055E-80BE-40AB-B1E8-63C48ACDE1E7}">
      <dsp:nvSpPr>
        <dsp:cNvPr id="0" name=""/>
        <dsp:cNvSpPr/>
      </dsp:nvSpPr>
      <dsp:spPr>
        <a:xfrm>
          <a:off x="0" y="532866"/>
          <a:ext cx="8229600" cy="769423"/>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44525">
            <a:lnSpc>
              <a:spcPct val="90000"/>
            </a:lnSpc>
            <a:spcBef>
              <a:spcPct val="0"/>
            </a:spcBef>
            <a:spcAft>
              <a:spcPct val="35000"/>
            </a:spcAft>
            <a:buNone/>
          </a:pPr>
          <a:r>
            <a:rPr lang="en-US" sz="1450" b="0" kern="1200" dirty="0"/>
            <a:t>Support the engaging party and intended users assessing for themselves the procedures and findings reported by the practitioner, and drawing their own conclusions</a:t>
          </a:r>
        </a:p>
      </dsp:txBody>
      <dsp:txXfrm>
        <a:off x="37560" y="570426"/>
        <a:ext cx="8154480" cy="694303"/>
      </dsp:txXfrm>
    </dsp:sp>
    <dsp:sp modelId="{5AE9DC02-51C0-456E-8995-5E0ADB7C10BC}">
      <dsp:nvSpPr>
        <dsp:cNvPr id="0" name=""/>
        <dsp:cNvSpPr/>
      </dsp:nvSpPr>
      <dsp:spPr>
        <a:xfrm>
          <a:off x="0" y="1333969"/>
          <a:ext cx="8229600" cy="730855"/>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44525">
            <a:lnSpc>
              <a:spcPct val="90000"/>
            </a:lnSpc>
            <a:spcBef>
              <a:spcPct val="0"/>
            </a:spcBef>
            <a:spcAft>
              <a:spcPct val="35000"/>
            </a:spcAft>
            <a:buNone/>
          </a:pPr>
          <a:r>
            <a:rPr lang="en-US" sz="1450" b="0" kern="1200" dirty="0"/>
            <a:t>Require a statement in the report where independence is required but the practitioner is not independent but render such a statement optional where independence is not mandatory</a:t>
          </a:r>
        </a:p>
      </dsp:txBody>
      <dsp:txXfrm>
        <a:off x="35677" y="1369646"/>
        <a:ext cx="8158246" cy="659501"/>
      </dsp:txXfrm>
    </dsp:sp>
    <dsp:sp modelId="{94973786-BE18-4B90-BF63-7497E73F43E9}">
      <dsp:nvSpPr>
        <dsp:cNvPr id="0" name=""/>
        <dsp:cNvSpPr/>
      </dsp:nvSpPr>
      <dsp:spPr>
        <a:xfrm>
          <a:off x="0" y="2096505"/>
          <a:ext cx="8229600" cy="727347"/>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44525">
            <a:lnSpc>
              <a:spcPct val="90000"/>
            </a:lnSpc>
            <a:spcBef>
              <a:spcPct val="0"/>
            </a:spcBef>
            <a:spcAft>
              <a:spcPct val="35000"/>
            </a:spcAft>
            <a:buNone/>
          </a:pPr>
          <a:r>
            <a:rPr lang="en-US" sz="1450" b="0" kern="1200" dirty="0"/>
            <a:t>Clarify that AUP engagements exclude the use of Professional Judgment in the performance of procedures after they have been agreed</a:t>
          </a:r>
        </a:p>
      </dsp:txBody>
      <dsp:txXfrm>
        <a:off x="35506" y="2132011"/>
        <a:ext cx="8158588" cy="656335"/>
      </dsp:txXfrm>
    </dsp:sp>
    <dsp:sp modelId="{1A9247CC-E25C-42D5-8BAA-43215FA4AA25}">
      <dsp:nvSpPr>
        <dsp:cNvPr id="0" name=""/>
        <dsp:cNvSpPr/>
      </dsp:nvSpPr>
      <dsp:spPr>
        <a:xfrm>
          <a:off x="0" y="2855532"/>
          <a:ext cx="8229600" cy="477689"/>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44525">
            <a:lnSpc>
              <a:spcPct val="90000"/>
            </a:lnSpc>
            <a:spcBef>
              <a:spcPct val="0"/>
            </a:spcBef>
            <a:spcAft>
              <a:spcPct val="35000"/>
            </a:spcAft>
            <a:buNone/>
          </a:pPr>
          <a:r>
            <a:rPr lang="en-US" sz="1450" b="0" kern="1200" dirty="0"/>
            <a:t>Agree that restrictions on the AUP report should not be required</a:t>
          </a:r>
        </a:p>
      </dsp:txBody>
      <dsp:txXfrm>
        <a:off x="23319" y="2878851"/>
        <a:ext cx="8182962" cy="431051"/>
      </dsp:txXfrm>
    </dsp:sp>
    <dsp:sp modelId="{680B7FCA-A06D-4961-8FD2-9E4FE77327E8}">
      <dsp:nvSpPr>
        <dsp:cNvPr id="0" name=""/>
        <dsp:cNvSpPr/>
      </dsp:nvSpPr>
      <dsp:spPr>
        <a:xfrm>
          <a:off x="0" y="3364902"/>
          <a:ext cx="8229600" cy="495961"/>
        </a:xfrm>
        <a:prstGeom prst="round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44525">
            <a:lnSpc>
              <a:spcPct val="90000"/>
            </a:lnSpc>
            <a:spcBef>
              <a:spcPct val="0"/>
            </a:spcBef>
            <a:spcAft>
              <a:spcPct val="35000"/>
            </a:spcAft>
            <a:buNone/>
          </a:pPr>
          <a:r>
            <a:rPr lang="en-US" sz="1450" b="0" kern="1200" dirty="0"/>
            <a:t>Refer to the Engagement Partner having review responsibilities in Engagement Level Quality Control</a:t>
          </a:r>
        </a:p>
      </dsp:txBody>
      <dsp:txXfrm>
        <a:off x="24211" y="3389113"/>
        <a:ext cx="8181178" cy="4475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5EACC-1D88-4285-BACA-05FAB0873CB8}">
      <dsp:nvSpPr>
        <dsp:cNvPr id="0" name=""/>
        <dsp:cNvSpPr/>
      </dsp:nvSpPr>
      <dsp:spPr>
        <a:xfrm>
          <a:off x="0" y="0"/>
          <a:ext cx="8229600" cy="956786"/>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Updating ISRS 4400 to better meet the needs of users for increased accountability around the use of grants that are often provided from public funds, and facilitating innovation and enhancing services available to entities of all sizes</a:t>
          </a:r>
        </a:p>
      </dsp:txBody>
      <dsp:txXfrm>
        <a:off x="0" y="0"/>
        <a:ext cx="8229600" cy="956786"/>
      </dsp:txXfrm>
    </dsp:sp>
    <dsp:sp modelId="{CCB8E53E-8BE7-4FF1-B2BF-A90B0CF4CD36}">
      <dsp:nvSpPr>
        <dsp:cNvPr id="0" name=""/>
        <dsp:cNvSpPr/>
      </dsp:nvSpPr>
      <dsp:spPr>
        <a:xfrm>
          <a:off x="0" y="956786"/>
          <a:ext cx="2057399"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Broadened scope to include both financial information and non-financial information.</a:t>
          </a:r>
        </a:p>
      </dsp:txBody>
      <dsp:txXfrm>
        <a:off x="0" y="956786"/>
        <a:ext cx="2057399" cy="2009251"/>
      </dsp:txXfrm>
    </dsp:sp>
    <dsp:sp modelId="{AE1BC3F9-383C-4247-A650-95BE66AD00CC}">
      <dsp:nvSpPr>
        <dsp:cNvPr id="0" name=""/>
        <dsp:cNvSpPr/>
      </dsp:nvSpPr>
      <dsp:spPr>
        <a:xfrm>
          <a:off x="2057400" y="956786"/>
          <a:ext cx="2057399"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Added examples of AUP engagements that satisfy users, such as regulators and others.</a:t>
          </a:r>
        </a:p>
      </dsp:txBody>
      <dsp:txXfrm>
        <a:off x="2057400" y="956786"/>
        <a:ext cx="2057399" cy="2009251"/>
      </dsp:txXfrm>
    </dsp:sp>
    <dsp:sp modelId="{8E4670B8-55CD-4770-9DE0-9E50B0C3BCBE}">
      <dsp:nvSpPr>
        <dsp:cNvPr id="0" name=""/>
        <dsp:cNvSpPr/>
      </dsp:nvSpPr>
      <dsp:spPr>
        <a:xfrm>
          <a:off x="4114800" y="956786"/>
          <a:ext cx="2057399"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Explained that the term “information” encompasses all matters on which AUP are performed</a:t>
          </a:r>
        </a:p>
      </dsp:txBody>
      <dsp:txXfrm>
        <a:off x="4114800" y="956786"/>
        <a:ext cx="2057399" cy="2009251"/>
      </dsp:txXfrm>
    </dsp:sp>
    <dsp:sp modelId="{2DA42B95-1E16-4A64-ACB0-CD819604663C}">
      <dsp:nvSpPr>
        <dsp:cNvPr id="0" name=""/>
        <dsp:cNvSpPr/>
      </dsp:nvSpPr>
      <dsp:spPr>
        <a:xfrm>
          <a:off x="6172199" y="956786"/>
          <a:ext cx="2057399"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Modernized the ISRS by adding requirements dealing with the role that professional judgment plays in an AUP engagement </a:t>
          </a:r>
        </a:p>
      </dsp:txBody>
      <dsp:txXfrm>
        <a:off x="6172199" y="956786"/>
        <a:ext cx="2057399" cy="2009251"/>
      </dsp:txXfrm>
    </dsp:sp>
    <dsp:sp modelId="{A1346793-4570-4D14-BD54-90308F8CBFEC}">
      <dsp:nvSpPr>
        <dsp:cNvPr id="0" name=""/>
        <dsp:cNvSpPr/>
      </dsp:nvSpPr>
      <dsp:spPr>
        <a:xfrm>
          <a:off x="0" y="2966037"/>
          <a:ext cx="8229600" cy="223250"/>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5EACC-1D88-4285-BACA-05FAB0873CB8}">
      <dsp:nvSpPr>
        <dsp:cNvPr id="0" name=""/>
        <dsp:cNvSpPr/>
      </dsp:nvSpPr>
      <dsp:spPr>
        <a:xfrm>
          <a:off x="0" y="0"/>
          <a:ext cx="8229600" cy="956786"/>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Updating ISRS 4400 to better meet the needs of users for increased accountability around the use of grants that are often provided from public funds, and facilitating innovation and enhancing services available to entities of all sizes</a:t>
          </a:r>
        </a:p>
      </dsp:txBody>
      <dsp:txXfrm>
        <a:off x="0" y="0"/>
        <a:ext cx="8229600" cy="956786"/>
      </dsp:txXfrm>
    </dsp:sp>
    <dsp:sp modelId="{CCB8E53E-8BE7-4FF1-B2BF-A90B0CF4CD36}">
      <dsp:nvSpPr>
        <dsp:cNvPr id="0" name=""/>
        <dsp:cNvSpPr/>
      </dsp:nvSpPr>
      <dsp:spPr>
        <a:xfrm>
          <a:off x="4018" y="956786"/>
          <a:ext cx="2740521"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Added application material that identifies areas in which professional judgment is applied</a:t>
          </a:r>
        </a:p>
      </dsp:txBody>
      <dsp:txXfrm>
        <a:off x="4018" y="956786"/>
        <a:ext cx="2740521" cy="2009251"/>
      </dsp:txXfrm>
    </dsp:sp>
    <dsp:sp modelId="{D4EADF31-F685-4909-AD60-1CB3A009DBFF}">
      <dsp:nvSpPr>
        <dsp:cNvPr id="0" name=""/>
        <dsp:cNvSpPr/>
      </dsp:nvSpPr>
      <dsp:spPr>
        <a:xfrm>
          <a:off x="2744539" y="956786"/>
          <a:ext cx="2740521"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Enhanced explanations of what distinguishes assurance engagements and AUP engagements</a:t>
          </a:r>
        </a:p>
      </dsp:txBody>
      <dsp:txXfrm>
        <a:off x="2744539" y="956786"/>
        <a:ext cx="2740521" cy="2009251"/>
      </dsp:txXfrm>
    </dsp:sp>
    <dsp:sp modelId="{9617DCE7-AF91-4685-B700-B0C0DBD0686D}">
      <dsp:nvSpPr>
        <dsp:cNvPr id="0" name=""/>
        <dsp:cNvSpPr/>
      </dsp:nvSpPr>
      <dsp:spPr>
        <a:xfrm>
          <a:off x="5485060" y="956786"/>
          <a:ext cx="2740521"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Enhanced requirements dealing with compliance with laws and regulations and fraud</a:t>
          </a:r>
        </a:p>
      </dsp:txBody>
      <dsp:txXfrm>
        <a:off x="5485060" y="956786"/>
        <a:ext cx="2740521" cy="2009251"/>
      </dsp:txXfrm>
    </dsp:sp>
    <dsp:sp modelId="{A1346793-4570-4D14-BD54-90308F8CBFEC}">
      <dsp:nvSpPr>
        <dsp:cNvPr id="0" name=""/>
        <dsp:cNvSpPr/>
      </dsp:nvSpPr>
      <dsp:spPr>
        <a:xfrm>
          <a:off x="0" y="2966037"/>
          <a:ext cx="8229600" cy="223250"/>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5EACC-1D88-4285-BACA-05FAB0873CB8}">
      <dsp:nvSpPr>
        <dsp:cNvPr id="0" name=""/>
        <dsp:cNvSpPr/>
      </dsp:nvSpPr>
      <dsp:spPr>
        <a:xfrm>
          <a:off x="0" y="0"/>
          <a:ext cx="8229600" cy="956786"/>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Providing clarity in the AUP report—Enhancing the report for clearer, more consistent language which will help clarify what was done and the results therefrom, thereby reducing confusion that may arise in practice about AUP engagements. </a:t>
          </a:r>
        </a:p>
      </dsp:txBody>
      <dsp:txXfrm>
        <a:off x="0" y="0"/>
        <a:ext cx="8229600" cy="956786"/>
      </dsp:txXfrm>
    </dsp:sp>
    <dsp:sp modelId="{CCB8E53E-8BE7-4FF1-B2BF-A90B0CF4CD36}">
      <dsp:nvSpPr>
        <dsp:cNvPr id="0" name=""/>
        <dsp:cNvSpPr/>
      </dsp:nvSpPr>
      <dsp:spPr>
        <a:xfrm>
          <a:off x="0" y="956786"/>
          <a:ext cx="4114799"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Enhanced requirements and application material on ensuring language used is clearer and more consistent</a:t>
          </a:r>
        </a:p>
      </dsp:txBody>
      <dsp:txXfrm>
        <a:off x="0" y="956786"/>
        <a:ext cx="4114799" cy="2009251"/>
      </dsp:txXfrm>
    </dsp:sp>
    <dsp:sp modelId="{CE575A4F-A609-4E1E-AB59-2FF053FD0384}">
      <dsp:nvSpPr>
        <dsp:cNvPr id="0" name=""/>
        <dsp:cNvSpPr/>
      </dsp:nvSpPr>
      <dsp:spPr>
        <a:xfrm>
          <a:off x="4114800" y="956786"/>
          <a:ext cx="4114799"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Added a requirement that the AUP report include a statement on the independence of the practitioner </a:t>
          </a:r>
          <a:r>
            <a:rPr lang="en-US" sz="2300" kern="1200"/>
            <a:t>and referring </a:t>
          </a:r>
          <a:r>
            <a:rPr lang="en-US" sz="2300" kern="1200" dirty="0"/>
            <a:t>to the ethical requirements followed</a:t>
          </a:r>
        </a:p>
      </dsp:txBody>
      <dsp:txXfrm>
        <a:off x="4114800" y="956786"/>
        <a:ext cx="4114799" cy="2009251"/>
      </dsp:txXfrm>
    </dsp:sp>
    <dsp:sp modelId="{A1346793-4570-4D14-BD54-90308F8CBFEC}">
      <dsp:nvSpPr>
        <dsp:cNvPr id="0" name=""/>
        <dsp:cNvSpPr/>
      </dsp:nvSpPr>
      <dsp:spPr>
        <a:xfrm>
          <a:off x="0" y="2966037"/>
          <a:ext cx="8229600" cy="223250"/>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5EACC-1D88-4285-BACA-05FAB0873CB8}">
      <dsp:nvSpPr>
        <dsp:cNvPr id="0" name=""/>
        <dsp:cNvSpPr/>
      </dsp:nvSpPr>
      <dsp:spPr>
        <a:xfrm>
          <a:off x="0" y="0"/>
          <a:ext cx="8229600" cy="956786"/>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Reducing inconsistency in the performance of AUP engagements—redrafting using the clarity drafting conventions and other changes for clarification and enhancement</a:t>
          </a:r>
        </a:p>
      </dsp:txBody>
      <dsp:txXfrm>
        <a:off x="0" y="0"/>
        <a:ext cx="8229600" cy="956786"/>
      </dsp:txXfrm>
    </dsp:sp>
    <dsp:sp modelId="{CCB8E53E-8BE7-4FF1-B2BF-A90B0CF4CD36}">
      <dsp:nvSpPr>
        <dsp:cNvPr id="0" name=""/>
        <dsp:cNvSpPr/>
      </dsp:nvSpPr>
      <dsp:spPr>
        <a:xfrm>
          <a:off x="4018" y="956786"/>
          <a:ext cx="2740521"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Drafted proposed ISRS 4400 (Revised) in clarity convention</a:t>
          </a:r>
        </a:p>
      </dsp:txBody>
      <dsp:txXfrm>
        <a:off x="4018" y="956786"/>
        <a:ext cx="2740521" cy="2009251"/>
      </dsp:txXfrm>
    </dsp:sp>
    <dsp:sp modelId="{5CE1A19B-5836-4724-A589-679EEB567497}">
      <dsp:nvSpPr>
        <dsp:cNvPr id="0" name=""/>
        <dsp:cNvSpPr/>
      </dsp:nvSpPr>
      <dsp:spPr>
        <a:xfrm>
          <a:off x="2744539" y="956786"/>
          <a:ext cx="2740521"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kern="1200" dirty="0"/>
            <a:t>Added a clear description of what an AUP engagement is and the value it provides</a:t>
          </a:r>
        </a:p>
      </dsp:txBody>
      <dsp:txXfrm>
        <a:off x="2744539" y="956786"/>
        <a:ext cx="2740521" cy="2009251"/>
      </dsp:txXfrm>
    </dsp:sp>
    <dsp:sp modelId="{39AF67D9-1DE4-463C-A7D0-856AFE8F2172}">
      <dsp:nvSpPr>
        <dsp:cNvPr id="0" name=""/>
        <dsp:cNvSpPr/>
      </dsp:nvSpPr>
      <dsp:spPr>
        <a:xfrm>
          <a:off x="5485060" y="956786"/>
          <a:ext cx="2740521"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kern="1200" dirty="0"/>
            <a:t>Set an objective and establishing the practitioner’s obligation on relation to that objective</a:t>
          </a:r>
        </a:p>
      </dsp:txBody>
      <dsp:txXfrm>
        <a:off x="5485060" y="956786"/>
        <a:ext cx="2740521" cy="2009251"/>
      </dsp:txXfrm>
    </dsp:sp>
    <dsp:sp modelId="{A1346793-4570-4D14-BD54-90308F8CBFEC}">
      <dsp:nvSpPr>
        <dsp:cNvPr id="0" name=""/>
        <dsp:cNvSpPr/>
      </dsp:nvSpPr>
      <dsp:spPr>
        <a:xfrm>
          <a:off x="0" y="2966037"/>
          <a:ext cx="8229600" cy="223250"/>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5EACC-1D88-4285-BACA-05FAB0873CB8}">
      <dsp:nvSpPr>
        <dsp:cNvPr id="0" name=""/>
        <dsp:cNvSpPr/>
      </dsp:nvSpPr>
      <dsp:spPr>
        <a:xfrm>
          <a:off x="0" y="0"/>
          <a:ext cx="8229600" cy="956786"/>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Reducing inconsistency in the performance of AUP engagements—redrafting using the clarity drafting conventions and other changes for clarification and enhancement</a:t>
          </a:r>
        </a:p>
      </dsp:txBody>
      <dsp:txXfrm>
        <a:off x="0" y="0"/>
        <a:ext cx="8229600" cy="956786"/>
      </dsp:txXfrm>
    </dsp:sp>
    <dsp:sp modelId="{CCB8E53E-8BE7-4FF1-B2BF-A90B0CF4CD36}">
      <dsp:nvSpPr>
        <dsp:cNvPr id="0" name=""/>
        <dsp:cNvSpPr/>
      </dsp:nvSpPr>
      <dsp:spPr>
        <a:xfrm>
          <a:off x="4018" y="956786"/>
          <a:ext cx="2740521" cy="2009251"/>
        </a:xfrm>
        <a:prstGeom prst="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kern="1200" dirty="0"/>
            <a:t>Clarified the obligations imposed on practitioners by the requirements of proposed ISRS 4400 (Revised)</a:t>
          </a:r>
        </a:p>
      </dsp:txBody>
      <dsp:txXfrm>
        <a:off x="4018" y="956786"/>
        <a:ext cx="2740521" cy="2009251"/>
      </dsp:txXfrm>
    </dsp:sp>
    <dsp:sp modelId="{0BF3658F-EE75-4523-A001-D1C9F3FC8B0D}">
      <dsp:nvSpPr>
        <dsp:cNvPr id="0" name=""/>
        <dsp:cNvSpPr/>
      </dsp:nvSpPr>
      <dsp:spPr>
        <a:xfrm>
          <a:off x="2744539" y="956786"/>
          <a:ext cx="2740521" cy="2009251"/>
        </a:xfrm>
        <a:prstGeom prst="rect">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kern="1200" dirty="0"/>
            <a:t>Eliminated any possible ambiguity about the requirements a practitioner needs to fulfil</a:t>
          </a:r>
        </a:p>
      </dsp:txBody>
      <dsp:txXfrm>
        <a:off x="2744539" y="956786"/>
        <a:ext cx="2740521" cy="2009251"/>
      </dsp:txXfrm>
    </dsp:sp>
    <dsp:sp modelId="{DF51AA98-478F-4B12-ACBA-9EF685863E5E}">
      <dsp:nvSpPr>
        <dsp:cNvPr id="0" name=""/>
        <dsp:cNvSpPr/>
      </dsp:nvSpPr>
      <dsp:spPr>
        <a:xfrm>
          <a:off x="5485060" y="956786"/>
          <a:ext cx="2740521" cy="2009251"/>
        </a:xfrm>
        <a:prstGeom prst="rect">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Improved the overall readability and understandability of proposed ISRS 4400 (Revised) </a:t>
          </a:r>
        </a:p>
      </dsp:txBody>
      <dsp:txXfrm>
        <a:off x="5485060" y="956786"/>
        <a:ext cx="2740521" cy="2009251"/>
      </dsp:txXfrm>
    </dsp:sp>
    <dsp:sp modelId="{A1346793-4570-4D14-BD54-90308F8CBFEC}">
      <dsp:nvSpPr>
        <dsp:cNvPr id="0" name=""/>
        <dsp:cNvSpPr/>
      </dsp:nvSpPr>
      <dsp:spPr>
        <a:xfrm>
          <a:off x="0" y="2966037"/>
          <a:ext cx="8229600" cy="223250"/>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99B39-3B8E-4FB8-B5CD-D299C3F7FA6B}">
      <dsp:nvSpPr>
        <dsp:cNvPr id="0" name=""/>
        <dsp:cNvSpPr/>
      </dsp:nvSpPr>
      <dsp:spPr>
        <a:xfrm>
          <a:off x="0" y="1062989"/>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66849E-F0B7-4324-9C1E-2B78CDC188BD}">
      <dsp:nvSpPr>
        <dsp:cNvPr id="0" name=""/>
        <dsp:cNvSpPr/>
      </dsp:nvSpPr>
      <dsp:spPr>
        <a:xfrm>
          <a:off x="2139695" y="0"/>
          <a:ext cx="6089904" cy="106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815" tIns="43815" rIns="43815" bIns="43815" numCol="1" spcCol="1270" anchor="b" anchorCtr="0">
          <a:noAutofit/>
        </a:bodyPr>
        <a:lstStyle/>
        <a:p>
          <a:pPr marL="0" lvl="0" indent="0" algn="l" defTabSz="1022350">
            <a:lnSpc>
              <a:spcPct val="90000"/>
            </a:lnSpc>
            <a:spcBef>
              <a:spcPct val="0"/>
            </a:spcBef>
            <a:spcAft>
              <a:spcPct val="35000"/>
            </a:spcAft>
            <a:buNone/>
          </a:pPr>
          <a:r>
            <a:rPr lang="en-US" sz="2300" b="0" kern="1200" dirty="0">
              <a:solidFill>
                <a:schemeClr val="tx1">
                  <a:lumMod val="65000"/>
                  <a:lumOff val="35000"/>
                </a:schemeClr>
              </a:solidFill>
            </a:rPr>
            <a:t>Option 3: Replicate ISRS 4410 (Revised) paragraphs 4, 23, A6-A11 and A25-A27 ISRS 4400 (Revised)</a:t>
          </a:r>
        </a:p>
      </dsp:txBody>
      <dsp:txXfrm>
        <a:off x="2139695" y="0"/>
        <a:ext cx="6089904" cy="1062989"/>
      </dsp:txXfrm>
    </dsp:sp>
    <dsp:sp modelId="{B72B4B89-1641-4734-8CCC-182572BB47E3}">
      <dsp:nvSpPr>
        <dsp:cNvPr id="0" name=""/>
        <dsp:cNvSpPr/>
      </dsp:nvSpPr>
      <dsp:spPr>
        <a:xfrm>
          <a:off x="0" y="0"/>
          <a:ext cx="2139696" cy="1062989"/>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References to Quality Control</a:t>
          </a:r>
        </a:p>
      </dsp:txBody>
      <dsp:txXfrm>
        <a:off x="51900" y="51900"/>
        <a:ext cx="2035896" cy="1011089"/>
      </dsp:txXfrm>
    </dsp:sp>
    <dsp:sp modelId="{C79A0474-A916-4B11-9B63-83A92B2C2B5E}">
      <dsp:nvSpPr>
        <dsp:cNvPr id="0" name=""/>
        <dsp:cNvSpPr/>
      </dsp:nvSpPr>
      <dsp:spPr>
        <a:xfrm>
          <a:off x="0" y="1062989"/>
          <a:ext cx="8229600" cy="2126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171450" lvl="1" indent="-171450" algn="l" defTabSz="711200">
            <a:lnSpc>
              <a:spcPct val="90000"/>
            </a:lnSpc>
            <a:spcBef>
              <a:spcPct val="0"/>
            </a:spcBef>
            <a:spcAft>
              <a:spcPct val="15000"/>
            </a:spcAft>
            <a:buChar char="•"/>
          </a:pPr>
          <a:r>
            <a:rPr lang="en-US" sz="1600" kern="1200" dirty="0"/>
            <a:t>Effective date of ISRS 4400 (Revised) will not be contingent on revised ISQC 1 becoming effective</a:t>
          </a:r>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a:t>Facilitate the drafting of conforming amendments to both ISRS 4400 (Revised) and ISRS 4410 (Revised) when the revised ISQC 1 is finalized</a:t>
          </a:r>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a:t>Allow for a more holistic approach to addressing conforming amendments arising from the revised ISQC 1</a:t>
          </a:r>
        </a:p>
      </dsp:txBody>
      <dsp:txXfrm>
        <a:off x="0" y="1062989"/>
        <a:ext cx="8229600" cy="212629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4614"/>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Scope of this ISRS</a:t>
          </a:r>
        </a:p>
      </dsp:txBody>
      <dsp:txXfrm>
        <a:off x="28100" y="32714"/>
        <a:ext cx="8173400" cy="519439"/>
      </dsp:txXfrm>
    </dsp:sp>
    <dsp:sp modelId="{7C94761F-CF65-40C8-AD80-41D2AB3C4E9F}">
      <dsp:nvSpPr>
        <dsp:cNvPr id="0" name=""/>
        <dsp:cNvSpPr/>
      </dsp:nvSpPr>
      <dsp:spPr>
        <a:xfrm>
          <a:off x="0" y="580254"/>
          <a:ext cx="822960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Para. 1-3, A1-A7</a:t>
          </a:r>
        </a:p>
      </dsp:txBody>
      <dsp:txXfrm>
        <a:off x="0" y="580254"/>
        <a:ext cx="8229600" cy="397440"/>
      </dsp:txXfrm>
    </dsp:sp>
    <dsp:sp modelId="{91893367-FA27-4EF1-B1DE-E5195C706DFE}">
      <dsp:nvSpPr>
        <dsp:cNvPr id="0" name=""/>
        <dsp:cNvSpPr/>
      </dsp:nvSpPr>
      <dsp:spPr>
        <a:xfrm>
          <a:off x="0" y="977694"/>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AUP Engagement</a:t>
          </a:r>
        </a:p>
      </dsp:txBody>
      <dsp:txXfrm>
        <a:off x="28100" y="1005794"/>
        <a:ext cx="8173400" cy="519439"/>
      </dsp:txXfrm>
    </dsp:sp>
    <dsp:sp modelId="{678BA3F2-0A06-4F91-A797-8CB06B245AA5}">
      <dsp:nvSpPr>
        <dsp:cNvPr id="0" name=""/>
        <dsp:cNvSpPr/>
      </dsp:nvSpPr>
      <dsp:spPr>
        <a:xfrm>
          <a:off x="0" y="1553333"/>
          <a:ext cx="8229600"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Professional judgment – fraud and non-compliance with laws &amp; regulations</a:t>
          </a:r>
        </a:p>
        <a:p>
          <a:pPr marL="171450" lvl="1" indent="-171450" algn="l" defTabSz="844550">
            <a:lnSpc>
              <a:spcPct val="90000"/>
            </a:lnSpc>
            <a:spcBef>
              <a:spcPct val="0"/>
            </a:spcBef>
            <a:spcAft>
              <a:spcPct val="20000"/>
            </a:spcAft>
            <a:buChar char="•"/>
          </a:pPr>
          <a:r>
            <a:rPr lang="en-US" sz="1900" kern="1200" dirty="0"/>
            <a:t>Para. 4-7</a:t>
          </a:r>
        </a:p>
      </dsp:txBody>
      <dsp:txXfrm>
        <a:off x="0" y="1553333"/>
        <a:ext cx="8229600" cy="658260"/>
      </dsp:txXfrm>
    </dsp:sp>
    <dsp:sp modelId="{34F7BF6C-1D2E-4779-81DC-6737825EE20F}">
      <dsp:nvSpPr>
        <dsp:cNvPr id="0" name=""/>
        <dsp:cNvSpPr/>
      </dsp:nvSpPr>
      <dsp:spPr>
        <a:xfrm>
          <a:off x="0" y="2211594"/>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Authority of this ISRS</a:t>
          </a:r>
        </a:p>
      </dsp:txBody>
      <dsp:txXfrm>
        <a:off x="28100" y="2239694"/>
        <a:ext cx="8173400" cy="519439"/>
      </dsp:txXfrm>
    </dsp:sp>
    <dsp:sp modelId="{8361DC1F-00EE-4BAC-8467-20819742CAB2}">
      <dsp:nvSpPr>
        <dsp:cNvPr id="0" name=""/>
        <dsp:cNvSpPr/>
      </dsp:nvSpPr>
      <dsp:spPr>
        <a:xfrm>
          <a:off x="0" y="2787233"/>
          <a:ext cx="822960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Para. 8-11</a:t>
          </a:r>
        </a:p>
      </dsp:txBody>
      <dsp:txXfrm>
        <a:off x="0" y="2787233"/>
        <a:ext cx="8229600" cy="3974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791D6D-8874-4CE7-A8F6-C51C5763861D}">
      <dsp:nvSpPr>
        <dsp:cNvPr id="0" name=""/>
        <dsp:cNvSpPr/>
      </dsp:nvSpPr>
      <dsp:spPr>
        <a:xfrm>
          <a:off x="0" y="28958"/>
          <a:ext cx="8229600" cy="52767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Effective Date</a:t>
          </a:r>
        </a:p>
      </dsp:txBody>
      <dsp:txXfrm>
        <a:off x="25759" y="54717"/>
        <a:ext cx="8178082" cy="476152"/>
      </dsp:txXfrm>
    </dsp:sp>
    <dsp:sp modelId="{099F3695-4EB4-42D1-A076-4B17A366D36A}">
      <dsp:nvSpPr>
        <dsp:cNvPr id="0" name=""/>
        <dsp:cNvSpPr/>
      </dsp:nvSpPr>
      <dsp:spPr>
        <a:xfrm>
          <a:off x="0" y="556629"/>
          <a:ext cx="8229600"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18-24 months after issuance of final standard</a:t>
          </a:r>
        </a:p>
        <a:p>
          <a:pPr marL="171450" lvl="1" indent="-171450" algn="l" defTabSz="755650">
            <a:lnSpc>
              <a:spcPct val="90000"/>
            </a:lnSpc>
            <a:spcBef>
              <a:spcPct val="0"/>
            </a:spcBef>
            <a:spcAft>
              <a:spcPct val="20000"/>
            </a:spcAft>
            <a:buChar char="•"/>
          </a:pPr>
          <a:r>
            <a:rPr lang="en-US" sz="1700" kern="1200" dirty="0"/>
            <a:t>Para. 12</a:t>
          </a:r>
        </a:p>
      </dsp:txBody>
      <dsp:txXfrm>
        <a:off x="0" y="556629"/>
        <a:ext cx="8229600" cy="592020"/>
      </dsp:txXfrm>
    </dsp:sp>
    <dsp:sp modelId="{AE4E6C18-E6D6-4E33-A034-4111BF19BA14}">
      <dsp:nvSpPr>
        <dsp:cNvPr id="0" name=""/>
        <dsp:cNvSpPr/>
      </dsp:nvSpPr>
      <dsp:spPr>
        <a:xfrm>
          <a:off x="0" y="1148649"/>
          <a:ext cx="8229600" cy="52767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Objectives</a:t>
          </a:r>
        </a:p>
      </dsp:txBody>
      <dsp:txXfrm>
        <a:off x="25759" y="1174408"/>
        <a:ext cx="8178082" cy="476152"/>
      </dsp:txXfrm>
    </dsp:sp>
    <dsp:sp modelId="{7C94761F-CF65-40C8-AD80-41D2AB3C4E9F}">
      <dsp:nvSpPr>
        <dsp:cNvPr id="0" name=""/>
        <dsp:cNvSpPr/>
      </dsp:nvSpPr>
      <dsp:spPr>
        <a:xfrm>
          <a:off x="0" y="1676319"/>
          <a:ext cx="82296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Para. 13</a:t>
          </a:r>
        </a:p>
      </dsp:txBody>
      <dsp:txXfrm>
        <a:off x="0" y="1676319"/>
        <a:ext cx="8229600" cy="364320"/>
      </dsp:txXfrm>
    </dsp:sp>
    <dsp:sp modelId="{91893367-FA27-4EF1-B1DE-E5195C706DFE}">
      <dsp:nvSpPr>
        <dsp:cNvPr id="0" name=""/>
        <dsp:cNvSpPr/>
      </dsp:nvSpPr>
      <dsp:spPr>
        <a:xfrm>
          <a:off x="0" y="2040639"/>
          <a:ext cx="8229600" cy="52767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Definitions</a:t>
          </a:r>
        </a:p>
      </dsp:txBody>
      <dsp:txXfrm>
        <a:off x="25759" y="2066398"/>
        <a:ext cx="8178082" cy="476152"/>
      </dsp:txXfrm>
    </dsp:sp>
    <dsp:sp modelId="{678BA3F2-0A06-4F91-A797-8CB06B245AA5}">
      <dsp:nvSpPr>
        <dsp:cNvPr id="0" name=""/>
        <dsp:cNvSpPr/>
      </dsp:nvSpPr>
      <dsp:spPr>
        <a:xfrm>
          <a:off x="0" y="2568309"/>
          <a:ext cx="8229600"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Findings</a:t>
          </a:r>
          <a:endParaRPr lang="en-US" sz="1700" i="0" kern="1200" dirty="0"/>
        </a:p>
        <a:p>
          <a:pPr marL="171450" lvl="1" indent="-171450" algn="l" defTabSz="755650">
            <a:lnSpc>
              <a:spcPct val="90000"/>
            </a:lnSpc>
            <a:spcBef>
              <a:spcPct val="0"/>
            </a:spcBef>
            <a:spcAft>
              <a:spcPct val="20000"/>
            </a:spcAft>
            <a:buChar char="•"/>
          </a:pPr>
          <a:r>
            <a:rPr lang="en-US" sz="1700" kern="1200" dirty="0"/>
            <a:t>Para. 14 and A10A</a:t>
          </a:r>
        </a:p>
      </dsp:txBody>
      <dsp:txXfrm>
        <a:off x="0" y="2568309"/>
        <a:ext cx="8229600" cy="5920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791D6D-8874-4CE7-A8F6-C51C5763861D}">
      <dsp:nvSpPr>
        <dsp:cNvPr id="0" name=""/>
        <dsp:cNvSpPr/>
      </dsp:nvSpPr>
      <dsp:spPr>
        <a:xfrm>
          <a:off x="0" y="162024"/>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Conduct of an AUP Engagement</a:t>
          </a:r>
        </a:p>
      </dsp:txBody>
      <dsp:txXfrm>
        <a:off x="28100" y="190124"/>
        <a:ext cx="8173400" cy="519439"/>
      </dsp:txXfrm>
    </dsp:sp>
    <dsp:sp modelId="{099F3695-4EB4-42D1-A076-4B17A366D36A}">
      <dsp:nvSpPr>
        <dsp:cNvPr id="0" name=""/>
        <dsp:cNvSpPr/>
      </dsp:nvSpPr>
      <dsp:spPr>
        <a:xfrm>
          <a:off x="0" y="737663"/>
          <a:ext cx="822960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Para. 15-17</a:t>
          </a:r>
        </a:p>
      </dsp:txBody>
      <dsp:txXfrm>
        <a:off x="0" y="737663"/>
        <a:ext cx="8229600" cy="397440"/>
      </dsp:txXfrm>
    </dsp:sp>
    <dsp:sp modelId="{AE4E6C18-E6D6-4E33-A034-4111BF19BA14}">
      <dsp:nvSpPr>
        <dsp:cNvPr id="0" name=""/>
        <dsp:cNvSpPr/>
      </dsp:nvSpPr>
      <dsp:spPr>
        <a:xfrm>
          <a:off x="0" y="1135103"/>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Relevant Ethical Requirements</a:t>
          </a:r>
        </a:p>
      </dsp:txBody>
      <dsp:txXfrm>
        <a:off x="28100" y="1163203"/>
        <a:ext cx="8173400" cy="519439"/>
      </dsp:txXfrm>
    </dsp:sp>
    <dsp:sp modelId="{7C94761F-CF65-40C8-AD80-41D2AB3C4E9F}">
      <dsp:nvSpPr>
        <dsp:cNvPr id="0" name=""/>
        <dsp:cNvSpPr/>
      </dsp:nvSpPr>
      <dsp:spPr>
        <a:xfrm>
          <a:off x="0" y="1710743"/>
          <a:ext cx="8229600" cy="13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Practitioner’s independence</a:t>
          </a:r>
        </a:p>
        <a:p>
          <a:pPr marL="171450" lvl="1" indent="-171450" algn="l" defTabSz="844550">
            <a:lnSpc>
              <a:spcPct val="90000"/>
            </a:lnSpc>
            <a:spcBef>
              <a:spcPct val="0"/>
            </a:spcBef>
            <a:spcAft>
              <a:spcPct val="20000"/>
            </a:spcAft>
            <a:buChar char="•"/>
          </a:pPr>
          <a:r>
            <a:rPr lang="en-US" sz="1900" kern="1200" dirty="0"/>
            <a:t>Reporting on relevant ethical requirements and independence (para. 29(f))</a:t>
          </a:r>
        </a:p>
        <a:p>
          <a:pPr marL="171450" lvl="1" indent="-171450" algn="l" defTabSz="844550">
            <a:lnSpc>
              <a:spcPct val="90000"/>
            </a:lnSpc>
            <a:spcBef>
              <a:spcPct val="0"/>
            </a:spcBef>
            <a:spcAft>
              <a:spcPct val="20000"/>
            </a:spcAft>
            <a:buChar char="•"/>
          </a:pPr>
          <a:r>
            <a:rPr lang="en-US" sz="1900" kern="1200" dirty="0"/>
            <a:t>Coordination with the IESBA</a:t>
          </a:r>
        </a:p>
        <a:p>
          <a:pPr marL="171450" lvl="1" indent="-171450" algn="l" defTabSz="844550">
            <a:lnSpc>
              <a:spcPct val="90000"/>
            </a:lnSpc>
            <a:spcBef>
              <a:spcPct val="0"/>
            </a:spcBef>
            <a:spcAft>
              <a:spcPct val="20000"/>
            </a:spcAft>
            <a:buChar char="•"/>
          </a:pPr>
          <a:r>
            <a:rPr lang="en-US" sz="1900" kern="1200" dirty="0"/>
            <a:t>Para. 18, A11-A13</a:t>
          </a:r>
        </a:p>
      </dsp:txBody>
      <dsp:txXfrm>
        <a:off x="0" y="1710743"/>
        <a:ext cx="8229600" cy="131652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791D6D-8874-4CE7-A8F6-C51C5763861D}">
      <dsp:nvSpPr>
        <dsp:cNvPr id="0" name=""/>
        <dsp:cNvSpPr/>
      </dsp:nvSpPr>
      <dsp:spPr>
        <a:xfrm>
          <a:off x="0" y="31613"/>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Professional Judgment</a:t>
          </a:r>
        </a:p>
      </dsp:txBody>
      <dsp:txXfrm>
        <a:off x="28100" y="59713"/>
        <a:ext cx="8173400" cy="519439"/>
      </dsp:txXfrm>
    </dsp:sp>
    <dsp:sp modelId="{099F3695-4EB4-42D1-A076-4B17A366D36A}">
      <dsp:nvSpPr>
        <dsp:cNvPr id="0" name=""/>
        <dsp:cNvSpPr/>
      </dsp:nvSpPr>
      <dsp:spPr>
        <a:xfrm>
          <a:off x="0" y="607253"/>
          <a:ext cx="8229600" cy="13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Role of professional judgment in an AUP engagement</a:t>
          </a:r>
        </a:p>
        <a:p>
          <a:pPr marL="171450" lvl="1" indent="-171450" algn="l" defTabSz="844550">
            <a:lnSpc>
              <a:spcPct val="90000"/>
            </a:lnSpc>
            <a:spcBef>
              <a:spcPct val="0"/>
            </a:spcBef>
            <a:spcAft>
              <a:spcPct val="20000"/>
            </a:spcAft>
            <a:buChar char="•"/>
          </a:pPr>
          <a:r>
            <a:rPr lang="en-US" sz="1900" kern="1200" dirty="0"/>
            <a:t>Fraud and non-compliance with laws and regulations (as discussed in para. 7)</a:t>
          </a:r>
        </a:p>
        <a:p>
          <a:pPr marL="171450" lvl="1" indent="-171450" algn="l" defTabSz="844550">
            <a:lnSpc>
              <a:spcPct val="90000"/>
            </a:lnSpc>
            <a:spcBef>
              <a:spcPct val="0"/>
            </a:spcBef>
            <a:spcAft>
              <a:spcPct val="20000"/>
            </a:spcAft>
            <a:buChar char="•"/>
          </a:pPr>
          <a:r>
            <a:rPr lang="en-US" sz="1900" kern="1200" dirty="0"/>
            <a:t>Knowledge acquired from other engagements</a:t>
          </a:r>
        </a:p>
        <a:p>
          <a:pPr marL="171450" lvl="1" indent="-171450" algn="l" defTabSz="844550">
            <a:lnSpc>
              <a:spcPct val="90000"/>
            </a:lnSpc>
            <a:spcBef>
              <a:spcPct val="0"/>
            </a:spcBef>
            <a:spcAft>
              <a:spcPct val="20000"/>
            </a:spcAft>
            <a:buChar char="•"/>
          </a:pPr>
          <a:r>
            <a:rPr lang="en-US" sz="1900" kern="1200" dirty="0"/>
            <a:t>Para. 19, A15-17</a:t>
          </a:r>
        </a:p>
      </dsp:txBody>
      <dsp:txXfrm>
        <a:off x="0" y="607253"/>
        <a:ext cx="8229600" cy="1316520"/>
      </dsp:txXfrm>
    </dsp:sp>
    <dsp:sp modelId="{AE4E6C18-E6D6-4E33-A034-4111BF19BA14}">
      <dsp:nvSpPr>
        <dsp:cNvPr id="0" name=""/>
        <dsp:cNvSpPr/>
      </dsp:nvSpPr>
      <dsp:spPr>
        <a:xfrm>
          <a:off x="0" y="1913261"/>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Engagement Level Quality Control</a:t>
          </a:r>
        </a:p>
      </dsp:txBody>
      <dsp:txXfrm>
        <a:off x="28100" y="1941361"/>
        <a:ext cx="8173400" cy="519439"/>
      </dsp:txXfrm>
    </dsp:sp>
    <dsp:sp modelId="{7C94761F-CF65-40C8-AD80-41D2AB3C4E9F}">
      <dsp:nvSpPr>
        <dsp:cNvPr id="0" name=""/>
        <dsp:cNvSpPr/>
      </dsp:nvSpPr>
      <dsp:spPr>
        <a:xfrm>
          <a:off x="0" y="2499414"/>
          <a:ext cx="8229600"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As discussed in References to Quality Control</a:t>
          </a:r>
        </a:p>
        <a:p>
          <a:pPr marL="171450" lvl="1" indent="-171450" algn="l" defTabSz="844550">
            <a:lnSpc>
              <a:spcPct val="90000"/>
            </a:lnSpc>
            <a:spcBef>
              <a:spcPct val="0"/>
            </a:spcBef>
            <a:spcAft>
              <a:spcPct val="20000"/>
            </a:spcAft>
            <a:buChar char="•"/>
          </a:pPr>
          <a:r>
            <a:rPr lang="en-US" sz="1900" kern="1200" dirty="0"/>
            <a:t>Para. 20, A19-A21</a:t>
          </a:r>
        </a:p>
      </dsp:txBody>
      <dsp:txXfrm>
        <a:off x="0" y="2499414"/>
        <a:ext cx="8229600" cy="6582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31613"/>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Engagement Acceptance and Continuance</a:t>
          </a:r>
        </a:p>
      </dsp:txBody>
      <dsp:txXfrm>
        <a:off x="28100" y="59713"/>
        <a:ext cx="8173400" cy="519439"/>
      </dsp:txXfrm>
    </dsp:sp>
    <dsp:sp modelId="{0E94AC38-8BA8-4338-B166-E62B5B20EEF7}">
      <dsp:nvSpPr>
        <dsp:cNvPr id="0" name=""/>
        <dsp:cNvSpPr/>
      </dsp:nvSpPr>
      <dsp:spPr>
        <a:xfrm>
          <a:off x="0" y="607253"/>
          <a:ext cx="8229600" cy="13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Clear understanding of procedures to be performed</a:t>
          </a:r>
        </a:p>
        <a:p>
          <a:pPr marL="171450" lvl="1" indent="-171450" algn="l" defTabSz="844550">
            <a:lnSpc>
              <a:spcPct val="90000"/>
            </a:lnSpc>
            <a:spcBef>
              <a:spcPct val="0"/>
            </a:spcBef>
            <a:spcAft>
              <a:spcPct val="20000"/>
            </a:spcAft>
            <a:buChar char="•"/>
          </a:pPr>
          <a:r>
            <a:rPr lang="en-US" sz="1900" kern="1200" dirty="0"/>
            <a:t>Terminology</a:t>
          </a:r>
        </a:p>
        <a:p>
          <a:pPr marL="171450" lvl="1" indent="-171450" algn="l" defTabSz="844550">
            <a:lnSpc>
              <a:spcPct val="90000"/>
            </a:lnSpc>
            <a:spcBef>
              <a:spcPct val="0"/>
            </a:spcBef>
            <a:spcAft>
              <a:spcPct val="20000"/>
            </a:spcAft>
            <a:buChar char="•"/>
          </a:pPr>
          <a:r>
            <a:rPr lang="en-US" sz="1900" kern="1200" dirty="0"/>
            <a:t>Other changes to engagement acceptance and continuance</a:t>
          </a:r>
        </a:p>
        <a:p>
          <a:pPr marL="171450" lvl="1" indent="-171450" algn="l" defTabSz="844550">
            <a:lnSpc>
              <a:spcPct val="90000"/>
            </a:lnSpc>
            <a:spcBef>
              <a:spcPct val="0"/>
            </a:spcBef>
            <a:spcAft>
              <a:spcPct val="20000"/>
            </a:spcAft>
            <a:buChar char="•"/>
          </a:pPr>
          <a:r>
            <a:rPr lang="en-US" sz="1900" kern="1200" dirty="0"/>
            <a:t>Para. 21-25 and A22-A36; Appendix 1</a:t>
          </a:r>
        </a:p>
      </dsp:txBody>
      <dsp:txXfrm>
        <a:off x="0" y="607253"/>
        <a:ext cx="8229600" cy="1316520"/>
      </dsp:txXfrm>
    </dsp:sp>
    <dsp:sp modelId="{91893367-FA27-4EF1-B1DE-E5195C706DFE}">
      <dsp:nvSpPr>
        <dsp:cNvPr id="0" name=""/>
        <dsp:cNvSpPr/>
      </dsp:nvSpPr>
      <dsp:spPr>
        <a:xfrm>
          <a:off x="0" y="1923774"/>
          <a:ext cx="8229600" cy="575639"/>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Performing the AUP Engagement</a:t>
          </a:r>
        </a:p>
      </dsp:txBody>
      <dsp:txXfrm>
        <a:off x="28100" y="1951874"/>
        <a:ext cx="8173400" cy="519439"/>
      </dsp:txXfrm>
    </dsp:sp>
    <dsp:sp modelId="{678BA3F2-0A06-4F91-A797-8CB06B245AA5}">
      <dsp:nvSpPr>
        <dsp:cNvPr id="0" name=""/>
        <dsp:cNvSpPr/>
      </dsp:nvSpPr>
      <dsp:spPr>
        <a:xfrm>
          <a:off x="0" y="2499414"/>
          <a:ext cx="8229600"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Written representations</a:t>
          </a:r>
        </a:p>
        <a:p>
          <a:pPr marL="171450" lvl="1" indent="-171450" algn="l" defTabSz="844550">
            <a:lnSpc>
              <a:spcPct val="90000"/>
            </a:lnSpc>
            <a:spcBef>
              <a:spcPct val="0"/>
            </a:spcBef>
            <a:spcAft>
              <a:spcPct val="20000"/>
            </a:spcAft>
            <a:buChar char="•"/>
          </a:pPr>
          <a:r>
            <a:rPr lang="en-US" sz="1900" kern="1200" dirty="0"/>
            <a:t>Para. 26, A37-A38</a:t>
          </a:r>
        </a:p>
      </dsp:txBody>
      <dsp:txXfrm>
        <a:off x="0" y="2499414"/>
        <a:ext cx="8229600" cy="65826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561390"/>
          <a:ext cx="8229600" cy="68737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Using the Work of a Practitioner’s Expert</a:t>
          </a:r>
        </a:p>
      </dsp:txBody>
      <dsp:txXfrm>
        <a:off x="33555" y="594945"/>
        <a:ext cx="8162490" cy="620260"/>
      </dsp:txXfrm>
    </dsp:sp>
    <dsp:sp modelId="{0E94AC38-8BA8-4338-B166-E62B5B20EEF7}">
      <dsp:nvSpPr>
        <dsp:cNvPr id="0" name=""/>
        <dsp:cNvSpPr/>
      </dsp:nvSpPr>
      <dsp:spPr>
        <a:xfrm>
          <a:off x="0" y="1248760"/>
          <a:ext cx="8229600" cy="1379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Additional example of a practitioner’s expert</a:t>
          </a:r>
        </a:p>
        <a:p>
          <a:pPr marL="228600" lvl="1" indent="-228600" algn="l" defTabSz="889000">
            <a:lnSpc>
              <a:spcPct val="90000"/>
            </a:lnSpc>
            <a:spcBef>
              <a:spcPct val="0"/>
            </a:spcBef>
            <a:spcAft>
              <a:spcPct val="20000"/>
            </a:spcAft>
            <a:buChar char="•"/>
          </a:pPr>
          <a:r>
            <a:rPr lang="en-US" sz="2000" kern="1200" dirty="0"/>
            <a:t>Referring to a practitioner’s expert in an AUP report (para. 30 &amp; A46)</a:t>
          </a:r>
        </a:p>
        <a:p>
          <a:pPr marL="228600" lvl="1" indent="-228600" algn="l" defTabSz="889000">
            <a:lnSpc>
              <a:spcPct val="90000"/>
            </a:lnSpc>
            <a:spcBef>
              <a:spcPct val="0"/>
            </a:spcBef>
            <a:spcAft>
              <a:spcPct val="20000"/>
            </a:spcAft>
            <a:buChar char="•"/>
          </a:pPr>
          <a:r>
            <a:rPr lang="en-US" sz="2000" kern="1200" dirty="0"/>
            <a:t>Other considerations</a:t>
          </a:r>
        </a:p>
        <a:p>
          <a:pPr marL="228600" lvl="1" indent="-228600" algn="l" defTabSz="889000">
            <a:lnSpc>
              <a:spcPct val="90000"/>
            </a:lnSpc>
            <a:spcBef>
              <a:spcPct val="0"/>
            </a:spcBef>
            <a:spcAft>
              <a:spcPct val="20000"/>
            </a:spcAft>
            <a:buChar char="•"/>
          </a:pPr>
          <a:r>
            <a:rPr lang="en-US" sz="2000" kern="1200" dirty="0"/>
            <a:t>Para. 27, A39-A40</a:t>
          </a:r>
        </a:p>
      </dsp:txBody>
      <dsp:txXfrm>
        <a:off x="0" y="1248760"/>
        <a:ext cx="8229600" cy="137913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5245"/>
          <a:ext cx="8229600" cy="65520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AUP report</a:t>
          </a:r>
        </a:p>
      </dsp:txBody>
      <dsp:txXfrm>
        <a:off x="31984" y="37229"/>
        <a:ext cx="8165632" cy="591232"/>
      </dsp:txXfrm>
    </dsp:sp>
    <dsp:sp modelId="{0E94AC38-8BA8-4338-B166-E62B5B20EEF7}">
      <dsp:nvSpPr>
        <dsp:cNvPr id="0" name=""/>
        <dsp:cNvSpPr/>
      </dsp:nvSpPr>
      <dsp:spPr>
        <a:xfrm>
          <a:off x="0" y="660445"/>
          <a:ext cx="8229600" cy="2390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Matters as previously discussed</a:t>
          </a:r>
        </a:p>
        <a:p>
          <a:pPr marL="457200" lvl="2" indent="-228600" algn="l" defTabSz="889000">
            <a:lnSpc>
              <a:spcPct val="90000"/>
            </a:lnSpc>
            <a:spcBef>
              <a:spcPct val="0"/>
            </a:spcBef>
            <a:spcAft>
              <a:spcPct val="20000"/>
            </a:spcAft>
            <a:buFont typeface="Courier New" panose="02070309020205020404" pitchFamily="49" charset="0"/>
            <a:buChar char="o"/>
          </a:pPr>
          <a:r>
            <a:rPr lang="en-US" sz="2000" kern="1200" dirty="0"/>
            <a:t>Relevant ethical requirements – para. 29(f)</a:t>
          </a:r>
        </a:p>
        <a:p>
          <a:pPr marL="457200" lvl="2" indent="-228600" algn="l" defTabSz="889000">
            <a:lnSpc>
              <a:spcPct val="90000"/>
            </a:lnSpc>
            <a:spcBef>
              <a:spcPct val="0"/>
            </a:spcBef>
            <a:spcAft>
              <a:spcPct val="20000"/>
            </a:spcAft>
            <a:buFont typeface="Courier New" panose="02070309020205020404" pitchFamily="49" charset="0"/>
            <a:buChar char="o"/>
          </a:pPr>
          <a:r>
            <a:rPr lang="en-US" sz="2000" kern="1200" dirty="0"/>
            <a:t>Referring to a practitioner’s expert in an AUP report – para. 30 and A46</a:t>
          </a:r>
        </a:p>
        <a:p>
          <a:pPr marL="228600" lvl="1" indent="-228600" algn="l" defTabSz="889000">
            <a:lnSpc>
              <a:spcPct val="90000"/>
            </a:lnSpc>
            <a:spcBef>
              <a:spcPct val="0"/>
            </a:spcBef>
            <a:spcAft>
              <a:spcPct val="20000"/>
            </a:spcAft>
            <a:buChar char="•"/>
          </a:pPr>
          <a:r>
            <a:rPr lang="en-US" sz="2000" kern="1200" dirty="0"/>
            <a:t>Illustrations of AUP reports</a:t>
          </a:r>
        </a:p>
        <a:p>
          <a:pPr marL="228600" lvl="1" indent="-228600" algn="l" defTabSz="889000">
            <a:lnSpc>
              <a:spcPct val="90000"/>
            </a:lnSpc>
            <a:spcBef>
              <a:spcPct val="0"/>
            </a:spcBef>
            <a:spcAft>
              <a:spcPct val="20000"/>
            </a:spcAft>
            <a:buChar char="•"/>
          </a:pPr>
          <a:r>
            <a:rPr lang="en-US" sz="2000" kern="1200" dirty="0"/>
            <a:t>Date of report</a:t>
          </a:r>
        </a:p>
        <a:p>
          <a:pPr marL="228600" lvl="1" indent="-228600" algn="l" defTabSz="889000">
            <a:lnSpc>
              <a:spcPct val="90000"/>
            </a:lnSpc>
            <a:spcBef>
              <a:spcPct val="0"/>
            </a:spcBef>
            <a:spcAft>
              <a:spcPct val="20000"/>
            </a:spcAft>
            <a:buChar char="•"/>
          </a:pPr>
          <a:r>
            <a:rPr lang="en-US" sz="2000" kern="1200" dirty="0"/>
            <a:t>Other changes to reporting</a:t>
          </a:r>
        </a:p>
        <a:p>
          <a:pPr marL="228600" lvl="1" indent="-228600" algn="l" defTabSz="889000">
            <a:lnSpc>
              <a:spcPct val="90000"/>
            </a:lnSpc>
            <a:spcBef>
              <a:spcPct val="0"/>
            </a:spcBef>
            <a:spcAft>
              <a:spcPct val="20000"/>
            </a:spcAft>
            <a:buChar char="•"/>
          </a:pPr>
          <a:r>
            <a:rPr lang="en-US" sz="2000" kern="1200" dirty="0"/>
            <a:t>Para. 28-31 and A42-A46; Appendix 2</a:t>
          </a:r>
        </a:p>
      </dsp:txBody>
      <dsp:txXfrm>
        <a:off x="0" y="660445"/>
        <a:ext cx="8229600" cy="239084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68"/>
          <a:ext cx="8229600" cy="959400"/>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Undertaking an Agreed-Upon Procedures Engagement at the Same Time as another Engagement</a:t>
          </a:r>
        </a:p>
      </dsp:txBody>
      <dsp:txXfrm>
        <a:off x="46834" y="46902"/>
        <a:ext cx="8135932" cy="865732"/>
      </dsp:txXfrm>
    </dsp:sp>
    <dsp:sp modelId="{0E94AC38-8BA8-4338-B166-E62B5B20EEF7}">
      <dsp:nvSpPr>
        <dsp:cNvPr id="0" name=""/>
        <dsp:cNvSpPr/>
      </dsp:nvSpPr>
      <dsp:spPr>
        <a:xfrm>
          <a:off x="0" y="959468"/>
          <a:ext cx="8229600"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32 and A47</a:t>
          </a:r>
        </a:p>
      </dsp:txBody>
      <dsp:txXfrm>
        <a:off x="0" y="959468"/>
        <a:ext cx="8229600" cy="678960"/>
      </dsp:txXfrm>
    </dsp:sp>
    <dsp:sp modelId="{91893367-FA27-4EF1-B1DE-E5195C706DFE}">
      <dsp:nvSpPr>
        <dsp:cNvPr id="0" name=""/>
        <dsp:cNvSpPr/>
      </dsp:nvSpPr>
      <dsp:spPr>
        <a:xfrm>
          <a:off x="0" y="1638428"/>
          <a:ext cx="8229600" cy="739083"/>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Documentation</a:t>
          </a:r>
        </a:p>
      </dsp:txBody>
      <dsp:txXfrm>
        <a:off x="36079" y="1674507"/>
        <a:ext cx="8157442" cy="666925"/>
      </dsp:txXfrm>
    </dsp:sp>
    <dsp:sp modelId="{A2D7C3BC-A444-485E-9E11-AABA80EB689D}">
      <dsp:nvSpPr>
        <dsp:cNvPr id="0" name=""/>
        <dsp:cNvSpPr/>
      </dsp:nvSpPr>
      <dsp:spPr>
        <a:xfrm>
          <a:off x="0" y="2377511"/>
          <a:ext cx="8229600"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Para. 33 and A48</a:t>
          </a:r>
        </a:p>
      </dsp:txBody>
      <dsp:txXfrm>
        <a:off x="0" y="2377511"/>
        <a:ext cx="8229600" cy="67896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E6C18-E6D6-4E33-A034-4111BF19BA14}">
      <dsp:nvSpPr>
        <dsp:cNvPr id="0" name=""/>
        <dsp:cNvSpPr/>
      </dsp:nvSpPr>
      <dsp:spPr>
        <a:xfrm>
          <a:off x="0" y="59699"/>
          <a:ext cx="8229600" cy="551655"/>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Matters for Explanatory Memorandum</a:t>
          </a:r>
        </a:p>
      </dsp:txBody>
      <dsp:txXfrm>
        <a:off x="26930" y="86629"/>
        <a:ext cx="8175740" cy="497795"/>
      </dsp:txXfrm>
    </dsp:sp>
    <dsp:sp modelId="{0E94AC38-8BA8-4338-B166-E62B5B20EEF7}">
      <dsp:nvSpPr>
        <dsp:cNvPr id="0" name=""/>
        <dsp:cNvSpPr/>
      </dsp:nvSpPr>
      <dsp:spPr>
        <a:xfrm>
          <a:off x="0" y="611354"/>
          <a:ext cx="8229600" cy="149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Public interest</a:t>
          </a:r>
          <a:endParaRPr lang="en-US" sz="1800" kern="1200" dirty="0"/>
        </a:p>
        <a:p>
          <a:pPr marL="171450" lvl="1" indent="-171450" algn="l" defTabSz="800100">
            <a:lnSpc>
              <a:spcPct val="90000"/>
            </a:lnSpc>
            <a:spcBef>
              <a:spcPct val="0"/>
            </a:spcBef>
            <a:spcAft>
              <a:spcPct val="20000"/>
            </a:spcAft>
            <a:buChar char="•"/>
          </a:pPr>
          <a:r>
            <a:rPr lang="en-US" sz="1800" kern="1200" dirty="0"/>
            <a:t>Significant changes</a:t>
          </a:r>
        </a:p>
        <a:p>
          <a:pPr marL="171450" lvl="1" indent="-171450" algn="l" defTabSz="800100">
            <a:lnSpc>
              <a:spcPct val="90000"/>
            </a:lnSpc>
            <a:spcBef>
              <a:spcPct val="0"/>
            </a:spcBef>
            <a:spcAft>
              <a:spcPct val="20000"/>
            </a:spcAft>
            <a:buChar char="•"/>
          </a:pPr>
          <a:r>
            <a:rPr lang="en-US" sz="1800" kern="1200" dirty="0"/>
            <a:t>Quality control</a:t>
          </a:r>
        </a:p>
        <a:p>
          <a:pPr marL="171450" lvl="1" indent="-171450" algn="l" defTabSz="800100">
            <a:lnSpc>
              <a:spcPct val="90000"/>
            </a:lnSpc>
            <a:spcBef>
              <a:spcPct val="0"/>
            </a:spcBef>
            <a:spcAft>
              <a:spcPct val="20000"/>
            </a:spcAft>
            <a:buChar char="•"/>
          </a:pPr>
          <a:r>
            <a:rPr lang="en-US" sz="1800" kern="1200" dirty="0"/>
            <a:t>Key issues – Findings; Relevant Ethical Requirements; Professional Judgment; Engagement Acceptance; and Practitioner’s Expert</a:t>
          </a:r>
        </a:p>
      </dsp:txBody>
      <dsp:txXfrm>
        <a:off x="0" y="611354"/>
        <a:ext cx="8229600" cy="1499715"/>
      </dsp:txXfrm>
    </dsp:sp>
    <dsp:sp modelId="{91893367-FA27-4EF1-B1DE-E5195C706DFE}">
      <dsp:nvSpPr>
        <dsp:cNvPr id="0" name=""/>
        <dsp:cNvSpPr/>
      </dsp:nvSpPr>
      <dsp:spPr>
        <a:xfrm>
          <a:off x="0" y="2111069"/>
          <a:ext cx="8229600" cy="551655"/>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Exposure Period – 120 days</a:t>
          </a:r>
        </a:p>
      </dsp:txBody>
      <dsp:txXfrm>
        <a:off x="26930" y="2137999"/>
        <a:ext cx="8175740" cy="497795"/>
      </dsp:txXfrm>
    </dsp:sp>
    <dsp:sp modelId="{203C7F7C-AFC3-4B93-A9AB-549CDB8695D8}">
      <dsp:nvSpPr>
        <dsp:cNvPr id="0" name=""/>
        <dsp:cNvSpPr/>
      </dsp:nvSpPr>
      <dsp:spPr>
        <a:xfrm>
          <a:off x="0" y="2728964"/>
          <a:ext cx="8229600" cy="551655"/>
        </a:xfrm>
        <a:prstGeom prst="round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Effective Date – 18-24 months after issuance of final standard</a:t>
          </a:r>
        </a:p>
      </dsp:txBody>
      <dsp:txXfrm>
        <a:off x="26930" y="2755894"/>
        <a:ext cx="8175740" cy="49779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9/18/2018</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9/18/2018</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417119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5</a:t>
            </a:fld>
            <a:endParaRPr lang="en-US"/>
          </a:p>
        </p:txBody>
      </p:sp>
    </p:spTree>
    <p:extLst>
      <p:ext uri="{BB962C8B-B14F-4D97-AF65-F5344CB8AC3E}">
        <p14:creationId xmlns:p14="http://schemas.microsoft.com/office/powerpoint/2010/main" val="4225276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6</a:t>
            </a:fld>
            <a:endParaRPr lang="en-US"/>
          </a:p>
        </p:txBody>
      </p:sp>
    </p:spTree>
    <p:extLst>
      <p:ext uri="{BB962C8B-B14F-4D97-AF65-F5344CB8AC3E}">
        <p14:creationId xmlns:p14="http://schemas.microsoft.com/office/powerpoint/2010/main" val="3226605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7</a:t>
            </a:fld>
            <a:endParaRPr lang="en-US"/>
          </a:p>
        </p:txBody>
      </p:sp>
    </p:spTree>
    <p:extLst>
      <p:ext uri="{BB962C8B-B14F-4D97-AF65-F5344CB8AC3E}">
        <p14:creationId xmlns:p14="http://schemas.microsoft.com/office/powerpoint/2010/main" val="3120673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8</a:t>
            </a:fld>
            <a:endParaRPr lang="en-US"/>
          </a:p>
        </p:txBody>
      </p:sp>
    </p:spTree>
    <p:extLst>
      <p:ext uri="{BB962C8B-B14F-4D97-AF65-F5344CB8AC3E}">
        <p14:creationId xmlns:p14="http://schemas.microsoft.com/office/powerpoint/2010/main" val="1435075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9</a:t>
            </a:fld>
            <a:endParaRPr lang="en-US"/>
          </a:p>
        </p:txBody>
      </p:sp>
    </p:spTree>
    <p:extLst>
      <p:ext uri="{BB962C8B-B14F-4D97-AF65-F5344CB8AC3E}">
        <p14:creationId xmlns:p14="http://schemas.microsoft.com/office/powerpoint/2010/main" val="1803738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14</a:t>
            </a:fld>
            <a:endParaRPr lang="en-US"/>
          </a:p>
        </p:txBody>
      </p:sp>
    </p:spTree>
    <p:extLst>
      <p:ext uri="{BB962C8B-B14F-4D97-AF65-F5344CB8AC3E}">
        <p14:creationId xmlns:p14="http://schemas.microsoft.com/office/powerpoint/2010/main" val="4174177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15</a:t>
            </a:fld>
            <a:endParaRPr lang="en-US"/>
          </a:p>
        </p:txBody>
      </p:sp>
    </p:spTree>
    <p:extLst>
      <p:ext uri="{BB962C8B-B14F-4D97-AF65-F5344CB8AC3E}">
        <p14:creationId xmlns:p14="http://schemas.microsoft.com/office/powerpoint/2010/main" val="3350672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17</a:t>
            </a:fld>
            <a:endParaRPr lang="en-US"/>
          </a:p>
        </p:txBody>
      </p:sp>
    </p:spTree>
    <p:extLst>
      <p:ext uri="{BB962C8B-B14F-4D97-AF65-F5344CB8AC3E}">
        <p14:creationId xmlns:p14="http://schemas.microsoft.com/office/powerpoint/2010/main" val="31924493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576669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AF73A935-0AD8-4B38-AD39-55437B5CA1D2}" type="datetime1">
              <a:rPr lang="en-US" smtClean="0"/>
              <a:t>9/18/2018</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Proposed ISRS 4400 (Revised)</a:t>
            </a:r>
          </a:p>
        </p:txBody>
      </p:sp>
      <p:sp>
        <p:nvSpPr>
          <p:cNvPr id="6" name="Subtitle 5"/>
          <p:cNvSpPr>
            <a:spLocks noGrp="1"/>
          </p:cNvSpPr>
          <p:nvPr>
            <p:ph type="subTitle" idx="1"/>
          </p:nvPr>
        </p:nvSpPr>
        <p:spPr>
          <a:xfrm>
            <a:off x="685801" y="3221372"/>
            <a:ext cx="4732867" cy="1419203"/>
          </a:xfrm>
        </p:spPr>
        <p:txBody>
          <a:bodyPr/>
          <a:lstStyle/>
          <a:p>
            <a:r>
              <a:rPr lang="en-US" dirty="0"/>
              <a:t>Ron Salole, Agreed-Upon Procedure Task Force Chair</a:t>
            </a:r>
          </a:p>
          <a:p>
            <a:r>
              <a:rPr lang="en-US" dirty="0"/>
              <a:t>IAASB Meeting, New York</a:t>
            </a:r>
          </a:p>
          <a:p>
            <a:r>
              <a:rPr lang="en-US" dirty="0"/>
              <a:t>Agenda Item 5</a:t>
            </a:r>
          </a:p>
          <a:p>
            <a:r>
              <a:rPr lang="en-US" dirty="0"/>
              <a:t>September 18, 2018 </a:t>
            </a:r>
          </a:p>
        </p:txBody>
      </p:sp>
    </p:spTree>
    <p:extLst>
      <p:ext uri="{BB962C8B-B14F-4D97-AF65-F5344CB8AC3E}">
        <p14:creationId xmlns:p14="http://schemas.microsoft.com/office/powerpoint/2010/main" val="4240407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Activities since March 2018</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2873398212"/>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875900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CAG Discussion</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2451225155"/>
              </p:ext>
            </p:extLst>
          </p:nvPr>
        </p:nvGraphicFramePr>
        <p:xfrm>
          <a:off x="457200" y="831311"/>
          <a:ext cx="8229600" cy="3884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42956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SMPC Comments</a:t>
            </a:r>
          </a:p>
        </p:txBody>
      </p:sp>
      <p:graphicFrame>
        <p:nvGraphicFramePr>
          <p:cNvPr id="5" name="Content Placeholder 4">
            <a:extLst>
              <a:ext uri="{FF2B5EF4-FFF2-40B4-BE49-F238E27FC236}">
                <a16:creationId xmlns:a16="http://schemas.microsoft.com/office/drawing/2014/main" id="{226A3FF3-E52C-40E5-950D-4D9369CD9916}"/>
              </a:ext>
            </a:extLst>
          </p:cNvPr>
          <p:cNvGraphicFramePr>
            <a:graphicFrameLocks noGrp="1"/>
          </p:cNvGraphicFramePr>
          <p:nvPr>
            <p:ph idx="1"/>
            <p:extLst>
              <p:ext uri="{D42A27DB-BD31-4B8C-83A1-F6EECF244321}">
                <p14:modId xmlns:p14="http://schemas.microsoft.com/office/powerpoint/2010/main" val="3335684090"/>
              </p:ext>
            </p:extLst>
          </p:nvPr>
        </p:nvGraphicFramePr>
        <p:xfrm>
          <a:off x="457200" y="831311"/>
          <a:ext cx="8229600" cy="38847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945374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9277-2921-4F89-BA1C-A5E8BE8850D9}"/>
              </a:ext>
            </a:extLst>
          </p:cNvPr>
          <p:cNvSpPr>
            <a:spLocks noGrp="1"/>
          </p:cNvSpPr>
          <p:nvPr>
            <p:ph type="title"/>
          </p:nvPr>
        </p:nvSpPr>
        <p:spPr/>
        <p:txBody>
          <a:bodyPr/>
          <a:lstStyle/>
          <a:p>
            <a:r>
              <a:rPr lang="en-US" dirty="0"/>
              <a:t>Public Interest Considerations</a:t>
            </a:r>
          </a:p>
        </p:txBody>
      </p:sp>
      <p:graphicFrame>
        <p:nvGraphicFramePr>
          <p:cNvPr id="5" name="Content Placeholder 4">
            <a:extLst>
              <a:ext uri="{FF2B5EF4-FFF2-40B4-BE49-F238E27FC236}">
                <a16:creationId xmlns:a16="http://schemas.microsoft.com/office/drawing/2014/main" id="{C5775F5A-B59E-4D8E-A8AD-7889DEFABF05}"/>
              </a:ext>
            </a:extLst>
          </p:cNvPr>
          <p:cNvGraphicFramePr>
            <a:graphicFrameLocks noGrp="1"/>
          </p:cNvGraphicFramePr>
          <p:nvPr>
            <p:ph idx="1"/>
            <p:extLst>
              <p:ext uri="{D42A27DB-BD31-4B8C-83A1-F6EECF244321}">
                <p14:modId xmlns:p14="http://schemas.microsoft.com/office/powerpoint/2010/main" val="633696232"/>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42A72E5-6DFA-4DDF-BC33-5E11D1A5FA7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788982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9277-2921-4F89-BA1C-A5E8BE8850D9}"/>
              </a:ext>
            </a:extLst>
          </p:cNvPr>
          <p:cNvSpPr>
            <a:spLocks noGrp="1"/>
          </p:cNvSpPr>
          <p:nvPr>
            <p:ph type="title"/>
          </p:nvPr>
        </p:nvSpPr>
        <p:spPr/>
        <p:txBody>
          <a:bodyPr/>
          <a:lstStyle/>
          <a:p>
            <a:r>
              <a:rPr lang="en-US" dirty="0"/>
              <a:t>Public Interest Considerations</a:t>
            </a:r>
          </a:p>
        </p:txBody>
      </p:sp>
      <p:graphicFrame>
        <p:nvGraphicFramePr>
          <p:cNvPr id="5" name="Content Placeholder 4">
            <a:extLst>
              <a:ext uri="{FF2B5EF4-FFF2-40B4-BE49-F238E27FC236}">
                <a16:creationId xmlns:a16="http://schemas.microsoft.com/office/drawing/2014/main" id="{C5775F5A-B59E-4D8E-A8AD-7889DEFABF05}"/>
              </a:ext>
            </a:extLst>
          </p:cNvPr>
          <p:cNvGraphicFramePr>
            <a:graphicFrameLocks noGrp="1"/>
          </p:cNvGraphicFramePr>
          <p:nvPr>
            <p:ph idx="1"/>
            <p:extLst>
              <p:ext uri="{D42A27DB-BD31-4B8C-83A1-F6EECF244321}">
                <p14:modId xmlns:p14="http://schemas.microsoft.com/office/powerpoint/2010/main" val="4118603940"/>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42A72E5-6DFA-4DDF-BC33-5E11D1A5FA7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39338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9277-2921-4F89-BA1C-A5E8BE8850D9}"/>
              </a:ext>
            </a:extLst>
          </p:cNvPr>
          <p:cNvSpPr>
            <a:spLocks noGrp="1"/>
          </p:cNvSpPr>
          <p:nvPr>
            <p:ph type="title"/>
          </p:nvPr>
        </p:nvSpPr>
        <p:spPr/>
        <p:txBody>
          <a:bodyPr/>
          <a:lstStyle/>
          <a:p>
            <a:r>
              <a:rPr lang="en-US" dirty="0"/>
              <a:t>Public Interest Considerations</a:t>
            </a:r>
          </a:p>
        </p:txBody>
      </p:sp>
      <p:graphicFrame>
        <p:nvGraphicFramePr>
          <p:cNvPr id="5" name="Content Placeholder 4">
            <a:extLst>
              <a:ext uri="{FF2B5EF4-FFF2-40B4-BE49-F238E27FC236}">
                <a16:creationId xmlns:a16="http://schemas.microsoft.com/office/drawing/2014/main" id="{C5775F5A-B59E-4D8E-A8AD-7889DEFABF05}"/>
              </a:ext>
            </a:extLst>
          </p:cNvPr>
          <p:cNvGraphicFramePr>
            <a:graphicFrameLocks noGrp="1"/>
          </p:cNvGraphicFramePr>
          <p:nvPr>
            <p:ph idx="1"/>
            <p:extLst>
              <p:ext uri="{D42A27DB-BD31-4B8C-83A1-F6EECF244321}">
                <p14:modId xmlns:p14="http://schemas.microsoft.com/office/powerpoint/2010/main" val="3100826062"/>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42A72E5-6DFA-4DDF-BC33-5E11D1A5FA7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584837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9277-2921-4F89-BA1C-A5E8BE8850D9}"/>
              </a:ext>
            </a:extLst>
          </p:cNvPr>
          <p:cNvSpPr>
            <a:spLocks noGrp="1"/>
          </p:cNvSpPr>
          <p:nvPr>
            <p:ph type="title"/>
          </p:nvPr>
        </p:nvSpPr>
        <p:spPr/>
        <p:txBody>
          <a:bodyPr/>
          <a:lstStyle/>
          <a:p>
            <a:r>
              <a:rPr lang="en-US" dirty="0"/>
              <a:t>Public Interest Considerations</a:t>
            </a:r>
          </a:p>
        </p:txBody>
      </p:sp>
      <p:graphicFrame>
        <p:nvGraphicFramePr>
          <p:cNvPr id="5" name="Content Placeholder 4">
            <a:extLst>
              <a:ext uri="{FF2B5EF4-FFF2-40B4-BE49-F238E27FC236}">
                <a16:creationId xmlns:a16="http://schemas.microsoft.com/office/drawing/2014/main" id="{C5775F5A-B59E-4D8E-A8AD-7889DEFABF05}"/>
              </a:ext>
            </a:extLst>
          </p:cNvPr>
          <p:cNvGraphicFramePr>
            <a:graphicFrameLocks noGrp="1"/>
          </p:cNvGraphicFramePr>
          <p:nvPr>
            <p:ph idx="1"/>
            <p:extLst>
              <p:ext uri="{D42A27DB-BD31-4B8C-83A1-F6EECF244321}">
                <p14:modId xmlns:p14="http://schemas.microsoft.com/office/powerpoint/2010/main" val="1762178330"/>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42A72E5-6DFA-4DDF-BC33-5E11D1A5FA7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685264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9277-2921-4F89-BA1C-A5E8BE8850D9}"/>
              </a:ext>
            </a:extLst>
          </p:cNvPr>
          <p:cNvSpPr>
            <a:spLocks noGrp="1"/>
          </p:cNvSpPr>
          <p:nvPr>
            <p:ph type="title"/>
          </p:nvPr>
        </p:nvSpPr>
        <p:spPr/>
        <p:txBody>
          <a:bodyPr/>
          <a:lstStyle/>
          <a:p>
            <a:r>
              <a:rPr lang="en-US" dirty="0"/>
              <a:t>Public Interest Considerations</a:t>
            </a:r>
          </a:p>
        </p:txBody>
      </p:sp>
      <p:graphicFrame>
        <p:nvGraphicFramePr>
          <p:cNvPr id="5" name="Content Placeholder 4">
            <a:extLst>
              <a:ext uri="{FF2B5EF4-FFF2-40B4-BE49-F238E27FC236}">
                <a16:creationId xmlns:a16="http://schemas.microsoft.com/office/drawing/2014/main" id="{C5775F5A-B59E-4D8E-A8AD-7889DEFABF05}"/>
              </a:ext>
            </a:extLst>
          </p:cNvPr>
          <p:cNvGraphicFramePr>
            <a:graphicFrameLocks noGrp="1"/>
          </p:cNvGraphicFramePr>
          <p:nvPr>
            <p:ph idx="1"/>
            <p:extLst>
              <p:ext uri="{D42A27DB-BD31-4B8C-83A1-F6EECF244321}">
                <p14:modId xmlns:p14="http://schemas.microsoft.com/office/powerpoint/2010/main" val="200046966"/>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42A72E5-6DFA-4DDF-BC33-5E11D1A5FA7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168737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5379-CAA6-4726-AC4C-7037C175D610}"/>
              </a:ext>
            </a:extLst>
          </p:cNvPr>
          <p:cNvSpPr>
            <a:spLocks noGrp="1"/>
          </p:cNvSpPr>
          <p:nvPr>
            <p:ph type="title"/>
          </p:nvPr>
        </p:nvSpPr>
        <p:spPr/>
        <p:txBody>
          <a:bodyPr/>
          <a:lstStyle/>
          <a:p>
            <a:r>
              <a:rPr lang="en-US" dirty="0"/>
              <a:t>Overarching Considerations</a:t>
            </a:r>
          </a:p>
        </p:txBody>
      </p:sp>
      <p:graphicFrame>
        <p:nvGraphicFramePr>
          <p:cNvPr id="5" name="Content Placeholder 4">
            <a:extLst>
              <a:ext uri="{FF2B5EF4-FFF2-40B4-BE49-F238E27FC236}">
                <a16:creationId xmlns:a16="http://schemas.microsoft.com/office/drawing/2014/main" id="{28BFA29C-9B05-4281-A53E-3F22186B9591}"/>
              </a:ext>
            </a:extLst>
          </p:cNvPr>
          <p:cNvGraphicFramePr>
            <a:graphicFrameLocks noGrp="1"/>
          </p:cNvGraphicFramePr>
          <p:nvPr>
            <p:ph idx="1"/>
            <p:extLst>
              <p:ext uri="{D42A27DB-BD31-4B8C-83A1-F6EECF244321}">
                <p14:modId xmlns:p14="http://schemas.microsoft.com/office/powerpoint/2010/main" val="549819846"/>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AB0C1E12-10F1-43D1-B01B-A0A201406A9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478848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73E90-A0BA-4839-8897-7669C1918687}"/>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8A6BAAC2-528E-4E5D-AB51-1F878FECAF96}"/>
              </a:ext>
            </a:extLst>
          </p:cNvPr>
          <p:cNvSpPr>
            <a:spLocks noGrp="1"/>
          </p:cNvSpPr>
          <p:nvPr>
            <p:ph idx="1"/>
          </p:nvPr>
        </p:nvSpPr>
        <p:spPr/>
        <p:txBody>
          <a:bodyPr/>
          <a:lstStyle/>
          <a:p>
            <a:pPr marL="0" indent="0">
              <a:buNone/>
            </a:pPr>
            <a:r>
              <a:rPr lang="en-US" sz="2400" dirty="0"/>
              <a:t>The Board is asked for its views on the Task Force’s proposed approach to address references to quality control in ISRS 4400 (Revised).</a:t>
            </a:r>
          </a:p>
        </p:txBody>
      </p:sp>
      <p:sp>
        <p:nvSpPr>
          <p:cNvPr id="4" name="Slide Number Placeholder 3">
            <a:extLst>
              <a:ext uri="{FF2B5EF4-FFF2-40B4-BE49-F238E27FC236}">
                <a16:creationId xmlns:a16="http://schemas.microsoft.com/office/drawing/2014/main" id="{5C2E21CA-AB2E-4528-B6FB-A71A90CAC74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800215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2777263837"/>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5573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4161052716"/>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4333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2789834646"/>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1408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3631522781"/>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7371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2079237617"/>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9059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145646951"/>
              </p:ext>
            </p:extLst>
          </p:nvPr>
        </p:nvGraphicFramePr>
        <p:xfrm>
          <a:off x="457200" y="1200150"/>
          <a:ext cx="8229600" cy="3189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8187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3786355553"/>
              </p:ext>
            </p:extLst>
          </p:nvPr>
        </p:nvGraphicFramePr>
        <p:xfrm>
          <a:off x="457200" y="1200150"/>
          <a:ext cx="8229600" cy="3056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8241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Significant Items in Exposure Draft</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736635174"/>
              </p:ext>
            </p:extLst>
          </p:nvPr>
        </p:nvGraphicFramePr>
        <p:xfrm>
          <a:off x="457200" y="1200150"/>
          <a:ext cx="8229600" cy="3056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3443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021-BDD3-4667-9D25-119472AAF194}"/>
              </a:ext>
            </a:extLst>
          </p:cNvPr>
          <p:cNvSpPr>
            <a:spLocks noGrp="1"/>
          </p:cNvSpPr>
          <p:nvPr>
            <p:ph type="title"/>
          </p:nvPr>
        </p:nvSpPr>
        <p:spPr/>
        <p:txBody>
          <a:bodyPr/>
          <a:lstStyle/>
          <a:p>
            <a:r>
              <a:rPr lang="en-US" dirty="0"/>
              <a:t>Other Matters</a:t>
            </a:r>
          </a:p>
        </p:txBody>
      </p:sp>
      <p:sp>
        <p:nvSpPr>
          <p:cNvPr id="4" name="Slide Number Placeholder 3">
            <a:extLst>
              <a:ext uri="{FF2B5EF4-FFF2-40B4-BE49-F238E27FC236}">
                <a16:creationId xmlns:a16="http://schemas.microsoft.com/office/drawing/2014/main" id="{9967CA50-A329-4342-B25B-DCFF8549741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MS PGothic" charset="0"/>
            </a:endParaRPr>
          </a:p>
        </p:txBody>
      </p:sp>
      <p:graphicFrame>
        <p:nvGraphicFramePr>
          <p:cNvPr id="7" name="Content Placeholder 6">
            <a:extLst>
              <a:ext uri="{FF2B5EF4-FFF2-40B4-BE49-F238E27FC236}">
                <a16:creationId xmlns:a16="http://schemas.microsoft.com/office/drawing/2014/main" id="{BBB5F02E-4511-475E-B936-A6950154B536}"/>
              </a:ext>
            </a:extLst>
          </p:cNvPr>
          <p:cNvGraphicFramePr>
            <a:graphicFrameLocks noGrp="1"/>
          </p:cNvGraphicFramePr>
          <p:nvPr>
            <p:ph idx="1"/>
            <p:extLst>
              <p:ext uri="{D42A27DB-BD31-4B8C-83A1-F6EECF244321}">
                <p14:modId xmlns:p14="http://schemas.microsoft.com/office/powerpoint/2010/main" val="2935724661"/>
              </p:ext>
            </p:extLst>
          </p:nvPr>
        </p:nvGraphicFramePr>
        <p:xfrm>
          <a:off x="457200" y="1200149"/>
          <a:ext cx="8229600" cy="3340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6480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95E29-B19C-4735-8ACF-2F92127D25D8}"/>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EAABF6EE-F3B1-4CEE-BDE6-3662F093158B}"/>
              </a:ext>
            </a:extLst>
          </p:cNvPr>
          <p:cNvSpPr>
            <a:spLocks noGrp="1"/>
          </p:cNvSpPr>
          <p:nvPr>
            <p:ph idx="1"/>
          </p:nvPr>
        </p:nvSpPr>
        <p:spPr/>
        <p:txBody>
          <a:bodyPr/>
          <a:lstStyle/>
          <a:p>
            <a:pPr marL="0" lvl="0" indent="0">
              <a:buNone/>
            </a:pPr>
            <a:r>
              <a:rPr lang="en-US" sz="2400" dirty="0"/>
              <a:t>The Board is asked for its views on:</a:t>
            </a:r>
          </a:p>
          <a:p>
            <a:pPr marL="342900" lvl="0" indent="-342900">
              <a:buFont typeface="+mj-lt"/>
              <a:buAutoNum type="alphaLcParenR"/>
            </a:pPr>
            <a:r>
              <a:rPr lang="en-US" sz="2400" dirty="0"/>
              <a:t>Whether there are any other matters that should be addressed in the Explanatory Memorandum.</a:t>
            </a:r>
          </a:p>
          <a:p>
            <a:pPr marL="342900" indent="-342900">
              <a:buFont typeface="+mj-lt"/>
              <a:buAutoNum type="alphaLcParenR"/>
            </a:pPr>
            <a:r>
              <a:rPr lang="en-US" sz="2400" dirty="0"/>
              <a:t>The exposure period and the planned effective date.</a:t>
            </a:r>
          </a:p>
        </p:txBody>
      </p:sp>
      <p:sp>
        <p:nvSpPr>
          <p:cNvPr id="4" name="Slide Number Placeholder 3">
            <a:extLst>
              <a:ext uri="{FF2B5EF4-FFF2-40B4-BE49-F238E27FC236}">
                <a16:creationId xmlns:a16="http://schemas.microsoft.com/office/drawing/2014/main" id="{5D83C41D-D07C-45E2-8B7F-19920D7D7F2B}"/>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940448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9604</TotalTime>
  <Words>1249</Words>
  <Application>Microsoft Office PowerPoint</Application>
  <PresentationFormat>On-screen Show (16:9)</PresentationFormat>
  <Paragraphs>167</Paragraphs>
  <Slides>22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MS PGothic</vt:lpstr>
      <vt:lpstr>Arial</vt:lpstr>
      <vt:lpstr>Arial Narrow</vt:lpstr>
      <vt:lpstr>Calibri</vt:lpstr>
      <vt:lpstr>Courier New</vt:lpstr>
      <vt:lpstr>Times New Roman</vt:lpstr>
      <vt:lpstr>Office Theme</vt:lpstr>
      <vt:lpstr>Proposed ISRS 4400 (Revised)</vt:lpstr>
      <vt:lpstr>Activities since March 2018</vt:lpstr>
      <vt:lpstr>CAG Discussion</vt:lpstr>
      <vt:lpstr>SMPC Comments</vt:lpstr>
      <vt:lpstr>Public Interest Considerations</vt:lpstr>
      <vt:lpstr>Public Interest Considerations</vt:lpstr>
      <vt:lpstr>Public Interest Considerations</vt:lpstr>
      <vt:lpstr>Public Interest Considerations</vt:lpstr>
      <vt:lpstr>Public Interest Considerations</vt:lpstr>
      <vt:lpstr>Overarching Considerations</vt:lpstr>
      <vt:lpstr>Question 1</vt:lpstr>
      <vt:lpstr>Significant Items in Exposure Draft</vt:lpstr>
      <vt:lpstr>Significant Items in Exposure Draft</vt:lpstr>
      <vt:lpstr>Significant Items in Exposure Draft</vt:lpstr>
      <vt:lpstr>Significant Items in Exposure Draft</vt:lpstr>
      <vt:lpstr>Significant Items in Exposure Draft</vt:lpstr>
      <vt:lpstr>Significant Items in Exposure Draft</vt:lpstr>
      <vt:lpstr>Significant Items in Exposure Draft</vt:lpstr>
      <vt:lpstr>Significant Items in Exposure Draft</vt:lpstr>
      <vt:lpstr>Other Matters</vt:lpstr>
      <vt:lpstr>Question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Chi Ho Ng</cp:lastModifiedBy>
  <cp:revision>194</cp:revision>
  <cp:lastPrinted>2016-03-04T17:09:52Z</cp:lastPrinted>
  <dcterms:created xsi:type="dcterms:W3CDTF">2016-11-09T14:56:20Z</dcterms:created>
  <dcterms:modified xsi:type="dcterms:W3CDTF">2018-09-18T16:17:03Z</dcterms:modified>
</cp:coreProperties>
</file>