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comment1.xml" ContentType="application/vnd.openxmlformats-officedocument.presentationml.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comment2.xml" ContentType="application/vnd.openxmlformats-officedocument.presentationml.comments+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13"/>
  </p:notesMasterIdLst>
  <p:handoutMasterIdLst>
    <p:handoutMasterId r:id="rId14"/>
  </p:handoutMasterIdLst>
  <p:sldIdLst>
    <p:sldId id="271" r:id="rId2"/>
    <p:sldId id="273" r:id="rId3"/>
    <p:sldId id="586" r:id="rId4"/>
    <p:sldId id="587" r:id="rId5"/>
    <p:sldId id="588" r:id="rId6"/>
    <p:sldId id="578" r:id="rId7"/>
    <p:sldId id="583" r:id="rId8"/>
    <p:sldId id="585" r:id="rId9"/>
    <p:sldId id="576" r:id="rId10"/>
    <p:sldId id="584" r:id="rId11"/>
    <p:sldId id="294" r:id="rId12"/>
  </p:sldIdLst>
  <p:sldSz cx="9144000" cy="5143500" type="screen16x9"/>
  <p:notesSz cx="6950075" cy="9236075"/>
  <p:defaultTex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Brett James" initials="BJ" lastIdx="1" clrIdx="6">
    <p:extLst>
      <p:ext uri="{19B8F6BF-5375-455C-9EA6-DF929625EA0E}">
        <p15:presenceInfo xmlns:p15="http://schemas.microsoft.com/office/powerpoint/2012/main" userId="S::BrettJames@iaasb.org::7a107198-8c75-4344-900d-303402d948f0" providerId="AD"/>
      </p:ext>
    </p:extLst>
  </p:cmAuthor>
  <p:cmAuthor id="1" name="Zietsman, Megan" initials="MZ" lastIdx="8" clrIdx="0">
    <p:extLst>
      <p:ext uri="{19B8F6BF-5375-455C-9EA6-DF929625EA0E}">
        <p15:presenceInfo xmlns:p15="http://schemas.microsoft.com/office/powerpoint/2012/main" userId="Zietsman, Megan" providerId="None"/>
      </p:ext>
    </p:extLst>
  </p:cmAuthor>
  <p:cmAuthor id="2" name="Kathleen Healy" initials="KH" lastIdx="13" clrIdx="1">
    <p:extLst>
      <p:ext uri="{19B8F6BF-5375-455C-9EA6-DF929625EA0E}">
        <p15:presenceInfo xmlns:p15="http://schemas.microsoft.com/office/powerpoint/2012/main" userId="S-1-5-21-1801674531-1972579041-839522115-4130" providerId="AD"/>
      </p:ext>
    </p:extLst>
  </p:cmAuthor>
  <p:cmAuthor id="3" name="Dan Montgomery" initials="DM" lastIdx="49" clrIdx="2">
    <p:extLst>
      <p:ext uri="{19B8F6BF-5375-455C-9EA6-DF929625EA0E}">
        <p15:presenceInfo xmlns:p15="http://schemas.microsoft.com/office/powerpoint/2012/main" userId="8ba5e3d143c5e0b2" providerId="Windows Live"/>
      </p:ext>
    </p:extLst>
  </p:cmAuthor>
  <p:cmAuthor id="4" name="Jane Talatala" initials="JT" lastIdx="26" clrIdx="3">
    <p:extLst>
      <p:ext uri="{19B8F6BF-5375-455C-9EA6-DF929625EA0E}">
        <p15:presenceInfo xmlns:p15="http://schemas.microsoft.com/office/powerpoint/2012/main" userId="S::JaneTalatala@iaasb.org::0b75c357-2d7f-4a9b-be6b-0a67c58966d1" providerId="AD"/>
      </p:ext>
    </p:extLst>
  </p:cmAuthor>
  <p:cmAuthor id="5" name="Imran Vanker" initials="IV" lastIdx="7" clrIdx="4">
    <p:extLst>
      <p:ext uri="{19B8F6BF-5375-455C-9EA6-DF929625EA0E}">
        <p15:presenceInfo xmlns:p15="http://schemas.microsoft.com/office/powerpoint/2012/main" userId="Imran Vanker" providerId="None"/>
      </p:ext>
    </p:extLst>
  </p:cmAuthor>
  <p:cmAuthor id="6" name="Joy Thurgood" initials="JT" lastIdx="7" clrIdx="5">
    <p:extLst>
      <p:ext uri="{19B8F6BF-5375-455C-9EA6-DF929625EA0E}">
        <p15:presenceInfo xmlns:p15="http://schemas.microsoft.com/office/powerpoint/2012/main" userId="S::JoyThurgood@iaasb.org::01610e7c-ea5a-4194-bb03-406d8259ff03"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08080"/>
    <a:srgbClr val="005BAA"/>
    <a:srgbClr val="F15A22"/>
    <a:srgbClr val="00C0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258" autoAdjust="0"/>
    <p:restoredTop sz="50989" autoAdjust="0"/>
  </p:normalViewPr>
  <p:slideViewPr>
    <p:cSldViewPr snapToGrid="0" snapToObjects="1">
      <p:cViewPr varScale="1">
        <p:scale>
          <a:sx n="53" d="100"/>
          <a:sy n="53" d="100"/>
        </p:scale>
        <p:origin x="1661" y="53"/>
      </p:cViewPr>
      <p:guideLst>
        <p:guide orient="horz" pos="1620"/>
        <p:guide pos="2880"/>
      </p:guideLst>
    </p:cSldViewPr>
  </p:slideViewPr>
  <p:outlineViewPr>
    <p:cViewPr>
      <p:scale>
        <a:sx n="66" d="100"/>
        <a:sy n="66" d="100"/>
      </p:scale>
      <p:origin x="0" y="-16920"/>
    </p:cViewPr>
  </p:outlineViewPr>
  <p:notesTextViewPr>
    <p:cViewPr>
      <p:scale>
        <a:sx n="3" d="2"/>
        <a:sy n="3" d="2"/>
      </p:scale>
      <p:origin x="0" y="0"/>
    </p:cViewPr>
  </p:notesTextViewPr>
  <p:sorterViewPr>
    <p:cViewPr varScale="1">
      <p:scale>
        <a:sx n="1" d="1"/>
        <a:sy n="1" d="1"/>
      </p:scale>
      <p:origin x="0" y="-606"/>
    </p:cViewPr>
  </p:sorterViewPr>
  <p:notesViewPr>
    <p:cSldViewPr snapToGrid="0" snapToObjects="1">
      <p:cViewPr>
        <p:scale>
          <a:sx n="100" d="100"/>
          <a:sy n="100" d="100"/>
        </p:scale>
        <p:origin x="2294" y="-1627"/>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7" dt="2020-09-09T20:05:14.655" idx="1">
    <p:pos x="10" y="10"/>
    <p:text>Lyn - these are suggested breaks for the walkthrough</p:text>
    <p:extLst>
      <p:ext uri="{C676402C-5697-4E1C-873F-D02D1690AC5C}">
        <p15:threadingInfo xmlns:p15="http://schemas.microsoft.com/office/powerpoint/2012/main" timeZoneBias="24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6" dt="2020-08-31T23:39:31.390" idx="2">
    <p:pos x="10" y="10"/>
    <p:text>Brett - check timing</p:text>
    <p:extLst>
      <p:ext uri="{C676402C-5697-4E1C-873F-D02D1690AC5C}">
        <p15:threadingInfo xmlns:p15="http://schemas.microsoft.com/office/powerpoint/2012/main" timeZoneBias="24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sz="quarter" idx="1"/>
          </p:nvPr>
        </p:nvSpPr>
        <p:spPr>
          <a:xfrm>
            <a:off x="3936768" y="0"/>
            <a:ext cx="3011699" cy="461804"/>
          </a:xfrm>
          <a:prstGeom prst="rect">
            <a:avLst/>
          </a:prstGeom>
        </p:spPr>
        <p:txBody>
          <a:bodyPr vert="horz" lIns="92492" tIns="46246" rIns="92492" bIns="46246" rtlCol="0"/>
          <a:lstStyle>
            <a:lvl1pPr algn="r">
              <a:defRPr sz="1200"/>
            </a:lvl1pPr>
          </a:lstStyle>
          <a:p>
            <a:fld id="{1E59F908-4FD1-BC49-B361-D833AB0555FC}" type="datetimeFigureOut">
              <a:rPr lang="en-US" smtClean="0"/>
              <a:t>9/14/2020</a:t>
            </a:fld>
            <a:endParaRPr lang="en-US" dirty="0"/>
          </a:p>
        </p:txBody>
      </p:sp>
      <p:sp>
        <p:nvSpPr>
          <p:cNvPr id="4" name="Footer Placeholder 3"/>
          <p:cNvSpPr>
            <a:spLocks noGrp="1"/>
          </p:cNvSpPr>
          <p:nvPr>
            <p:ph type="ftr" sz="quarter" idx="2"/>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36768" y="8772668"/>
            <a:ext cx="3011699" cy="461804"/>
          </a:xfrm>
          <a:prstGeom prst="rect">
            <a:avLst/>
          </a:prstGeom>
        </p:spPr>
        <p:txBody>
          <a:bodyPr vert="horz" lIns="92492" tIns="46246" rIns="92492" bIns="46246" rtlCol="0" anchor="b"/>
          <a:lstStyle>
            <a:lvl1pPr algn="r">
              <a:defRPr sz="1200"/>
            </a:lvl1pPr>
          </a:lstStyle>
          <a:p>
            <a:fld id="{EA8AE4AE-12A8-4846-97A9-6CB7DEDDF69D}" type="slidenum">
              <a:rPr lang="en-US" smtClean="0"/>
              <a:t>‹#›</a:t>
            </a:fld>
            <a:endParaRPr lang="en-US" dirty="0"/>
          </a:p>
        </p:txBody>
      </p:sp>
    </p:spTree>
    <p:extLst>
      <p:ext uri="{BB962C8B-B14F-4D97-AF65-F5344CB8AC3E}">
        <p14:creationId xmlns:p14="http://schemas.microsoft.com/office/powerpoint/2010/main" val="243532852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1699" cy="461804"/>
          </a:xfrm>
          <a:prstGeom prst="rect">
            <a:avLst/>
          </a:prstGeom>
        </p:spPr>
        <p:txBody>
          <a:bodyPr vert="horz" lIns="92492" tIns="46246" rIns="92492" bIns="46246" rtlCol="0"/>
          <a:lstStyle>
            <a:lvl1pPr algn="l">
              <a:defRPr sz="1200"/>
            </a:lvl1pPr>
          </a:lstStyle>
          <a:p>
            <a:endParaRPr lang="en-US" dirty="0"/>
          </a:p>
        </p:txBody>
      </p:sp>
      <p:sp>
        <p:nvSpPr>
          <p:cNvPr id="3" name="Date Placeholder 2"/>
          <p:cNvSpPr>
            <a:spLocks noGrp="1"/>
          </p:cNvSpPr>
          <p:nvPr>
            <p:ph type="dt" idx="1"/>
          </p:nvPr>
        </p:nvSpPr>
        <p:spPr>
          <a:xfrm>
            <a:off x="3936768" y="0"/>
            <a:ext cx="3011699" cy="461804"/>
          </a:xfrm>
          <a:prstGeom prst="rect">
            <a:avLst/>
          </a:prstGeom>
        </p:spPr>
        <p:txBody>
          <a:bodyPr vert="horz" lIns="92492" tIns="46246" rIns="92492" bIns="46246" rtlCol="0"/>
          <a:lstStyle>
            <a:lvl1pPr algn="r">
              <a:defRPr sz="1200"/>
            </a:lvl1pPr>
          </a:lstStyle>
          <a:p>
            <a:fld id="{7745D6F9-5033-7542-84AC-41926A84456D}" type="datetimeFigureOut">
              <a:rPr lang="en-US" smtClean="0"/>
              <a:t>9/14/2020</a:t>
            </a:fld>
            <a:endParaRPr lang="en-US" dirty="0"/>
          </a:p>
        </p:txBody>
      </p:sp>
      <p:sp>
        <p:nvSpPr>
          <p:cNvPr id="4" name="Slide Image Placeholder 3"/>
          <p:cNvSpPr>
            <a:spLocks noGrp="1" noRot="1" noChangeAspect="1"/>
          </p:cNvSpPr>
          <p:nvPr>
            <p:ph type="sldImg" idx="2"/>
          </p:nvPr>
        </p:nvSpPr>
        <p:spPr>
          <a:xfrm>
            <a:off x="396875" y="692150"/>
            <a:ext cx="6156325" cy="3463925"/>
          </a:xfrm>
          <a:prstGeom prst="rect">
            <a:avLst/>
          </a:prstGeom>
          <a:noFill/>
          <a:ln w="12700">
            <a:solidFill>
              <a:prstClr val="black"/>
            </a:solidFill>
          </a:ln>
        </p:spPr>
        <p:txBody>
          <a:bodyPr vert="horz" lIns="92492" tIns="46246" rIns="92492" bIns="46246" rtlCol="0" anchor="ctr"/>
          <a:lstStyle/>
          <a:p>
            <a:endParaRPr lang="en-US" dirty="0"/>
          </a:p>
        </p:txBody>
      </p:sp>
      <p:sp>
        <p:nvSpPr>
          <p:cNvPr id="5" name="Notes Placeholder 4"/>
          <p:cNvSpPr>
            <a:spLocks noGrp="1"/>
          </p:cNvSpPr>
          <p:nvPr>
            <p:ph type="body" sz="quarter" idx="3"/>
          </p:nvPr>
        </p:nvSpPr>
        <p:spPr>
          <a:xfrm>
            <a:off x="695008" y="4387136"/>
            <a:ext cx="5560060" cy="4156234"/>
          </a:xfrm>
          <a:prstGeom prst="rect">
            <a:avLst/>
          </a:prstGeom>
        </p:spPr>
        <p:txBody>
          <a:bodyPr vert="horz" lIns="92492" tIns="46246" rIns="92492" bIns="462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11699" cy="461804"/>
          </a:xfrm>
          <a:prstGeom prst="rect">
            <a:avLst/>
          </a:prstGeom>
        </p:spPr>
        <p:txBody>
          <a:bodyPr vert="horz" lIns="92492" tIns="46246" rIns="92492" bIns="46246"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36768" y="8772668"/>
            <a:ext cx="3011699" cy="461804"/>
          </a:xfrm>
          <a:prstGeom prst="rect">
            <a:avLst/>
          </a:prstGeom>
        </p:spPr>
        <p:txBody>
          <a:bodyPr vert="horz" lIns="92492" tIns="46246" rIns="92492" bIns="46246" rtlCol="0" anchor="b"/>
          <a:lstStyle>
            <a:lvl1pPr algn="r">
              <a:defRPr sz="1200"/>
            </a:lvl1pPr>
          </a:lstStyle>
          <a:p>
            <a:fld id="{4D410189-AC31-7546-878A-F48FDE4A29F5}" type="slidenum">
              <a:rPr lang="en-US" smtClean="0"/>
              <a:t>‹#›</a:t>
            </a:fld>
            <a:endParaRPr lang="en-US" dirty="0"/>
          </a:p>
        </p:txBody>
      </p:sp>
    </p:spTree>
    <p:extLst>
      <p:ext uri="{BB962C8B-B14F-4D97-AF65-F5344CB8AC3E}">
        <p14:creationId xmlns:p14="http://schemas.microsoft.com/office/powerpoint/2010/main" val="525539108"/>
      </p:ext>
    </p:extLst>
  </p:cSld>
  <p:clrMap bg1="lt1" tx1="dk1" bg2="lt2" tx2="dk2" accent1="accent1" accent2="accent2" accent3="accent3" accent4="accent4" accent5="accent5" accent6="accent6" hlink="hlink" folHlink="folHlink"/>
  <p:hf hdr="0" ftr="0" dt="0"/>
  <p:notesStyle>
    <a:lvl1pPr marL="0" algn="l" defTabSz="342900" rtl="0" eaLnBrk="1" latinLnBrk="0" hangingPunct="1">
      <a:defRPr sz="900" kern="1200">
        <a:solidFill>
          <a:schemeClr val="tx1"/>
        </a:solidFill>
        <a:latin typeface="+mn-lt"/>
        <a:ea typeface="+mn-ea"/>
        <a:cs typeface="+mn-cs"/>
      </a:defRPr>
    </a:lvl1pPr>
    <a:lvl2pPr marL="342900" algn="l" defTabSz="342900" rtl="0" eaLnBrk="1" latinLnBrk="0" hangingPunct="1">
      <a:defRPr sz="900" kern="1200">
        <a:solidFill>
          <a:schemeClr val="tx1"/>
        </a:solidFill>
        <a:latin typeface="+mn-lt"/>
        <a:ea typeface="+mn-ea"/>
        <a:cs typeface="+mn-cs"/>
      </a:defRPr>
    </a:lvl2pPr>
    <a:lvl3pPr marL="685800" algn="l" defTabSz="342900" rtl="0" eaLnBrk="1" latinLnBrk="0" hangingPunct="1">
      <a:defRPr sz="900" kern="1200">
        <a:solidFill>
          <a:schemeClr val="tx1"/>
        </a:solidFill>
        <a:latin typeface="+mn-lt"/>
        <a:ea typeface="+mn-ea"/>
        <a:cs typeface="+mn-cs"/>
      </a:defRPr>
    </a:lvl3pPr>
    <a:lvl4pPr marL="1028700" algn="l" defTabSz="342900" rtl="0" eaLnBrk="1" latinLnBrk="0" hangingPunct="1">
      <a:defRPr sz="900" kern="1200">
        <a:solidFill>
          <a:schemeClr val="tx1"/>
        </a:solidFill>
        <a:latin typeface="+mn-lt"/>
        <a:ea typeface="+mn-ea"/>
        <a:cs typeface="+mn-cs"/>
      </a:defRPr>
    </a:lvl4pPr>
    <a:lvl5pPr marL="1371600" algn="l" defTabSz="342900" rtl="0" eaLnBrk="1" latinLnBrk="0" hangingPunct="1">
      <a:defRPr sz="900" kern="1200">
        <a:solidFill>
          <a:schemeClr val="tx1"/>
        </a:solidFill>
        <a:latin typeface="+mn-lt"/>
        <a:ea typeface="+mn-ea"/>
        <a:cs typeface="+mn-cs"/>
      </a:defRPr>
    </a:lvl5pPr>
    <a:lvl6pPr marL="1714500" algn="l" defTabSz="342900" rtl="0" eaLnBrk="1" latinLnBrk="0" hangingPunct="1">
      <a:defRPr sz="900" kern="1200">
        <a:solidFill>
          <a:schemeClr val="tx1"/>
        </a:solidFill>
        <a:latin typeface="+mn-lt"/>
        <a:ea typeface="+mn-ea"/>
        <a:cs typeface="+mn-cs"/>
      </a:defRPr>
    </a:lvl6pPr>
    <a:lvl7pPr marL="2057400" algn="l" defTabSz="342900" rtl="0" eaLnBrk="1" latinLnBrk="0" hangingPunct="1">
      <a:defRPr sz="900" kern="1200">
        <a:solidFill>
          <a:schemeClr val="tx1"/>
        </a:solidFill>
        <a:latin typeface="+mn-lt"/>
        <a:ea typeface="+mn-ea"/>
        <a:cs typeface="+mn-cs"/>
      </a:defRPr>
    </a:lvl7pPr>
    <a:lvl8pPr marL="2400300" algn="l" defTabSz="342900" rtl="0" eaLnBrk="1" latinLnBrk="0" hangingPunct="1">
      <a:defRPr sz="900" kern="1200">
        <a:solidFill>
          <a:schemeClr val="tx1"/>
        </a:solidFill>
        <a:latin typeface="+mn-lt"/>
        <a:ea typeface="+mn-ea"/>
        <a:cs typeface="+mn-cs"/>
      </a:defRPr>
    </a:lvl8pPr>
    <a:lvl9pPr marL="2743200" algn="l" defTabSz="3429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indent="0" algn="just">
              <a:lnSpc>
                <a:spcPts val="1400"/>
              </a:lnSpc>
              <a:spcBef>
                <a:spcPts val="600"/>
              </a:spcBef>
              <a:buFont typeface="Arial" panose="020B0604020202020204" pitchFamily="34" charset="0"/>
              <a:buNone/>
            </a:pPr>
            <a:endParaRPr lang="en-US" sz="1000" baseline="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a:t>
            </a:fld>
            <a:endParaRPr lang="en-US" dirty="0"/>
          </a:p>
        </p:txBody>
      </p:sp>
    </p:spTree>
    <p:extLst>
      <p:ext uri="{BB962C8B-B14F-4D97-AF65-F5344CB8AC3E}">
        <p14:creationId xmlns:p14="http://schemas.microsoft.com/office/powerpoint/2010/main" val="38153918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just">
              <a:lnSpc>
                <a:spcPts val="1400"/>
              </a:lnSpc>
              <a:spcBef>
                <a:spcPts val="600"/>
              </a:spcBef>
              <a:buFont typeface="Arial" panose="020B0604020202020204" pitchFamily="34" charset="0"/>
              <a:buNone/>
            </a:pPr>
            <a:endParaRPr lang="en-US" sz="1200"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2</a:t>
            </a:fld>
            <a:endParaRPr lang="en-US" dirty="0"/>
          </a:p>
        </p:txBody>
      </p:sp>
    </p:spTree>
    <p:extLst>
      <p:ext uri="{BB962C8B-B14F-4D97-AF65-F5344CB8AC3E}">
        <p14:creationId xmlns:p14="http://schemas.microsoft.com/office/powerpoint/2010/main" val="2753045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R="0" algn="just" fontAlgn="auto">
              <a:lnSpc>
                <a:spcPts val="1400"/>
              </a:lnSpc>
              <a:spcBef>
                <a:spcPts val="600"/>
              </a:spcBef>
              <a:buClrTx/>
              <a:buSzTx/>
              <a:tabLst/>
              <a:defRPr/>
            </a:pPr>
            <a:endParaRPr lang="en-US" sz="1200" b="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586645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200" b="0" kern="1200" dirty="0">
              <a:solidFill>
                <a:schemeClr val="tx1"/>
              </a:solidFill>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26835814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defTabSz="342900" rtl="0" eaLnBrk="1" fontAlgn="auto" latinLnBrk="0" hangingPunct="1">
              <a:lnSpc>
                <a:spcPts val="1400"/>
              </a:lnSpc>
              <a:spcBef>
                <a:spcPts val="600"/>
              </a:spcBef>
              <a:spcAft>
                <a:spcPts val="0"/>
              </a:spcAft>
              <a:buClrTx/>
              <a:buSzTx/>
              <a:buFont typeface="Arial" panose="020B0604020202020204" pitchFamily="34" charset="0"/>
              <a:buNone/>
              <a:tabLst/>
              <a:defRPr/>
            </a:pPr>
            <a:endParaRPr lang="en-US" sz="1200" dirty="0">
              <a:latin typeface="Arial" panose="020B0604020202020204" pitchFamily="34" charset="0"/>
              <a:ea typeface="MS Mincho" panose="02020609040205080304" pitchFamily="49" charset="-128"/>
              <a:cs typeface="Arial" panose="020B0604020202020204" pitchFamily="34" charset="0"/>
            </a:endParaRPr>
          </a:p>
        </p:txBody>
      </p:sp>
    </p:spTree>
    <p:extLst>
      <p:ext uri="{BB962C8B-B14F-4D97-AF65-F5344CB8AC3E}">
        <p14:creationId xmlns:p14="http://schemas.microsoft.com/office/powerpoint/2010/main" val="38518725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ts val="1400"/>
              </a:lnSpc>
              <a:spcBef>
                <a:spcPts val="600"/>
              </a:spcBef>
            </a:pPr>
            <a:endParaRPr lang="en-US" sz="120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6</a:t>
            </a:fld>
            <a:endParaRPr lang="en-US" dirty="0"/>
          </a:p>
        </p:txBody>
      </p:sp>
    </p:spTree>
    <p:extLst>
      <p:ext uri="{BB962C8B-B14F-4D97-AF65-F5344CB8AC3E}">
        <p14:creationId xmlns:p14="http://schemas.microsoft.com/office/powerpoint/2010/main" val="22835829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indent="-347472" algn="l">
              <a:lnSpc>
                <a:spcPts val="1400"/>
              </a:lnSpc>
              <a:spcBef>
                <a:spcPts val="600"/>
              </a:spcBef>
              <a:spcAft>
                <a:spcPts val="0"/>
              </a:spcAft>
              <a:buFont typeface="Arial" panose="020B0604020202020204" pitchFamily="34" charset="0"/>
              <a:buChar char="•"/>
            </a:pPr>
            <a:endParaRPr lang="en-US" sz="1200" b="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7</a:t>
            </a:fld>
            <a:endParaRPr lang="en-US" dirty="0"/>
          </a:p>
        </p:txBody>
      </p:sp>
    </p:spTree>
    <p:extLst>
      <p:ext uri="{BB962C8B-B14F-4D97-AF65-F5344CB8AC3E}">
        <p14:creationId xmlns:p14="http://schemas.microsoft.com/office/powerpoint/2010/main" val="34630764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ts val="1400"/>
              </a:lnSpc>
              <a:spcBef>
                <a:spcPts val="600"/>
              </a:spcBef>
              <a:spcAft>
                <a:spcPts val="0"/>
              </a:spcAft>
            </a:pPr>
            <a:endParaRPr lang="en-US" sz="1000" b="0" kern="1200" dirty="0">
              <a:solidFill>
                <a:schemeClr val="tx1"/>
              </a:solidFill>
              <a:effectLst/>
              <a:latin typeface="Arial" panose="020B0604020202020204" pitchFamily="34" charset="0"/>
              <a:ea typeface="+mn-ea"/>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8</a:t>
            </a:fld>
            <a:endParaRPr lang="en-US" dirty="0"/>
          </a:p>
        </p:txBody>
      </p:sp>
    </p:spTree>
    <p:extLst>
      <p:ext uri="{BB962C8B-B14F-4D97-AF65-F5344CB8AC3E}">
        <p14:creationId xmlns:p14="http://schemas.microsoft.com/office/powerpoint/2010/main" val="5043532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just">
              <a:lnSpc>
                <a:spcPts val="1400"/>
              </a:lnSpc>
              <a:spcBef>
                <a:spcPts val="600"/>
              </a:spcBef>
              <a:spcAft>
                <a:spcPts val="0"/>
              </a:spcAft>
              <a:buSzPts val="1000"/>
              <a:buFont typeface="+mj-lt"/>
              <a:buNone/>
            </a:pPr>
            <a:endParaRPr lang="en-US" sz="1200" b="0" kern="12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9</a:t>
            </a:fld>
            <a:endParaRPr lang="en-US" dirty="0"/>
          </a:p>
        </p:txBody>
      </p:sp>
    </p:spTree>
    <p:extLst>
      <p:ext uri="{BB962C8B-B14F-4D97-AF65-F5344CB8AC3E}">
        <p14:creationId xmlns:p14="http://schemas.microsoft.com/office/powerpoint/2010/main" val="42171550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94944" marR="0" lvl="0" indent="-347472" algn="just">
              <a:lnSpc>
                <a:spcPts val="1400"/>
              </a:lnSpc>
              <a:spcBef>
                <a:spcPts val="600"/>
              </a:spcBef>
              <a:spcAft>
                <a:spcPts val="0"/>
              </a:spcAft>
              <a:buSzPts val="1000"/>
              <a:buFont typeface="Courier New" panose="02070309020205020404" pitchFamily="49" charset="0"/>
              <a:buChar char="o"/>
            </a:pPr>
            <a:endParaRPr lang="en-US" sz="1000" kern="1200" dirty="0">
              <a:solidFill>
                <a:schemeClr val="tx1"/>
              </a:solidFill>
              <a:effectLst/>
              <a:latin typeface="Arial" panose="020B0604020202020204" pitchFamily="34" charset="0"/>
              <a:ea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4D410189-AC31-7546-878A-F48FDE4A29F5}" type="slidenum">
              <a:rPr lang="en-US" smtClean="0"/>
              <a:t>10</a:t>
            </a:fld>
            <a:endParaRPr lang="en-US" dirty="0"/>
          </a:p>
        </p:txBody>
      </p:sp>
    </p:spTree>
    <p:extLst>
      <p:ext uri="{BB962C8B-B14F-4D97-AF65-F5344CB8AC3E}">
        <p14:creationId xmlns:p14="http://schemas.microsoft.com/office/powerpoint/2010/main" val="18242308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7472" indent="-347472">
              <a:lnSpc>
                <a:spcPts val="1400"/>
              </a:lnSpc>
              <a:spcBef>
                <a:spcPts val="600"/>
              </a:spcBef>
              <a:buFont typeface="Arial" panose="020B0604020202020204" pitchFamily="34" charset="0"/>
              <a:buChar char="•"/>
            </a:pPr>
            <a:r>
              <a:rPr lang="en-US" sz="1000" dirty="0">
                <a:latin typeface="Arial" panose="020B0604020202020204" pitchFamily="34" charset="0"/>
                <a:cs typeface="Arial" panose="020B0604020202020204" pitchFamily="34" charset="0"/>
              </a:rPr>
              <a:t>Summarize key messages.</a:t>
            </a:r>
          </a:p>
          <a:p>
            <a:pPr marL="0" indent="0">
              <a:lnSpc>
                <a:spcPts val="1400"/>
              </a:lnSpc>
              <a:spcBef>
                <a:spcPts val="600"/>
              </a:spcBef>
              <a:buFont typeface="Arial" panose="020B0604020202020204" pitchFamily="34" charset="0"/>
              <a:buNone/>
            </a:pPr>
            <a:endParaRPr lang="en-US" sz="1000" dirty="0">
              <a:latin typeface="Arial" panose="020B0604020202020204" pitchFamily="34" charset="0"/>
              <a:cs typeface="Arial" panose="020B0604020202020204" pitchFamily="34" charset="0"/>
            </a:endParaRPr>
          </a:p>
          <a:p>
            <a:pPr marL="347472" indent="-347472">
              <a:lnSpc>
                <a:spcPts val="1400"/>
              </a:lnSpc>
              <a:spcBef>
                <a:spcPts val="600"/>
              </a:spcBef>
              <a:buFont typeface="Arial" panose="020B0604020202020204" pitchFamily="34" charset="0"/>
              <a:buChar char="•"/>
            </a:pPr>
            <a:r>
              <a:rPr lang="en-US" sz="1000" dirty="0">
                <a:latin typeface="Arial" panose="020B0604020202020204" pitchFamily="34" charset="0"/>
                <a:cs typeface="Arial" panose="020B0604020202020204" pitchFamily="34" charset="0"/>
              </a:rPr>
              <a:t>Acknowledge efforts.</a:t>
            </a:r>
          </a:p>
          <a:p>
            <a:pPr marL="0" indent="0">
              <a:lnSpc>
                <a:spcPts val="1400"/>
              </a:lnSpc>
              <a:spcBef>
                <a:spcPts val="600"/>
              </a:spcBef>
              <a:buFont typeface="Arial" panose="020B0604020202020204" pitchFamily="34" charset="0"/>
              <a:buNone/>
            </a:pPr>
            <a:endParaRPr lang="en-US" sz="1000" dirty="0">
              <a:latin typeface="Arial" panose="020B0604020202020204" pitchFamily="34" charset="0"/>
              <a:cs typeface="Arial" panose="020B0604020202020204" pitchFamily="34" charset="0"/>
            </a:endParaRPr>
          </a:p>
          <a:p>
            <a:pPr marL="347472" indent="-347472">
              <a:lnSpc>
                <a:spcPts val="1400"/>
              </a:lnSpc>
              <a:spcBef>
                <a:spcPts val="600"/>
              </a:spcBef>
              <a:buFont typeface="Arial" panose="020B0604020202020204" pitchFamily="34" charset="0"/>
              <a:buChar char="•"/>
            </a:pPr>
            <a:r>
              <a:rPr lang="en-US" sz="1000" dirty="0">
                <a:latin typeface="Arial" panose="020B0604020202020204" pitchFamily="34" charset="0"/>
                <a:cs typeface="Arial" panose="020B0604020202020204" pitchFamily="34" charset="0"/>
              </a:rPr>
              <a:t>Commitment to coordinate and meet the dates agreed upon in the work programme.</a:t>
            </a:r>
          </a:p>
        </p:txBody>
      </p:sp>
      <p:sp>
        <p:nvSpPr>
          <p:cNvPr id="4" name="Slide Number Placeholder 3"/>
          <p:cNvSpPr>
            <a:spLocks noGrp="1"/>
          </p:cNvSpPr>
          <p:nvPr>
            <p:ph type="sldNum" sz="quarter" idx="10"/>
          </p:nvPr>
        </p:nvSpPr>
        <p:spPr/>
        <p:txBody>
          <a:bodyPr/>
          <a:lstStyle/>
          <a:p>
            <a:pPr>
              <a:defRPr/>
            </a:pPr>
            <a:fld id="{F177551F-2C26-5D4E-AA97-F437309E4641}" type="slidenum">
              <a:rPr lang="en-US" smtClean="0"/>
              <a:pPr>
                <a:defRPr/>
              </a:pPr>
              <a:t>11</a:t>
            </a:fld>
            <a:endParaRPr lang="en-US" dirty="0"/>
          </a:p>
        </p:txBody>
      </p:sp>
    </p:spTree>
    <p:extLst>
      <p:ext uri="{BB962C8B-B14F-4D97-AF65-F5344CB8AC3E}">
        <p14:creationId xmlns:p14="http://schemas.microsoft.com/office/powerpoint/2010/main" val="193375562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www.iaasb.org/" TargetMode="External"/><Relationship Id="rId7"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png"/><Relationship Id="rId11" Type="http://schemas.openxmlformats.org/officeDocument/2006/relationships/hyperlink" Target="mailto:permissions@ifac.org" TargetMode="External"/><Relationship Id="rId5" Type="http://schemas.openxmlformats.org/officeDocument/2006/relationships/image" Target="../media/image8.png"/><Relationship Id="rId10" Type="http://schemas.openxmlformats.org/officeDocument/2006/relationships/hyperlink" Target="http://www.ifac.org/about-ifac/translations-permissions" TargetMode="External"/><Relationship Id="rId4" Type="http://schemas.openxmlformats.org/officeDocument/2006/relationships/image" Target="../media/image7.png"/><Relationship Id="rId9"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9" name="Picture 8" descr="Page topper.jpg"/>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07"/>
            <a:ext cx="9144000" cy="2345159"/>
          </a:xfrm>
          <a:prstGeom prst="rect">
            <a:avLst/>
          </a:prstGeom>
        </p:spPr>
      </p:pic>
    </p:spTree>
    <p:extLst>
      <p:ext uri="{BB962C8B-B14F-4D97-AF65-F5344CB8AC3E}">
        <p14:creationId xmlns:p14="http://schemas.microsoft.com/office/powerpoint/2010/main" val="3121637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l="210" t="12331" r="-210" b="13383"/>
          <a:stretch/>
        </p:blipFill>
        <p:spPr>
          <a:xfrm>
            <a:off x="1" y="1"/>
            <a:ext cx="9156700" cy="2377439"/>
          </a:xfrm>
          <a:prstGeom prst="rect">
            <a:avLst/>
          </a:prstGeom>
        </p:spPr>
      </p:pic>
    </p:spTree>
    <p:extLst>
      <p:ext uri="{BB962C8B-B14F-4D97-AF65-F5344CB8AC3E}">
        <p14:creationId xmlns:p14="http://schemas.microsoft.com/office/powerpoint/2010/main" val="283887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option 2">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8" name="Picture 7"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0519"/>
            <a:ext cx="2790252" cy="490055"/>
          </a:xfrm>
          <a:prstGeom prst="rect">
            <a:avLst/>
          </a:prstGeom>
        </p:spPr>
      </p:pic>
      <p:pic>
        <p:nvPicPr>
          <p:cNvPr id="2" name="Picture 1"/>
          <p:cNvPicPr>
            <a:picLocks noChangeAspect="1"/>
          </p:cNvPicPr>
          <p:nvPr userDrawn="1"/>
        </p:nvPicPr>
        <p:blipFill rotWithShape="1">
          <a:blip r:embed="rId3">
            <a:extLst>
              <a:ext uri="{28A0092B-C50C-407E-A947-70E740481C1C}">
                <a14:useLocalDpi xmlns:a14="http://schemas.microsoft.com/office/drawing/2010/main" val="0"/>
              </a:ext>
            </a:extLst>
          </a:blip>
          <a:srcRect l="-76"/>
          <a:stretch/>
        </p:blipFill>
        <p:spPr>
          <a:xfrm>
            <a:off x="-12701" y="-26572"/>
            <a:ext cx="9156701" cy="2405255"/>
          </a:xfrm>
          <a:prstGeom prst="rect">
            <a:avLst/>
          </a:prstGeom>
        </p:spPr>
      </p:pic>
    </p:spTree>
    <p:extLst>
      <p:ext uri="{BB962C8B-B14F-4D97-AF65-F5344CB8AC3E}">
        <p14:creationId xmlns:p14="http://schemas.microsoft.com/office/powerpoint/2010/main" val="5795271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ansition or Title Slide">
    <p:spTree>
      <p:nvGrpSpPr>
        <p:cNvPr id="1" name=""/>
        <p:cNvGrpSpPr/>
        <p:nvPr/>
      </p:nvGrpSpPr>
      <p:grpSpPr>
        <a:xfrm>
          <a:off x="0" y="0"/>
          <a:ext cx="0" cy="0"/>
          <a:chOff x="0" y="0"/>
          <a:chExt cx="0" cy="0"/>
        </a:xfrm>
      </p:grpSpPr>
      <p:sp>
        <p:nvSpPr>
          <p:cNvPr id="20" name="Rectangle 19"/>
          <p:cNvSpPr/>
          <p:nvPr userDrawn="1"/>
        </p:nvSpPr>
        <p:spPr>
          <a:xfrm>
            <a:off x="0" y="2"/>
            <a:ext cx="9144000" cy="431799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11" name="Title 1"/>
          <p:cNvSpPr>
            <a:spLocks noGrp="1"/>
          </p:cNvSpPr>
          <p:nvPr>
            <p:ph type="ctrTitle"/>
          </p:nvPr>
        </p:nvSpPr>
        <p:spPr>
          <a:xfrm>
            <a:off x="685800" y="2568724"/>
            <a:ext cx="7893383" cy="1093770"/>
          </a:xfrm>
        </p:spPr>
        <p:txBody>
          <a:bodyPr anchor="t">
            <a:normAutofit/>
          </a:bodyPr>
          <a:lstStyle>
            <a:lvl1pPr>
              <a:defRPr sz="2400">
                <a:solidFill>
                  <a:schemeClr val="accent3"/>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21" name="Subtitle 2"/>
          <p:cNvSpPr>
            <a:spLocks noGrp="1"/>
          </p:cNvSpPr>
          <p:nvPr>
            <p:ph type="subTitle" idx="1"/>
          </p:nvPr>
        </p:nvSpPr>
        <p:spPr>
          <a:xfrm>
            <a:off x="685801" y="3721101"/>
            <a:ext cx="4732867" cy="919473"/>
          </a:xfrm>
        </p:spPr>
        <p:txBody>
          <a:bodyPr anchor="b"/>
          <a:lstStyle>
            <a:lvl1pPr marL="0" indent="0" algn="l">
              <a:buNone/>
              <a:defRPr sz="1350">
                <a:solidFill>
                  <a:schemeClr val="tx1">
                    <a:lumMod val="65000"/>
                    <a:lumOff val="3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pic>
        <p:nvPicPr>
          <p:cNvPr id="7" name="Picture 6" descr="IAASB Logo with FullName.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802454" y="4152900"/>
            <a:ext cx="2776694" cy="487674"/>
          </a:xfrm>
          <a:prstGeom prst="rect">
            <a:avLst/>
          </a:prstGeom>
        </p:spPr>
      </p:pic>
      <p:pic>
        <p:nvPicPr>
          <p:cNvPr id="9" name="Picture 8" descr="Ribbon_orange_top.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bwMode="auto">
          <a:xfrm>
            <a:off x="0" y="1201152"/>
            <a:ext cx="9144000" cy="12360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325885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Standard content sli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lvl1pPr>
              <a:defRPr>
                <a:solidFill>
                  <a:srgbClr val="808080"/>
                </a:solidFill>
              </a:defRPr>
            </a:lvl1pPr>
            <a:lvl2pPr>
              <a:defRPr>
                <a:solidFill>
                  <a:srgbClr val="808080"/>
                </a:solidFill>
              </a:defRPr>
            </a:lvl2pPr>
            <a:lvl3pPr>
              <a:defRPr>
                <a:solidFill>
                  <a:srgbClr val="808080"/>
                </a:solidFill>
              </a:defRPr>
            </a:lvl3pPr>
            <a:lvl4pPr marL="642938" indent="-171450">
              <a:defRPr>
                <a:solidFill>
                  <a:srgbClr val="808080"/>
                </a:solidFill>
                <a:latin typeface="Arial" panose="020B0604020202020204" pitchFamily="34" charset="0"/>
                <a:cs typeface="Arial" panose="020B0604020202020204" pitchFamily="34" charset="0"/>
              </a:defRPr>
            </a:lvl4pPr>
            <a:lvl5pPr marL="813197" indent="-171450">
              <a:defRPr>
                <a:solidFill>
                  <a:srgbClr val="808080"/>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a:xfrm>
            <a:off x="5928852" y="4883295"/>
            <a:ext cx="2757948" cy="228309"/>
          </a:xfrm>
        </p:spPr>
        <p:txBody>
          <a:bodyPr/>
          <a:lstStyle>
            <a:lvl1pPr marL="0" marR="0" indent="0" algn="r" defTabSz="342900" rtl="0" eaLnBrk="1" fontAlgn="auto" latinLnBrk="0" hangingPunct="1">
              <a:lnSpc>
                <a:spcPct val="100000"/>
              </a:lnSpc>
              <a:spcBef>
                <a:spcPts val="0"/>
              </a:spcBef>
              <a:spcAft>
                <a:spcPts val="0"/>
              </a:spcAft>
              <a:buClrTx/>
              <a:buSzTx/>
              <a:buFontTx/>
              <a:buNone/>
              <a:tabLst/>
              <a:defRPr sz="675">
                <a:solidFill>
                  <a:srgbClr val="808080"/>
                </a:solidFill>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r>
              <a:rPr lang="en-US" dirty="0">
                <a:latin typeface="Arial" panose="020B0604020202020204" pitchFamily="34" charset="0"/>
                <a:cs typeface="MS PGothic" charset="0"/>
              </a:rPr>
              <a:t>  |  Confidential and Proprietary Information</a:t>
            </a:r>
          </a:p>
        </p:txBody>
      </p:sp>
    </p:spTree>
    <p:extLst>
      <p:ext uri="{BB962C8B-B14F-4D97-AF65-F5344CB8AC3E}">
        <p14:creationId xmlns:p14="http://schemas.microsoft.com/office/powerpoint/2010/main" val="2576669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p:cNvSpPr/>
          <p:nvPr userDrawn="1"/>
        </p:nvSpPr>
        <p:spPr>
          <a:xfrm>
            <a:off x="0" y="1208161"/>
            <a:ext cx="9144000" cy="3939164"/>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6" name="Slide Number Placeholder 5"/>
          <p:cNvSpPr>
            <a:spLocks noGrp="1"/>
          </p:cNvSpPr>
          <p:nvPr>
            <p:ph type="sldNum" sz="quarter" idx="12"/>
          </p:nvPr>
        </p:nvSpPr>
        <p:spPr/>
        <p:txBody>
          <a:bodyPr/>
          <a:lstStyle>
            <a:lvl1pPr algn="r">
              <a:defRPr/>
            </a:lvl1pPr>
          </a:lstStyle>
          <a:p>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t>‹#›</a:t>
            </a:fld>
            <a:endParaRPr lang="en-US" dirty="0">
              <a:latin typeface="Arial" panose="020B0604020202020204" pitchFamily="34" charset="0"/>
              <a:cs typeface="Arial" panose="020B0604020202020204" pitchFamily="34" charset="0"/>
            </a:endParaRPr>
          </a:p>
        </p:txBody>
      </p:sp>
      <p:cxnSp>
        <p:nvCxnSpPr>
          <p:cNvPr id="13" name="Straight Connector 12"/>
          <p:cNvCxnSpPr/>
          <p:nvPr userDrawn="1"/>
        </p:nvCxnSpPr>
        <p:spPr>
          <a:xfrm>
            <a:off x="0" y="4299439"/>
            <a:ext cx="9144000" cy="0"/>
          </a:xfrm>
          <a:prstGeom prst="line">
            <a:avLst/>
          </a:prstGeom>
          <a:ln w="9525">
            <a:solidFill>
              <a:schemeClr val="accent4"/>
            </a:solidFill>
          </a:ln>
          <a:effectLst/>
        </p:spPr>
        <p:style>
          <a:lnRef idx="2">
            <a:schemeClr val="accent1"/>
          </a:lnRef>
          <a:fillRef idx="0">
            <a:schemeClr val="accent1"/>
          </a:fillRef>
          <a:effectRef idx="1">
            <a:schemeClr val="accent1"/>
          </a:effectRef>
          <a:fontRef idx="minor">
            <a:schemeClr val="tx1"/>
          </a:fontRef>
        </p:style>
      </p:cxnSp>
      <p:sp>
        <p:nvSpPr>
          <p:cNvPr id="14" name="Rectangle 13"/>
          <p:cNvSpPr/>
          <p:nvPr userDrawn="1"/>
        </p:nvSpPr>
        <p:spPr>
          <a:xfrm>
            <a:off x="0" y="4299438"/>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19399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200151"/>
            <a:ext cx="4038600" cy="3394472"/>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Slide Number Placeholder 6"/>
          <p:cNvSpPr>
            <a:spLocks noGrp="1"/>
          </p:cNvSpPr>
          <p:nvPr>
            <p:ph type="sldNum" sz="quarter" idx="12"/>
          </p:nvPr>
        </p:nvSpPr>
        <p:spPr>
          <a:xfrm>
            <a:off x="6606012" y="4873085"/>
            <a:ext cx="2080788" cy="251831"/>
          </a:xfrm>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75203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013017"/>
            <a:ext cx="4040188"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502736"/>
            <a:ext cx="4040188"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026" y="1013017"/>
            <a:ext cx="4041775" cy="360497"/>
          </a:xfrm>
        </p:spPr>
        <p:txBody>
          <a:bodyPr anchor="b"/>
          <a:lstStyle>
            <a:lvl1pPr marL="0" indent="0">
              <a:buNone/>
              <a:defRPr sz="15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502736"/>
            <a:ext cx="4041775" cy="2963466"/>
          </a:xfrm>
        </p:spPr>
        <p:txBody>
          <a:bodyPr/>
          <a:lstStyle>
            <a:lvl1pPr>
              <a:defRPr sz="1500">
                <a:solidFill>
                  <a:schemeClr val="tx1">
                    <a:lumMod val="65000"/>
                    <a:lumOff val="35000"/>
                  </a:schemeClr>
                </a:solidFill>
              </a:defRPr>
            </a:lvl1pPr>
            <a:lvl2pPr>
              <a:defRPr sz="1350">
                <a:solidFill>
                  <a:schemeClr val="tx1">
                    <a:lumMod val="65000"/>
                    <a:lumOff val="35000"/>
                  </a:schemeClr>
                </a:solidFill>
              </a:defRPr>
            </a:lvl2pPr>
            <a:lvl3pPr>
              <a:defRPr sz="1200">
                <a:solidFill>
                  <a:schemeClr val="tx1">
                    <a:lumMod val="65000"/>
                    <a:lumOff val="35000"/>
                  </a:schemeClr>
                </a:solidFill>
              </a:defRPr>
            </a:lvl3pPr>
            <a:lvl4pPr marL="641747" indent="-171450">
              <a:defRPr sz="1050">
                <a:solidFill>
                  <a:schemeClr val="tx1">
                    <a:lumMod val="65000"/>
                    <a:lumOff val="35000"/>
                  </a:schemeClr>
                </a:solidFill>
                <a:latin typeface="Arial" panose="020B0604020202020204" pitchFamily="34" charset="0"/>
                <a:cs typeface="Arial" panose="020B0604020202020204" pitchFamily="34" charset="0"/>
              </a:defRPr>
            </a:lvl4pPr>
            <a:lvl5pPr marL="813197" indent="-171450">
              <a:defRPr sz="1050">
                <a:solidFill>
                  <a:schemeClr val="tx1">
                    <a:lumMod val="65000"/>
                    <a:lumOff val="35000"/>
                  </a:schemeClr>
                </a:solidFill>
                <a:latin typeface="Arial" panose="020B0604020202020204" pitchFamily="34" charset="0"/>
                <a:cs typeface="Arial" panose="020B0604020202020204" pitchFamily="34" charset="0"/>
              </a:defRPr>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8"/>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5498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Slide Number Placeholder 4"/>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9045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4776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ack Cover">
    <p:spTree>
      <p:nvGrpSpPr>
        <p:cNvPr id="1" name=""/>
        <p:cNvGrpSpPr/>
        <p:nvPr/>
      </p:nvGrpSpPr>
      <p:grpSpPr>
        <a:xfrm>
          <a:off x="0" y="0"/>
          <a:ext cx="0" cy="0"/>
          <a:chOff x="0" y="0"/>
          <a:chExt cx="0" cy="0"/>
        </a:xfrm>
      </p:grpSpPr>
      <p:pic>
        <p:nvPicPr>
          <p:cNvPr id="7"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auto">
          <a:xfrm>
            <a:off x="2268002" y="1561874"/>
            <a:ext cx="4393108" cy="732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userDrawn="1"/>
        </p:nvSpPr>
        <p:spPr>
          <a:xfrm>
            <a:off x="3821898" y="3756887"/>
            <a:ext cx="1310039" cy="300082"/>
          </a:xfrm>
          <a:prstGeom prst="rect">
            <a:avLst/>
          </a:prstGeom>
        </p:spPr>
        <p:txBody>
          <a:bodyPr wrap="none">
            <a:spAutoFit/>
          </a:bodyPr>
          <a:lstStyle/>
          <a:p>
            <a:pPr marL="0" marR="0">
              <a:spcBef>
                <a:spcPts val="0"/>
              </a:spcBef>
              <a:spcAft>
                <a:spcPts val="0"/>
              </a:spcAft>
            </a:pPr>
            <a:r>
              <a:rPr lang="en-US" sz="1350" u="none" dirty="0">
                <a:solidFill>
                  <a:srgbClr val="1F497D"/>
                </a:solidFill>
                <a:effectLst/>
                <a:latin typeface="Arial" panose="020B0604020202020204" pitchFamily="34" charset="0"/>
                <a:ea typeface="Calibri" panose="020F0502020204030204" pitchFamily="34" charset="0"/>
                <a:cs typeface="Arial" panose="020B0604020202020204" pitchFamily="34" charset="0"/>
                <a:hlinkClick r:id="rId3"/>
              </a:rPr>
              <a:t>www.iaasb.org</a:t>
            </a:r>
            <a:endParaRPr lang="en-US" sz="1500" u="none" dirty="0">
              <a:effectLst/>
              <a:latin typeface="Arial" panose="020B0604020202020204" pitchFamily="34" charset="0"/>
              <a:ea typeface="Calibri" panose="020F0502020204030204" pitchFamily="34" charset="0"/>
              <a:cs typeface="Arial" panose="020B0604020202020204" pitchFamily="34" charset="0"/>
            </a:endParaRPr>
          </a:p>
        </p:txBody>
      </p:sp>
      <p:sp>
        <p:nvSpPr>
          <p:cNvPr id="5" name="Rectangle 5"/>
          <p:cNvSpPr>
            <a:spLocks noChangeArrowheads="1"/>
          </p:cNvSpPr>
          <p:nvPr userDrawn="1"/>
        </p:nvSpPr>
        <p:spPr bwMode="auto">
          <a:xfrm flipH="1">
            <a:off x="381000" y="4822821"/>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3" name="Picture 2"/>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83130" y="4168326"/>
            <a:ext cx="577805" cy="193152"/>
          </a:xfrm>
          <a:prstGeom prst="rect">
            <a:avLst/>
          </a:prstGeom>
        </p:spPr>
      </p:pic>
      <p:pic>
        <p:nvPicPr>
          <p:cNvPr id="4" name="Picture 3"/>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2149166" y="4175640"/>
            <a:ext cx="437481" cy="193152"/>
          </a:xfrm>
          <a:prstGeom prst="rect">
            <a:avLst/>
          </a:prstGeom>
        </p:spPr>
      </p:pic>
      <p:pic>
        <p:nvPicPr>
          <p:cNvPr id="6" name="Picture 5"/>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474878" y="4165672"/>
            <a:ext cx="577805" cy="193152"/>
          </a:xfrm>
          <a:prstGeom prst="rect">
            <a:avLst/>
          </a:prstGeom>
        </p:spPr>
      </p:pic>
      <p:pic>
        <p:nvPicPr>
          <p:cNvPr id="8" name="Picture 7"/>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4940914" y="4168326"/>
            <a:ext cx="577805" cy="234424"/>
          </a:xfrm>
          <a:prstGeom prst="rect">
            <a:avLst/>
          </a:prstGeom>
        </p:spPr>
      </p:pic>
      <p:pic>
        <p:nvPicPr>
          <p:cNvPr id="9" name="Picture 8"/>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6406950" y="4168326"/>
            <a:ext cx="577805" cy="193152"/>
          </a:xfrm>
          <a:prstGeom prst="rect">
            <a:avLst/>
          </a:prstGeom>
        </p:spPr>
      </p:pic>
      <p:pic>
        <p:nvPicPr>
          <p:cNvPr id="10" name="Picture 9"/>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7872984" y="4165202"/>
            <a:ext cx="577805" cy="193152"/>
          </a:xfrm>
          <a:prstGeom prst="rect">
            <a:avLst/>
          </a:prstGeom>
        </p:spPr>
      </p:pic>
      <p:sp>
        <p:nvSpPr>
          <p:cNvPr id="11" name="Rectangle 10"/>
          <p:cNvSpPr/>
          <p:nvPr userDrawn="1"/>
        </p:nvSpPr>
        <p:spPr>
          <a:xfrm>
            <a:off x="698501" y="4608029"/>
            <a:ext cx="8128000" cy="230832"/>
          </a:xfrm>
          <a:prstGeom prst="rect">
            <a:avLst/>
          </a:prstGeom>
        </p:spPr>
        <p:txBody>
          <a:bodyPr wrap="square">
            <a:spAutoFit/>
          </a:bodyPr>
          <a:lstStyle/>
          <a:p>
            <a:pPr algn="l"/>
            <a:r>
              <a:rPr lang="en-US" sz="900" dirty="0">
                <a:effectLst/>
                <a:latin typeface="Arial" panose="020B0604020202020204" pitchFamily="34" charset="0"/>
                <a:ea typeface="Calibri" panose="020F0502020204030204" pitchFamily="34" charset="0"/>
              </a:rPr>
              <a:t>For copyright, trademark, and permissions information, please go to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0"/>
              </a:rPr>
              <a:t>permissions</a:t>
            </a:r>
            <a:r>
              <a:rPr lang="en-US" sz="900" dirty="0">
                <a:effectLst/>
                <a:latin typeface="Arial" panose="020B0604020202020204" pitchFamily="34" charset="0"/>
                <a:ea typeface="Calibri" panose="020F0502020204030204" pitchFamily="34" charset="0"/>
              </a:rPr>
              <a:t> or contact </a:t>
            </a:r>
            <a:r>
              <a:rPr lang="en-US" sz="900" u="sng" dirty="0">
                <a:solidFill>
                  <a:srgbClr val="0563C1"/>
                </a:solidFill>
                <a:effectLst/>
                <a:latin typeface="Arial" panose="020B0604020202020204" pitchFamily="34" charset="0"/>
                <a:ea typeface="Calibri" panose="020F0502020204030204" pitchFamily="34" charset="0"/>
                <a:cs typeface="Times New Roman" panose="02020603050405020304" pitchFamily="18" charset="0"/>
                <a:hlinkClick r:id="rId11"/>
              </a:rPr>
              <a:t>permissions@ifac.org</a:t>
            </a:r>
            <a:r>
              <a:rPr lang="en-US" sz="900" dirty="0">
                <a:effectLst/>
                <a:latin typeface="Arial" panose="020B0604020202020204" pitchFamily="34" charset="0"/>
                <a:ea typeface="Calibri" panose="020F0502020204030204" pitchFamily="34" charset="0"/>
              </a:rPr>
              <a:t>.</a:t>
            </a:r>
            <a:endParaRPr lang="en-US" sz="900" dirty="0"/>
          </a:p>
        </p:txBody>
      </p:sp>
    </p:spTree>
    <p:extLst>
      <p:ext uri="{BB962C8B-B14F-4D97-AF65-F5344CB8AC3E}">
        <p14:creationId xmlns:p14="http://schemas.microsoft.com/office/powerpoint/2010/main" val="375457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143500"/>
          </a:xfrm>
          <a:prstGeom prst="rect">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dirty="0"/>
          </a:p>
        </p:txBody>
      </p:sp>
      <p:sp>
        <p:nvSpPr>
          <p:cNvPr id="12" name="Rectangle 5"/>
          <p:cNvSpPr>
            <a:spLocks noChangeArrowheads="1"/>
          </p:cNvSpPr>
          <p:nvPr userDrawn="1"/>
        </p:nvSpPr>
        <p:spPr bwMode="auto">
          <a:xfrm>
            <a:off x="0" y="1198961"/>
            <a:ext cx="9144000" cy="3950208"/>
          </a:xfrm>
          <a:prstGeom prst="rect">
            <a:avLst/>
          </a:prstGeom>
          <a:gradFill rotWithShape="0">
            <a:gsLst>
              <a:gs pos="0">
                <a:srgbClr val="18276E"/>
              </a:gs>
              <a:gs pos="100000">
                <a:srgbClr val="0092D2"/>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dirty="0"/>
          </a:p>
        </p:txBody>
      </p:sp>
      <p:pic>
        <p:nvPicPr>
          <p:cNvPr id="13" name="Picture 6" descr="Ribbon_orange_1.25in_width.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514600" y="1198961"/>
            <a:ext cx="6629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4267200" y="1398986"/>
            <a:ext cx="4648200" cy="742950"/>
          </a:xfrm>
        </p:spPr>
        <p:txBody>
          <a:bodyPr anchor="ctr"/>
          <a:lstStyle/>
          <a:p>
            <a:r>
              <a:rPr lang="en-US"/>
              <a:t>Click to edit Master title style</a:t>
            </a:r>
            <a:endParaRPr lang="en-US" dirty="0"/>
          </a:p>
        </p:txBody>
      </p:sp>
      <p:sp>
        <p:nvSpPr>
          <p:cNvPr id="8" name="Subtitle 2"/>
          <p:cNvSpPr>
            <a:spLocks noGrp="1"/>
          </p:cNvSpPr>
          <p:nvPr>
            <p:ph type="subTitle" idx="1"/>
          </p:nvPr>
        </p:nvSpPr>
        <p:spPr>
          <a:xfrm>
            <a:off x="4267200" y="2484835"/>
            <a:ext cx="3060700" cy="1314450"/>
          </a:xfrm>
        </p:spPr>
        <p:txBody>
          <a:bodyPr lIns="0" tIns="0" rIns="0" bIns="0"/>
          <a:lstStyle>
            <a:lvl1pPr marL="0" indent="0" algn="l">
              <a:buNone/>
              <a:defRPr sz="1400">
                <a:solidFill>
                  <a:schemeClr val="bg1"/>
                </a:solidFill>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dirty="0"/>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14185" y="384188"/>
            <a:ext cx="2056917" cy="600560"/>
          </a:xfrm>
          <a:prstGeom prst="rect">
            <a:avLst/>
          </a:prstGeom>
        </p:spPr>
      </p:pic>
    </p:spTree>
    <p:extLst>
      <p:ext uri="{BB962C8B-B14F-4D97-AF65-F5344CB8AC3E}">
        <p14:creationId xmlns:p14="http://schemas.microsoft.com/office/powerpoint/2010/main" val="38777918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3401677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userDrawn="1"/>
        </p:nvSpPr>
        <p:spPr>
          <a:xfrm>
            <a:off x="0" y="427437"/>
            <a:ext cx="9144000" cy="403875"/>
          </a:xfrm>
          <a:prstGeom prst="rect">
            <a:avLst/>
          </a:prstGeom>
          <a:gradFill flip="none" rotWithShape="1">
            <a:gsLst>
              <a:gs pos="0">
                <a:schemeClr val="accent2"/>
              </a:gs>
              <a:gs pos="70000">
                <a:schemeClr val="accent1"/>
              </a:gs>
            </a:gsLst>
            <a:lin ang="0" scaled="1"/>
            <a:tileRect/>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50" dirty="0"/>
          </a:p>
        </p:txBody>
      </p:sp>
      <p:sp>
        <p:nvSpPr>
          <p:cNvPr id="2" name="Title Placeholder 1"/>
          <p:cNvSpPr>
            <a:spLocks noGrp="1"/>
          </p:cNvSpPr>
          <p:nvPr>
            <p:ph type="title"/>
          </p:nvPr>
        </p:nvSpPr>
        <p:spPr>
          <a:xfrm>
            <a:off x="457200" y="427437"/>
            <a:ext cx="8229600" cy="403875"/>
          </a:xfrm>
          <a:prstGeom prst="rect">
            <a:avLst/>
          </a:prstGeom>
        </p:spPr>
        <p:txBody>
          <a:bodyPr vert="horz" lIns="0" tIns="0" rIns="0" bIns="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200151"/>
            <a:ext cx="8229600" cy="3188677"/>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4985" y="4883295"/>
            <a:ext cx="2057400" cy="228309"/>
          </a:xfrm>
          <a:prstGeom prst="rect">
            <a:avLst/>
          </a:prstGeom>
        </p:spPr>
        <p:txBody>
          <a:bodyPr vert="horz" lIns="91440" tIns="45720" rIns="91440" bIns="45720" rtlCol="0" anchor="ctr"/>
          <a:lstStyle>
            <a:lvl1pPr algn="l">
              <a:defRPr sz="675">
                <a:solidFill>
                  <a:schemeClr val="tx1">
                    <a:tint val="75000"/>
                  </a:schemeClr>
                </a:solidFill>
                <a:latin typeface="Arial" panose="020B0604020202020204" pitchFamily="34" charset="0"/>
              </a:defRPr>
            </a:lvl1pPr>
          </a:lstStyle>
          <a:p>
            <a:endParaRPr lang="en-US" dirty="0"/>
          </a:p>
        </p:txBody>
      </p:sp>
      <p:sp>
        <p:nvSpPr>
          <p:cNvPr id="5" name="Footer Placeholder 4"/>
          <p:cNvSpPr>
            <a:spLocks noGrp="1"/>
          </p:cNvSpPr>
          <p:nvPr>
            <p:ph type="ftr" sz="quarter" idx="3"/>
          </p:nvPr>
        </p:nvSpPr>
        <p:spPr>
          <a:xfrm>
            <a:off x="3016148" y="4883295"/>
            <a:ext cx="3086100" cy="228309"/>
          </a:xfrm>
          <a:prstGeom prst="rect">
            <a:avLst/>
          </a:prstGeom>
        </p:spPr>
        <p:txBody>
          <a:bodyPr vert="horz" lIns="91440" tIns="45720" rIns="91440" bIns="45720" rtlCol="0" anchor="ctr"/>
          <a:lstStyle>
            <a:lvl1pPr algn="ctr">
              <a:defRPr sz="675">
                <a:solidFill>
                  <a:schemeClr val="tx1">
                    <a:tint val="75000"/>
                  </a:schemeClr>
                </a:solidFill>
                <a:latin typeface="Arial" panose="020B0604020202020204" pitchFamily="34" charset="0"/>
              </a:defRPr>
            </a:lvl1pPr>
          </a:lstStyle>
          <a:p>
            <a:endParaRPr lang="en-US" dirty="0"/>
          </a:p>
        </p:txBody>
      </p:sp>
      <p:sp>
        <p:nvSpPr>
          <p:cNvPr id="6" name="Slide Number Placeholder 5"/>
          <p:cNvSpPr>
            <a:spLocks noGrp="1"/>
          </p:cNvSpPr>
          <p:nvPr>
            <p:ph type="sldNum" sz="quarter" idx="4"/>
          </p:nvPr>
        </p:nvSpPr>
        <p:spPr>
          <a:xfrm>
            <a:off x="6606012" y="4883295"/>
            <a:ext cx="2080788" cy="228309"/>
          </a:xfrm>
          <a:prstGeom prst="rect">
            <a:avLst/>
          </a:prstGeom>
        </p:spPr>
        <p:txBody>
          <a:bodyPr vert="horz" lIns="0" tIns="0" rIns="0" bIns="0" rtlCol="0" anchor="ctr"/>
          <a:lstStyle>
            <a:lvl1pPr algn="ctr">
              <a:defRPr sz="675">
                <a:solidFill>
                  <a:srgbClr val="808080"/>
                </a:solidFill>
                <a:latin typeface="Arial Narrow"/>
                <a:cs typeface="Arial Narrow"/>
              </a:defRPr>
            </a:lvl1pPr>
          </a:lstStyle>
          <a:p>
            <a:pPr algn="r"/>
            <a:r>
              <a:rPr lang="en-US" dirty="0">
                <a:latin typeface="Arial" panose="020B0604020202020204" pitchFamily="34" charset="0"/>
                <a:cs typeface="MS PGothic" charset="0"/>
              </a:rPr>
              <a:t>Page </a:t>
            </a:r>
            <a:fld id="{95158037-59F0-9C4B-B231-1C776117AADA}" type="slidenum">
              <a:rPr lang="en-US" smtClean="0">
                <a:latin typeface="Arial" panose="020B0604020202020204" pitchFamily="34" charset="0"/>
                <a:cs typeface="Arial" panose="020B0604020202020204" pitchFamily="34" charset="0"/>
              </a:rPr>
              <a:pPr algn="r"/>
              <a:t>‹#›</a:t>
            </a:fld>
            <a:endParaRPr lang="en-US" dirty="0">
              <a:latin typeface="Arial" panose="020B0604020202020204" pitchFamily="34" charset="0"/>
              <a:cs typeface="Arial" panose="020B0604020202020204" pitchFamily="34" charset="0"/>
            </a:endParaRPr>
          </a:p>
        </p:txBody>
      </p:sp>
      <p:sp>
        <p:nvSpPr>
          <p:cNvPr id="14" name="Rectangle 5"/>
          <p:cNvSpPr>
            <a:spLocks noChangeArrowheads="1"/>
          </p:cNvSpPr>
          <p:nvPr userDrawn="1"/>
        </p:nvSpPr>
        <p:spPr bwMode="auto">
          <a:xfrm flipH="1">
            <a:off x="381000" y="4822228"/>
            <a:ext cx="8763000" cy="34529"/>
          </a:xfrm>
          <a:prstGeom prst="rect">
            <a:avLst/>
          </a:prstGeom>
          <a:gradFill rotWithShape="1">
            <a:gsLst>
              <a:gs pos="0">
                <a:srgbClr val="D53D20"/>
              </a:gs>
              <a:gs pos="999">
                <a:srgbClr val="D53D20"/>
              </a:gs>
              <a:gs pos="100000">
                <a:srgbClr val="E58D23"/>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dirty="0"/>
          </a:p>
        </p:txBody>
      </p:sp>
      <p:pic>
        <p:nvPicPr>
          <p:cNvPr id="11" name="Picture 10" descr="IAASB Logo with FullName.jpg"/>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6899368" y="55409"/>
            <a:ext cx="1787432" cy="313929"/>
          </a:xfrm>
          <a:prstGeom prst="rect">
            <a:avLst/>
          </a:prstGeom>
        </p:spPr>
      </p:pic>
    </p:spTree>
    <p:extLst>
      <p:ext uri="{BB962C8B-B14F-4D97-AF65-F5344CB8AC3E}">
        <p14:creationId xmlns:p14="http://schemas.microsoft.com/office/powerpoint/2010/main" val="1054232877"/>
      </p:ext>
    </p:extLst>
  </p:cSld>
  <p:clrMap bg1="lt1" tx1="dk1" bg2="lt2" tx2="dk2" accent1="accent1" accent2="accent2" accent3="accent3" accent4="accent4" accent5="accent5" accent6="accent6" hlink="hlink" folHlink="folHlink"/>
  <p:sldLayoutIdLst>
    <p:sldLayoutId id="2147483657" r:id="rId1"/>
    <p:sldLayoutId id="2147483660" r:id="rId2"/>
    <p:sldLayoutId id="2147483661"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62" r:id="rId12"/>
    <p:sldLayoutId id="2147483663" r:id="rId13"/>
  </p:sldLayoutIdLst>
  <p:hf hdr="0" ftr="0" dt="0"/>
  <p:txStyles>
    <p:title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p:titleStyle>
    <p:bodyStyle>
      <a:lvl1pPr marL="129779" indent="-129779" algn="l" defTabSz="342900" rtl="0" eaLnBrk="1" latinLnBrk="0" hangingPunct="1">
        <a:spcBef>
          <a:spcPts val="900"/>
        </a:spcBef>
        <a:buFont typeface="Arial"/>
        <a:buChar char="•"/>
        <a:defRPr sz="1500" kern="1200">
          <a:solidFill>
            <a:schemeClr val="tx1">
              <a:lumMod val="65000"/>
              <a:lumOff val="35000"/>
            </a:schemeClr>
          </a:solidFill>
          <a:latin typeface="Arial" panose="020B0604020202020204" pitchFamily="34" charset="0"/>
          <a:ea typeface="+mn-ea"/>
          <a:cs typeface="Arial" panose="020B0604020202020204" pitchFamily="34" charset="0"/>
        </a:defRPr>
      </a:lvl1pPr>
      <a:lvl2pPr marL="342900" indent="-171450" algn="l" defTabSz="342900" rtl="0" eaLnBrk="1" latinLnBrk="0" hangingPunct="1">
        <a:spcBef>
          <a:spcPts val="450"/>
        </a:spcBef>
        <a:spcAft>
          <a:spcPts val="300"/>
        </a:spcAft>
        <a:buFont typeface="Arial"/>
        <a:buChar char="–"/>
        <a:defRPr sz="1350" kern="1200">
          <a:solidFill>
            <a:schemeClr val="tx1">
              <a:lumMod val="65000"/>
              <a:lumOff val="35000"/>
            </a:schemeClr>
          </a:solidFill>
          <a:latin typeface="Arial" panose="020B0604020202020204" pitchFamily="34" charset="0"/>
          <a:ea typeface="+mn-ea"/>
          <a:cs typeface="Arial" panose="020B0604020202020204" pitchFamily="34" charset="0"/>
        </a:defRPr>
      </a:lvl2pPr>
      <a:lvl3pPr marL="472679" indent="-128588" algn="l" defTabSz="342900" rtl="0" eaLnBrk="1" latinLnBrk="0" hangingPunct="1">
        <a:spcBef>
          <a:spcPct val="20000"/>
        </a:spcBef>
        <a:buFont typeface="Arial"/>
        <a:buChar char="•"/>
        <a:defRPr sz="1200" kern="1200">
          <a:solidFill>
            <a:schemeClr val="tx1">
              <a:lumMod val="65000"/>
              <a:lumOff val="35000"/>
            </a:schemeClr>
          </a:solidFill>
          <a:latin typeface="Arial" panose="020B0604020202020204" pitchFamily="34" charset="0"/>
          <a:ea typeface="+mn-ea"/>
          <a:cs typeface="Arial" panose="020B0604020202020204" pitchFamily="34" charset="0"/>
        </a:defRPr>
      </a:lvl3pPr>
      <a:lvl4pPr marL="12001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4pPr>
      <a:lvl5pPr marL="1543050" indent="-171450" algn="l" defTabSz="342900" rtl="0" eaLnBrk="1" latinLnBrk="0" hangingPunct="1">
        <a:spcBef>
          <a:spcPct val="20000"/>
        </a:spcBef>
        <a:buFont typeface="Arial"/>
        <a:buChar char="»"/>
        <a:defRPr sz="1050" kern="1200">
          <a:solidFill>
            <a:schemeClr val="tx1"/>
          </a:solidFill>
          <a:latin typeface="Arial Narrow"/>
          <a:ea typeface="+mn-ea"/>
          <a:cs typeface="Arial Narrow"/>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20.svg"/></Relationships>
</file>

<file path=ppt/slides/_rels/slide10.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15.png"/><Relationship Id="rId7"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 Id="rId9" Type="http://schemas.openxmlformats.org/officeDocument/2006/relationships/comments" Target="../comments/commen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ctrTitle"/>
          </p:nvPr>
        </p:nvSpPr>
        <p:spPr>
          <a:xfrm>
            <a:off x="685800" y="2568724"/>
            <a:ext cx="8112211" cy="867000"/>
          </a:xfrm>
        </p:spPr>
        <p:txBody>
          <a:bodyPr anchor="ctr">
            <a:normAutofit fontScale="90000"/>
          </a:bodyPr>
          <a:lstStyle/>
          <a:p>
            <a:r>
              <a:rPr lang="en-US" sz="2800" b="1" dirty="0"/>
              <a:t>Proposed ISA 220 (Revised), </a:t>
            </a:r>
            <a:r>
              <a:rPr lang="en-US" sz="2800" b="1" i="1" dirty="0"/>
              <a:t>Quality Management for an Audit of Financial Statements </a:t>
            </a:r>
            <a:endParaRPr lang="en-US" sz="2800" b="1" dirty="0"/>
          </a:p>
        </p:txBody>
      </p:sp>
      <p:sp>
        <p:nvSpPr>
          <p:cNvPr id="3" name="Subtitle 2"/>
          <p:cNvSpPr>
            <a:spLocks noGrp="1"/>
          </p:cNvSpPr>
          <p:nvPr>
            <p:ph type="subTitle" idx="1"/>
          </p:nvPr>
        </p:nvSpPr>
        <p:spPr>
          <a:xfrm>
            <a:off x="685801" y="3576918"/>
            <a:ext cx="5123328" cy="1238475"/>
          </a:xfrm>
        </p:spPr>
        <p:txBody>
          <a:bodyPr/>
          <a:lstStyle/>
          <a:p>
            <a:pPr>
              <a:spcBef>
                <a:spcPts val="600"/>
              </a:spcBef>
            </a:pPr>
            <a:r>
              <a:rPr lang="en-US" sz="1600" b="1" dirty="0"/>
              <a:t>Lyn Provost, IAASB Member and Task Force Chair</a:t>
            </a:r>
          </a:p>
          <a:p>
            <a:pPr>
              <a:spcBef>
                <a:spcPts val="600"/>
              </a:spcBef>
            </a:pPr>
            <a:r>
              <a:rPr lang="en-US" sz="1600" b="1" dirty="0"/>
              <a:t>IAASB Meeting</a:t>
            </a:r>
          </a:p>
          <a:p>
            <a:pPr>
              <a:spcBef>
                <a:spcPts val="600"/>
              </a:spcBef>
            </a:pPr>
            <a:r>
              <a:rPr lang="en-US" sz="1600" b="1" dirty="0"/>
              <a:t>September 16, 2020</a:t>
            </a:r>
          </a:p>
          <a:p>
            <a:pPr>
              <a:spcBef>
                <a:spcPts val="600"/>
              </a:spcBef>
            </a:pPr>
            <a:r>
              <a:rPr lang="en-US" sz="1600" b="1" dirty="0"/>
              <a:t>Agenda Item 4</a:t>
            </a:r>
          </a:p>
        </p:txBody>
      </p:sp>
      <p:sp>
        <p:nvSpPr>
          <p:cNvPr id="4" name="Slide Number Placeholder 5">
            <a:extLst>
              <a:ext uri="{FF2B5EF4-FFF2-40B4-BE49-F238E27FC236}">
                <a16:creationId xmlns:a16="http://schemas.microsoft.com/office/drawing/2014/main" id="{3664150A-AB4F-49F1-8611-9C1057D8B778}"/>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497635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95416" y="1059432"/>
            <a:ext cx="7301044" cy="3761286"/>
          </a:xfrm>
          <a:prstGeom prst="rect">
            <a:avLst/>
          </a:prstGeom>
          <a:noFill/>
          <a:ln>
            <a:noFill/>
          </a:ln>
        </p:spPr>
        <p:txBody>
          <a:bodyPr wrap="square" rtlCol="0">
            <a:spAutoFit/>
          </a:bodyPr>
          <a:lstStyle/>
          <a:p>
            <a:pPr>
              <a:lnSpc>
                <a:spcPts val="2400"/>
              </a:lnSpc>
              <a:spcBef>
                <a:spcPts val="600"/>
              </a:spcBef>
            </a:pPr>
            <a:r>
              <a:rPr lang="en-CA" sz="2000" b="1" dirty="0">
                <a:solidFill>
                  <a:schemeClr val="tx1">
                    <a:lumMod val="65000"/>
                    <a:lumOff val="35000"/>
                  </a:schemeClr>
                </a:solidFill>
                <a:latin typeface="Arial" panose="020B0604020202020204" pitchFamily="34" charset="0"/>
                <a:cs typeface="Arial" panose="020B0604020202020204" pitchFamily="34" charset="0"/>
              </a:rPr>
              <a:t>Objective</a:t>
            </a:r>
          </a:p>
          <a:p>
            <a:pPr marL="347472" indent="-347472">
              <a:lnSpc>
                <a:spcPts val="2400"/>
              </a:lnSpc>
              <a:spcBef>
                <a:spcPts val="600"/>
              </a:spcBef>
              <a:buFont typeface="Arial" panose="020B0604020202020204" pitchFamily="34" charset="0"/>
              <a:buChar char="•"/>
            </a:pPr>
            <a:r>
              <a:rPr lang="en-CA" sz="1800" dirty="0">
                <a:solidFill>
                  <a:schemeClr val="tx1">
                    <a:lumMod val="65000"/>
                    <a:lumOff val="35000"/>
                  </a:schemeClr>
                </a:solidFill>
                <a:latin typeface="Arial" panose="020B0604020202020204" pitchFamily="34" charset="0"/>
                <a:cs typeface="Arial" panose="020B0604020202020204" pitchFamily="34" charset="0"/>
              </a:rPr>
              <a:t>The objective of this session is </a:t>
            </a:r>
            <a:r>
              <a:rPr lang="en-US" sz="1800" dirty="0">
                <a:solidFill>
                  <a:schemeClr val="tx1">
                    <a:lumMod val="65000"/>
                    <a:lumOff val="35000"/>
                  </a:schemeClr>
                </a:solidFill>
                <a:latin typeface="Arial" panose="020B0604020202020204" pitchFamily="34" charset="0"/>
                <a:cs typeface="Arial" panose="020B0604020202020204" pitchFamily="34" charset="0"/>
              </a:rPr>
              <a:t>to approve the revised standard on Quality Management for an Audit of Financial Statements </a:t>
            </a:r>
          </a:p>
          <a:p>
            <a:pPr>
              <a:lnSpc>
                <a:spcPts val="2400"/>
              </a:lnSpc>
              <a:spcBef>
                <a:spcPts val="600"/>
              </a:spcBef>
            </a:pPr>
            <a:endParaRPr lang="en-US" sz="1800" b="1" dirty="0">
              <a:solidFill>
                <a:schemeClr val="tx1">
                  <a:lumMod val="65000"/>
                  <a:lumOff val="35000"/>
                </a:schemeClr>
              </a:solidFill>
              <a:latin typeface="Arial" panose="020B0604020202020204" pitchFamily="34" charset="0"/>
              <a:cs typeface="Arial" panose="020B0604020202020204" pitchFamily="34" charset="0"/>
            </a:endParaRPr>
          </a:p>
          <a:p>
            <a:pPr>
              <a:lnSpc>
                <a:spcPts val="2400"/>
              </a:lnSpc>
              <a:spcBef>
                <a:spcPts val="600"/>
              </a:spcBef>
            </a:pPr>
            <a:r>
              <a:rPr lang="en-US" sz="2000" b="1" dirty="0">
                <a:solidFill>
                  <a:schemeClr val="tx1">
                    <a:lumMod val="65000"/>
                    <a:lumOff val="35000"/>
                  </a:schemeClr>
                </a:solidFill>
                <a:latin typeface="Arial" panose="020B0604020202020204" pitchFamily="34" charset="0"/>
                <a:cs typeface="Arial" panose="020B0604020202020204" pitchFamily="34" charset="0"/>
              </a:rPr>
              <a:t>Structure of Board Discussion</a:t>
            </a:r>
          </a:p>
          <a:p>
            <a:pPr marL="347472" indent="-347472">
              <a:lnSpc>
                <a:spcPts val="2400"/>
              </a:lnSpc>
              <a:spcBef>
                <a:spcPts val="600"/>
              </a:spcBef>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How public interest issues are addressed in the revised draft</a:t>
            </a:r>
          </a:p>
          <a:p>
            <a:pPr marL="347472" indent="-347472">
              <a:lnSpc>
                <a:spcPts val="2400"/>
              </a:lnSpc>
              <a:spcBef>
                <a:spcPts val="600"/>
              </a:spcBef>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Feedback from CAG on issues addressed since March 2020</a:t>
            </a:r>
          </a:p>
          <a:p>
            <a:pPr marL="347472" indent="-347472">
              <a:lnSpc>
                <a:spcPts val="2400"/>
              </a:lnSpc>
              <a:spcBef>
                <a:spcPts val="600"/>
              </a:spcBef>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Walk through the revised draft in sections</a:t>
            </a:r>
          </a:p>
          <a:p>
            <a:pPr marL="347472" indent="-347472">
              <a:lnSpc>
                <a:spcPts val="2400"/>
              </a:lnSpc>
              <a:spcBef>
                <a:spcPts val="600"/>
              </a:spcBef>
              <a:buFont typeface="Arial" panose="020B0604020202020204" pitchFamily="34" charset="0"/>
              <a:buChar char="•"/>
            </a:pPr>
            <a:r>
              <a:rPr lang="en-US" sz="1800" dirty="0">
                <a:solidFill>
                  <a:schemeClr val="tx1">
                    <a:lumMod val="65000"/>
                    <a:lumOff val="35000"/>
                  </a:schemeClr>
                </a:solidFill>
                <a:latin typeface="Arial" panose="020B0604020202020204" pitchFamily="34" charset="0"/>
                <a:cs typeface="Arial" panose="020B0604020202020204" pitchFamily="34" charset="0"/>
              </a:rPr>
              <a:t>Way forward and timelines</a:t>
            </a:r>
          </a:p>
          <a:p>
            <a:pPr marL="347472" indent="-347472">
              <a:lnSpc>
                <a:spcPts val="2400"/>
              </a:lnSpc>
              <a:spcBef>
                <a:spcPts val="600"/>
              </a:spcBef>
              <a:buFont typeface="Arial" panose="020B0604020202020204" pitchFamily="34" charset="0"/>
              <a:buChar char="•"/>
            </a:pPr>
            <a:endParaRPr lang="en-US" sz="1800" b="1"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Objective and Structure of Board Discussion</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2</a:t>
            </a:fld>
            <a:endParaRPr lang="en-US" sz="675" dirty="0">
              <a:solidFill>
                <a:srgbClr val="808080"/>
              </a:solidFill>
              <a:latin typeface="Arial" panose="020B0604020202020204" pitchFamily="34" charset="0"/>
            </a:endParaRPr>
          </a:p>
        </p:txBody>
      </p:sp>
      <p:pic>
        <p:nvPicPr>
          <p:cNvPr id="4" name="Graphic 3" descr="Clipboard Checked">
            <a:extLst>
              <a:ext uri="{FF2B5EF4-FFF2-40B4-BE49-F238E27FC236}">
                <a16:creationId xmlns:a16="http://schemas.microsoft.com/office/drawing/2014/main" id="{4C164715-8470-4A0B-909E-D75DFCD9199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696460" y="1067331"/>
            <a:ext cx="1052123" cy="1101795"/>
          </a:xfrm>
          <a:prstGeom prst="rect">
            <a:avLst/>
          </a:prstGeom>
        </p:spPr>
      </p:pic>
      <p:pic>
        <p:nvPicPr>
          <p:cNvPr id="7" name="Graphic 6" descr="Meeting">
            <a:extLst>
              <a:ext uri="{FF2B5EF4-FFF2-40B4-BE49-F238E27FC236}">
                <a16:creationId xmlns:a16="http://schemas.microsoft.com/office/drawing/2014/main" id="{C069F74D-C439-4698-B5F8-7C74FDA71F1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72400" y="2777048"/>
            <a:ext cx="914400" cy="914400"/>
          </a:xfrm>
          <a:prstGeom prst="rect">
            <a:avLst/>
          </a:prstGeom>
        </p:spPr>
      </p:pic>
    </p:spTree>
    <p:extLst>
      <p:ext uri="{BB962C8B-B14F-4D97-AF65-F5344CB8AC3E}">
        <p14:creationId xmlns:p14="http://schemas.microsoft.com/office/powerpoint/2010/main" val="15765035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How Public Interest Issues are Addressed</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3</a:t>
            </a:fld>
            <a:endParaRPr lang="en-US" sz="675" dirty="0">
              <a:solidFill>
                <a:srgbClr val="808080"/>
              </a:solidFill>
              <a:latin typeface="Arial" panose="020B0604020202020204" pitchFamily="34" charset="0"/>
            </a:endParaRPr>
          </a:p>
        </p:txBody>
      </p:sp>
      <p:graphicFrame>
        <p:nvGraphicFramePr>
          <p:cNvPr id="6" name="Table 7">
            <a:extLst>
              <a:ext uri="{FF2B5EF4-FFF2-40B4-BE49-F238E27FC236}">
                <a16:creationId xmlns:a16="http://schemas.microsoft.com/office/drawing/2014/main" id="{C151B3E9-51E4-411D-AC01-19B77E33E8CF}"/>
              </a:ext>
            </a:extLst>
          </p:cNvPr>
          <p:cNvGraphicFramePr>
            <a:graphicFrameLocks noGrp="1"/>
          </p:cNvGraphicFramePr>
          <p:nvPr>
            <p:extLst>
              <p:ext uri="{D42A27DB-BD31-4B8C-83A1-F6EECF244321}">
                <p14:modId xmlns:p14="http://schemas.microsoft.com/office/powerpoint/2010/main" val="208218448"/>
              </p:ext>
            </p:extLst>
          </p:nvPr>
        </p:nvGraphicFramePr>
        <p:xfrm>
          <a:off x="395515" y="890783"/>
          <a:ext cx="8417181" cy="3627120"/>
        </p:xfrm>
        <a:graphic>
          <a:graphicData uri="http://schemas.openxmlformats.org/drawingml/2006/table">
            <a:tbl>
              <a:tblPr firstRow="1" bandRow="1">
                <a:tableStyleId>{F5AB1C69-6EDB-4FF4-983F-18BD219EF322}</a:tableStyleId>
              </a:tblPr>
              <a:tblGrid>
                <a:gridCol w="2743200">
                  <a:extLst>
                    <a:ext uri="{9D8B030D-6E8A-4147-A177-3AD203B41FA5}">
                      <a16:colId xmlns:a16="http://schemas.microsoft.com/office/drawing/2014/main" val="3792302460"/>
                    </a:ext>
                  </a:extLst>
                </a:gridCol>
                <a:gridCol w="5673981">
                  <a:extLst>
                    <a:ext uri="{9D8B030D-6E8A-4147-A177-3AD203B41FA5}">
                      <a16:colId xmlns:a16="http://schemas.microsoft.com/office/drawing/2014/main" val="1208902211"/>
                    </a:ext>
                  </a:extLst>
                </a:gridCol>
              </a:tblGrid>
              <a:tr h="539206">
                <a:tc>
                  <a:txBody>
                    <a:bodyPr/>
                    <a:lstStyle/>
                    <a:p>
                      <a:r>
                        <a:rPr lang="en-US" sz="2000" kern="1200" dirty="0">
                          <a:solidFill>
                            <a:schemeClr val="bg1"/>
                          </a:solidFill>
                          <a:latin typeface="Arial" panose="020B0604020202020204" pitchFamily="34" charset="0"/>
                          <a:ea typeface="+mn-ea"/>
                          <a:cs typeface="Arial" panose="020B0604020202020204" pitchFamily="34" charset="0"/>
                        </a:rPr>
                        <a:t>Public Interest Issue </a:t>
                      </a:r>
                    </a:p>
                  </a:txBody>
                  <a:tcPr/>
                </a:tc>
                <a:tc>
                  <a:txBody>
                    <a:bodyPr/>
                    <a:lstStyle/>
                    <a:p>
                      <a:r>
                        <a:rPr lang="en-US" sz="2000" b="1" kern="1200" dirty="0">
                          <a:solidFill>
                            <a:schemeClr val="bg1"/>
                          </a:solidFill>
                          <a:latin typeface="Arial" panose="020B0604020202020204" pitchFamily="34" charset="0"/>
                          <a:ea typeface="+mn-ea"/>
                          <a:cs typeface="Arial" panose="020B0604020202020204" pitchFamily="34" charset="0"/>
                        </a:rPr>
                        <a:t>How Proposed ISA 220 (Revised) Addresses the Issue</a:t>
                      </a:r>
                    </a:p>
                  </a:txBody>
                  <a:tcPr/>
                </a:tc>
                <a:extLst>
                  <a:ext uri="{0D108BD9-81ED-4DB2-BD59-A6C34878D82A}">
                    <a16:rowId xmlns:a16="http://schemas.microsoft.com/office/drawing/2014/main" val="1467198417"/>
                  </a:ext>
                </a:extLst>
              </a:tr>
              <a:tr h="391341">
                <a:tc>
                  <a:txBody>
                    <a:bodyPr/>
                    <a:lstStyle/>
                    <a:p>
                      <a:r>
                        <a:rPr lang="en-US" sz="1800" kern="1200" dirty="0">
                          <a:solidFill>
                            <a:schemeClr val="dk1"/>
                          </a:solidFill>
                          <a:latin typeface="Arial" panose="020B0604020202020204" pitchFamily="34" charset="0"/>
                          <a:ea typeface="+mn-ea"/>
                          <a:cs typeface="Arial" panose="020B0604020202020204" pitchFamily="34" charset="0"/>
                        </a:rPr>
                        <a:t>Appropriate exercise of professional skepticism</a:t>
                      </a:r>
                    </a:p>
                  </a:txBody>
                  <a:tcPr/>
                </a:tc>
                <a:tc>
                  <a:txBody>
                    <a:bodyPr/>
                    <a:lstStyle/>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Requirement and guidance on the importance of exercising professional skepticism and professional judgment</a:t>
                      </a:r>
                    </a:p>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Guidance on impediments and possible actions</a:t>
                      </a:r>
                    </a:p>
                  </a:txBody>
                  <a:tcPr/>
                </a:tc>
                <a:extLst>
                  <a:ext uri="{0D108BD9-81ED-4DB2-BD59-A6C34878D82A}">
                    <a16:rowId xmlns:a16="http://schemas.microsoft.com/office/drawing/2014/main" val="52312963"/>
                  </a:ext>
                </a:extLst>
              </a:tr>
              <a:tr h="391341">
                <a:tc>
                  <a:txBody>
                    <a:bodyPr/>
                    <a:lstStyle/>
                    <a:p>
                      <a:r>
                        <a:rPr lang="en-US" sz="1800" kern="1200" dirty="0">
                          <a:solidFill>
                            <a:schemeClr val="dk1"/>
                          </a:solidFill>
                          <a:latin typeface="Arial" panose="020B0604020202020204" pitchFamily="34" charset="0"/>
                          <a:ea typeface="+mn-ea"/>
                          <a:cs typeface="Arial" panose="020B0604020202020204" pitchFamily="34" charset="0"/>
                        </a:rPr>
                        <a:t>Proactive quality management of engagement</a:t>
                      </a:r>
                    </a:p>
                  </a:txBody>
                  <a:tcPr/>
                </a:tc>
                <a:tc>
                  <a:txBody>
                    <a:bodyPr/>
                    <a:lstStyle/>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Engagement partner roles and responsibilities clarified</a:t>
                      </a:r>
                    </a:p>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Requirement and guidance on sufficient and appropriate resources</a:t>
                      </a:r>
                    </a:p>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Communications with firm and engagement team</a:t>
                      </a:r>
                    </a:p>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Stand-back provision</a:t>
                      </a:r>
                    </a:p>
                  </a:txBody>
                  <a:tcPr/>
                </a:tc>
                <a:extLst>
                  <a:ext uri="{0D108BD9-81ED-4DB2-BD59-A6C34878D82A}">
                    <a16:rowId xmlns:a16="http://schemas.microsoft.com/office/drawing/2014/main" val="2769469556"/>
                  </a:ext>
                </a:extLst>
              </a:tr>
            </a:tbl>
          </a:graphicData>
        </a:graphic>
      </p:graphicFrame>
    </p:spTree>
    <p:extLst>
      <p:ext uri="{BB962C8B-B14F-4D97-AF65-F5344CB8AC3E}">
        <p14:creationId xmlns:p14="http://schemas.microsoft.com/office/powerpoint/2010/main" val="1781597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How Public Interest Issues are Addressed (cont’d)</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4</a:t>
            </a:fld>
            <a:endParaRPr lang="en-US" sz="675" dirty="0">
              <a:solidFill>
                <a:srgbClr val="808080"/>
              </a:solidFill>
              <a:latin typeface="Arial" panose="020B0604020202020204" pitchFamily="34" charset="0"/>
            </a:endParaRPr>
          </a:p>
        </p:txBody>
      </p:sp>
      <p:graphicFrame>
        <p:nvGraphicFramePr>
          <p:cNvPr id="6" name="Table 7">
            <a:extLst>
              <a:ext uri="{FF2B5EF4-FFF2-40B4-BE49-F238E27FC236}">
                <a16:creationId xmlns:a16="http://schemas.microsoft.com/office/drawing/2014/main" id="{C151B3E9-51E4-411D-AC01-19B77E33E8CF}"/>
              </a:ext>
            </a:extLst>
          </p:cNvPr>
          <p:cNvGraphicFramePr>
            <a:graphicFrameLocks noGrp="1"/>
          </p:cNvGraphicFramePr>
          <p:nvPr>
            <p:extLst>
              <p:ext uri="{D42A27DB-BD31-4B8C-83A1-F6EECF244321}">
                <p14:modId xmlns:p14="http://schemas.microsoft.com/office/powerpoint/2010/main" val="4063850934"/>
              </p:ext>
            </p:extLst>
          </p:nvPr>
        </p:nvGraphicFramePr>
        <p:xfrm>
          <a:off x="333826" y="933814"/>
          <a:ext cx="8368748" cy="3810000"/>
        </p:xfrm>
        <a:graphic>
          <a:graphicData uri="http://schemas.openxmlformats.org/drawingml/2006/table">
            <a:tbl>
              <a:tblPr firstRow="1" bandRow="1">
                <a:tableStyleId>{F5AB1C69-6EDB-4FF4-983F-18BD219EF322}</a:tableStyleId>
              </a:tblPr>
              <a:tblGrid>
                <a:gridCol w="2743200">
                  <a:extLst>
                    <a:ext uri="{9D8B030D-6E8A-4147-A177-3AD203B41FA5}">
                      <a16:colId xmlns:a16="http://schemas.microsoft.com/office/drawing/2014/main" val="3792302460"/>
                    </a:ext>
                  </a:extLst>
                </a:gridCol>
                <a:gridCol w="5625548">
                  <a:extLst>
                    <a:ext uri="{9D8B030D-6E8A-4147-A177-3AD203B41FA5}">
                      <a16:colId xmlns:a16="http://schemas.microsoft.com/office/drawing/2014/main" val="1208902211"/>
                    </a:ext>
                  </a:extLst>
                </a:gridCol>
              </a:tblGrid>
              <a:tr h="597263">
                <a:tc>
                  <a:txBody>
                    <a:bodyPr/>
                    <a:lstStyle/>
                    <a:p>
                      <a:r>
                        <a:rPr lang="en-US" sz="2000" kern="1200" dirty="0">
                          <a:solidFill>
                            <a:schemeClr val="bg1"/>
                          </a:solidFill>
                          <a:latin typeface="Arial" panose="020B0604020202020204" pitchFamily="34" charset="0"/>
                          <a:ea typeface="+mn-ea"/>
                          <a:cs typeface="Arial" panose="020B0604020202020204" pitchFamily="34" charset="0"/>
                        </a:rPr>
                        <a:t> Public Interest Issue </a:t>
                      </a:r>
                    </a:p>
                  </a:txBody>
                  <a:tcPr/>
                </a:tc>
                <a:tc>
                  <a:txBody>
                    <a:bodyPr/>
                    <a:lstStyle/>
                    <a:p>
                      <a:r>
                        <a:rPr lang="en-US" sz="2000" b="1" kern="1200" dirty="0">
                          <a:solidFill>
                            <a:schemeClr val="bg1"/>
                          </a:solidFill>
                          <a:latin typeface="Arial" panose="020B0604020202020204" pitchFamily="34" charset="0"/>
                          <a:ea typeface="+mn-ea"/>
                          <a:cs typeface="Arial" panose="020B0604020202020204" pitchFamily="34" charset="0"/>
                        </a:rPr>
                        <a:t>How Proposed ISA 220 (Revised) Addresses the Issue</a:t>
                      </a:r>
                    </a:p>
                  </a:txBody>
                  <a:tcPr/>
                </a:tc>
                <a:extLst>
                  <a:ext uri="{0D108BD9-81ED-4DB2-BD59-A6C34878D82A}">
                    <a16:rowId xmlns:a16="http://schemas.microsoft.com/office/drawing/2014/main" val="1467198417"/>
                  </a:ext>
                </a:extLst>
              </a:tr>
              <a:tr h="0">
                <a:tc>
                  <a:txBody>
                    <a:bodyPr/>
                    <a:lstStyle/>
                    <a:p>
                      <a:r>
                        <a:rPr lang="en-US" sz="1800" kern="1200" dirty="0">
                          <a:solidFill>
                            <a:schemeClr val="dk1"/>
                          </a:solidFill>
                          <a:latin typeface="Arial" panose="020B0604020202020204" pitchFamily="34" charset="0"/>
                          <a:ea typeface="+mn-ea"/>
                          <a:cs typeface="Arial" panose="020B0604020202020204" pitchFamily="34" charset="0"/>
                        </a:rPr>
                        <a:t>Keeping ISAs fit for purpose</a:t>
                      </a:r>
                    </a:p>
                  </a:txBody>
                  <a:tcPr/>
                </a:tc>
                <a:tc>
                  <a:txBody>
                    <a:bodyPr/>
                    <a:lstStyle/>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Clarified engagement team definition</a:t>
                      </a:r>
                    </a:p>
                    <a:p>
                      <a:pPr marL="569913" marR="0" lvl="0" indent="-285750" algn="l" defTabSz="3429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600" kern="1200" dirty="0">
                          <a:solidFill>
                            <a:schemeClr val="dk1"/>
                          </a:solidFill>
                          <a:latin typeface="Arial" panose="020B0604020202020204" pitchFamily="34" charset="0"/>
                          <a:ea typeface="+mn-ea"/>
                          <a:cs typeface="Arial" panose="020B0604020202020204" pitchFamily="34" charset="0"/>
                        </a:rPr>
                        <a:t>Applies to group audits and other complex audit engagements</a:t>
                      </a:r>
                    </a:p>
                    <a:p>
                      <a:pPr marL="517525" marR="0" lvl="0" indent="-285750" algn="l" defTabSz="3429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1600" kern="1200" dirty="0">
                          <a:solidFill>
                            <a:schemeClr val="dk1"/>
                          </a:solidFill>
                          <a:latin typeface="Arial" panose="020B0604020202020204" pitchFamily="34" charset="0"/>
                          <a:ea typeface="+mn-ea"/>
                          <a:cs typeface="Arial" panose="020B0604020202020204" pitchFamily="34" charset="0"/>
                        </a:rPr>
                        <a:t>Guidance on evolving audit delivery models </a:t>
                      </a:r>
                    </a:p>
                    <a:p>
                      <a:pPr marL="292100" marR="0" lvl="0" indent="-2857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dk1"/>
                          </a:solidFill>
                          <a:latin typeface="Arial" panose="020B0604020202020204" pitchFamily="34" charset="0"/>
                          <a:ea typeface="+mn-ea"/>
                          <a:cs typeface="Arial" panose="020B0604020202020204" pitchFamily="34" charset="0"/>
                        </a:rPr>
                        <a:t>New guidance on the engagement’s team’s use of technological resources </a:t>
                      </a:r>
                    </a:p>
                  </a:txBody>
                  <a:tcPr/>
                </a:tc>
                <a:extLst>
                  <a:ext uri="{0D108BD9-81ED-4DB2-BD59-A6C34878D82A}">
                    <a16:rowId xmlns:a16="http://schemas.microsoft.com/office/drawing/2014/main" val="3576754158"/>
                  </a:ext>
                </a:extLst>
              </a:tr>
              <a:tr h="391341">
                <a:tc>
                  <a:txBody>
                    <a:bodyPr/>
                    <a:lstStyle/>
                    <a:p>
                      <a:r>
                        <a:rPr lang="en-US" sz="1800" kern="1200" dirty="0">
                          <a:solidFill>
                            <a:schemeClr val="dk1"/>
                          </a:solidFill>
                          <a:latin typeface="Arial" panose="020B0604020202020204" pitchFamily="34" charset="0"/>
                          <a:ea typeface="+mn-ea"/>
                          <a:cs typeface="Arial" panose="020B0604020202020204" pitchFamily="34" charset="0"/>
                        </a:rPr>
                        <a:t>Depending on the firm’s policies or procedures</a:t>
                      </a:r>
                    </a:p>
                  </a:txBody>
                  <a:tcPr/>
                </a:tc>
                <a:tc>
                  <a:txBody>
                    <a:bodyPr/>
                    <a:lstStyle/>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Clarified when the engagement team may depend on the firm’s policies or procedures </a:t>
                      </a:r>
                    </a:p>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Noting when policies or procedures may differ for engagement team members who are not in the firm or network</a:t>
                      </a:r>
                    </a:p>
                  </a:txBody>
                  <a:tcPr/>
                </a:tc>
                <a:extLst>
                  <a:ext uri="{0D108BD9-81ED-4DB2-BD59-A6C34878D82A}">
                    <a16:rowId xmlns:a16="http://schemas.microsoft.com/office/drawing/2014/main" val="1215457889"/>
                  </a:ext>
                </a:extLst>
              </a:tr>
            </a:tbl>
          </a:graphicData>
        </a:graphic>
      </p:graphicFrame>
    </p:spTree>
    <p:extLst>
      <p:ext uri="{BB962C8B-B14F-4D97-AF65-F5344CB8AC3E}">
        <p14:creationId xmlns:p14="http://schemas.microsoft.com/office/powerpoint/2010/main" val="2937146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How Public Interest Issues are Addressed (cont’d)</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5</a:t>
            </a:fld>
            <a:endParaRPr lang="en-US" sz="675" dirty="0">
              <a:solidFill>
                <a:srgbClr val="808080"/>
              </a:solidFill>
              <a:latin typeface="Arial" panose="020B0604020202020204" pitchFamily="34" charset="0"/>
            </a:endParaRPr>
          </a:p>
        </p:txBody>
      </p:sp>
      <p:graphicFrame>
        <p:nvGraphicFramePr>
          <p:cNvPr id="6" name="Table 7">
            <a:extLst>
              <a:ext uri="{FF2B5EF4-FFF2-40B4-BE49-F238E27FC236}">
                <a16:creationId xmlns:a16="http://schemas.microsoft.com/office/drawing/2014/main" id="{C151B3E9-51E4-411D-AC01-19B77E33E8CF}"/>
              </a:ext>
            </a:extLst>
          </p:cNvPr>
          <p:cNvGraphicFramePr>
            <a:graphicFrameLocks noGrp="1"/>
          </p:cNvGraphicFramePr>
          <p:nvPr>
            <p:extLst>
              <p:ext uri="{D42A27DB-BD31-4B8C-83A1-F6EECF244321}">
                <p14:modId xmlns:p14="http://schemas.microsoft.com/office/powerpoint/2010/main" val="2330084106"/>
              </p:ext>
            </p:extLst>
          </p:nvPr>
        </p:nvGraphicFramePr>
        <p:xfrm>
          <a:off x="333826" y="933814"/>
          <a:ext cx="8510420" cy="3774621"/>
        </p:xfrm>
        <a:graphic>
          <a:graphicData uri="http://schemas.openxmlformats.org/drawingml/2006/table">
            <a:tbl>
              <a:tblPr firstRow="1" bandRow="1">
                <a:tableStyleId>{F5AB1C69-6EDB-4FF4-983F-18BD219EF322}</a:tableStyleId>
              </a:tblPr>
              <a:tblGrid>
                <a:gridCol w="2743200">
                  <a:extLst>
                    <a:ext uri="{9D8B030D-6E8A-4147-A177-3AD203B41FA5}">
                      <a16:colId xmlns:a16="http://schemas.microsoft.com/office/drawing/2014/main" val="3792302460"/>
                    </a:ext>
                  </a:extLst>
                </a:gridCol>
                <a:gridCol w="5767220">
                  <a:extLst>
                    <a:ext uri="{9D8B030D-6E8A-4147-A177-3AD203B41FA5}">
                      <a16:colId xmlns:a16="http://schemas.microsoft.com/office/drawing/2014/main" val="1208902211"/>
                    </a:ext>
                  </a:extLst>
                </a:gridCol>
              </a:tblGrid>
              <a:tr h="597263">
                <a:tc>
                  <a:txBody>
                    <a:bodyPr/>
                    <a:lstStyle/>
                    <a:p>
                      <a:r>
                        <a:rPr lang="en-US" sz="2000" kern="1200" dirty="0">
                          <a:solidFill>
                            <a:schemeClr val="bg1"/>
                          </a:solidFill>
                          <a:latin typeface="Arial" panose="020B0604020202020204" pitchFamily="34" charset="0"/>
                          <a:ea typeface="+mn-ea"/>
                          <a:cs typeface="Arial" panose="020B0604020202020204" pitchFamily="34" charset="0"/>
                        </a:rPr>
                        <a:t> Public Interest Issue </a:t>
                      </a:r>
                    </a:p>
                  </a:txBody>
                  <a:tcPr/>
                </a:tc>
                <a:tc>
                  <a:txBody>
                    <a:bodyPr/>
                    <a:lstStyle/>
                    <a:p>
                      <a:r>
                        <a:rPr lang="en-US" sz="2000" b="1" kern="1200" dirty="0">
                          <a:solidFill>
                            <a:schemeClr val="bg1"/>
                          </a:solidFill>
                          <a:latin typeface="Arial" panose="020B0604020202020204" pitchFamily="34" charset="0"/>
                          <a:ea typeface="+mn-ea"/>
                          <a:cs typeface="Arial" panose="020B0604020202020204" pitchFamily="34" charset="0"/>
                        </a:rPr>
                        <a:t>How Proposed ISA 220 (Revised) Addresses the Issue</a:t>
                      </a:r>
                    </a:p>
                  </a:txBody>
                  <a:tcPr/>
                </a:tc>
                <a:extLst>
                  <a:ext uri="{0D108BD9-81ED-4DB2-BD59-A6C34878D82A}">
                    <a16:rowId xmlns:a16="http://schemas.microsoft.com/office/drawing/2014/main" val="1467198417"/>
                  </a:ext>
                </a:extLst>
              </a:tr>
              <a:tr h="391341">
                <a:tc>
                  <a:txBody>
                    <a:bodyPr/>
                    <a:lstStyle/>
                    <a:p>
                      <a:r>
                        <a:rPr lang="en-US" sz="1800" kern="1200" dirty="0">
                          <a:solidFill>
                            <a:schemeClr val="dk1"/>
                          </a:solidFill>
                          <a:latin typeface="Arial" panose="020B0604020202020204" pitchFamily="34" charset="0"/>
                          <a:ea typeface="+mn-ea"/>
                          <a:cs typeface="Arial" panose="020B0604020202020204" pitchFamily="34" charset="0"/>
                        </a:rPr>
                        <a:t>Engagement resources</a:t>
                      </a:r>
                    </a:p>
                  </a:txBody>
                  <a:tcPr/>
                </a:tc>
                <a:tc>
                  <a:txBody>
                    <a:bodyPr/>
                    <a:lstStyle/>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New and enhanced requirements and guidance:</a:t>
                      </a:r>
                    </a:p>
                    <a:p>
                      <a:pPr marL="569913" indent="-285750">
                        <a:buFont typeface="Courier New" panose="02070309020205020404" pitchFamily="49" charset="0"/>
                        <a:buChar char="o"/>
                      </a:pPr>
                      <a:r>
                        <a:rPr lang="en-US" sz="1600" kern="1200" dirty="0">
                          <a:solidFill>
                            <a:schemeClr val="dk1"/>
                          </a:solidFill>
                          <a:latin typeface="Arial" panose="020B0604020202020204" pitchFamily="34" charset="0"/>
                          <a:ea typeface="+mn-ea"/>
                          <a:cs typeface="Arial" panose="020B0604020202020204" pitchFamily="34" charset="0"/>
                        </a:rPr>
                        <a:t>Collective competence and capabilities of engagement team members</a:t>
                      </a:r>
                    </a:p>
                    <a:p>
                      <a:pPr marL="569913" indent="-285750">
                        <a:buFont typeface="Courier New" panose="02070309020205020404" pitchFamily="49" charset="0"/>
                        <a:buChar char="o"/>
                      </a:pPr>
                      <a:r>
                        <a:rPr lang="en-US" sz="1600" kern="1200" dirty="0">
                          <a:solidFill>
                            <a:schemeClr val="dk1"/>
                          </a:solidFill>
                          <a:latin typeface="Arial" panose="020B0604020202020204" pitchFamily="34" charset="0"/>
                          <a:ea typeface="+mn-ea"/>
                          <a:cs typeface="Arial" panose="020B0604020202020204" pitchFamily="34" charset="0"/>
                        </a:rPr>
                        <a:t>Use of technological resources </a:t>
                      </a:r>
                    </a:p>
                    <a:p>
                      <a:pPr marL="569913" indent="-285750">
                        <a:buFont typeface="Courier New" panose="02070309020205020404" pitchFamily="49" charset="0"/>
                        <a:buChar char="o"/>
                      </a:pPr>
                      <a:r>
                        <a:rPr lang="en-US" sz="1600" kern="1200" dirty="0">
                          <a:solidFill>
                            <a:schemeClr val="dk1"/>
                          </a:solidFill>
                          <a:latin typeface="Arial" panose="020B0604020202020204" pitchFamily="34" charset="0"/>
                          <a:ea typeface="+mn-ea"/>
                          <a:cs typeface="Arial" panose="020B0604020202020204" pitchFamily="34" charset="0"/>
                        </a:rPr>
                        <a:t>Firm intellectual resources </a:t>
                      </a:r>
                    </a:p>
                  </a:txBody>
                  <a:tcPr/>
                </a:tc>
                <a:extLst>
                  <a:ext uri="{0D108BD9-81ED-4DB2-BD59-A6C34878D82A}">
                    <a16:rowId xmlns:a16="http://schemas.microsoft.com/office/drawing/2014/main" val="3728803971"/>
                  </a:ext>
                </a:extLst>
              </a:tr>
              <a:tr h="391341">
                <a:tc>
                  <a:txBody>
                    <a:bodyPr/>
                    <a:lstStyle/>
                    <a:p>
                      <a:r>
                        <a:rPr lang="en-US" sz="1800" kern="1200" dirty="0">
                          <a:solidFill>
                            <a:schemeClr val="dk1"/>
                          </a:solidFill>
                          <a:latin typeface="Arial" panose="020B0604020202020204" pitchFamily="34" charset="0"/>
                          <a:ea typeface="+mn-ea"/>
                          <a:cs typeface="Arial" panose="020B0604020202020204" pitchFamily="34" charset="0"/>
                        </a:rPr>
                        <a:t>Robust communications and interactions during the engagement</a:t>
                      </a:r>
                    </a:p>
                  </a:txBody>
                  <a:tcPr/>
                </a:tc>
                <a:tc>
                  <a:txBody>
                    <a:bodyPr/>
                    <a:lstStyle/>
                    <a:p>
                      <a:pPr marL="285750" marR="0" lvl="0" indent="-285750" algn="l" defTabSz="3429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kern="1200" dirty="0">
                          <a:solidFill>
                            <a:schemeClr val="dk1"/>
                          </a:solidFill>
                          <a:latin typeface="Arial" panose="020B0604020202020204" pitchFamily="34" charset="0"/>
                          <a:ea typeface="+mn-ea"/>
                          <a:cs typeface="Arial" panose="020B0604020202020204" pitchFamily="34" charset="0"/>
                        </a:rPr>
                        <a:t>New and enhanced requirements and guidance:</a:t>
                      </a:r>
                    </a:p>
                    <a:p>
                      <a:pPr marL="569913" indent="-285750" algn="l" defTabSz="342900" rtl="0" eaLnBrk="1" latinLnBrk="0" hangingPunct="1">
                        <a:buFont typeface="Courier New" panose="02070309020205020404" pitchFamily="49" charset="0"/>
                        <a:buChar char="o"/>
                      </a:pPr>
                      <a:r>
                        <a:rPr lang="en-US" sz="1600" kern="1200" dirty="0">
                          <a:solidFill>
                            <a:schemeClr val="dk1"/>
                          </a:solidFill>
                          <a:latin typeface="Arial" panose="020B0604020202020204" pitchFamily="34" charset="0"/>
                          <a:ea typeface="+mn-ea"/>
                          <a:cs typeface="Arial" panose="020B0604020202020204" pitchFamily="34" charset="0"/>
                        </a:rPr>
                        <a:t>Firm’s communications to engagement team</a:t>
                      </a:r>
                    </a:p>
                    <a:p>
                      <a:pPr marL="569913" indent="-285750" algn="l" defTabSz="342900" rtl="0" eaLnBrk="1" latinLnBrk="0" hangingPunct="1">
                        <a:buFont typeface="Courier New" panose="02070309020205020404" pitchFamily="49" charset="0"/>
                        <a:buChar char="o"/>
                      </a:pPr>
                      <a:r>
                        <a:rPr lang="en-US" sz="1600" kern="1200" dirty="0">
                          <a:solidFill>
                            <a:schemeClr val="dk1"/>
                          </a:solidFill>
                          <a:latin typeface="Arial" panose="020B0604020202020204" pitchFamily="34" charset="0"/>
                          <a:ea typeface="+mn-ea"/>
                          <a:cs typeface="Arial" panose="020B0604020202020204" pitchFamily="34" charset="0"/>
                        </a:rPr>
                        <a:t>Engagement partner’s communications to the engagement team</a:t>
                      </a:r>
                    </a:p>
                    <a:p>
                      <a:pPr marL="569913" indent="-285750" algn="l" defTabSz="342900" rtl="0" eaLnBrk="1" latinLnBrk="0" hangingPunct="1">
                        <a:buFont typeface="Courier New" panose="02070309020205020404" pitchFamily="49" charset="0"/>
                        <a:buChar char="o"/>
                      </a:pPr>
                      <a:r>
                        <a:rPr lang="en-US" sz="1600" kern="1200" dirty="0">
                          <a:solidFill>
                            <a:schemeClr val="dk1"/>
                          </a:solidFill>
                          <a:latin typeface="Arial" panose="020B0604020202020204" pitchFamily="34" charset="0"/>
                          <a:ea typeface="+mn-ea"/>
                          <a:cs typeface="Arial" panose="020B0604020202020204" pitchFamily="34" charset="0"/>
                        </a:rPr>
                        <a:t>Engagement team’s communications to partner</a:t>
                      </a:r>
                    </a:p>
                  </a:txBody>
                  <a:tcPr/>
                </a:tc>
                <a:extLst>
                  <a:ext uri="{0D108BD9-81ED-4DB2-BD59-A6C34878D82A}">
                    <a16:rowId xmlns:a16="http://schemas.microsoft.com/office/drawing/2014/main" val="3677050554"/>
                  </a:ext>
                </a:extLst>
              </a:tr>
              <a:tr h="391341">
                <a:tc>
                  <a:txBody>
                    <a:bodyPr/>
                    <a:lstStyle/>
                    <a:p>
                      <a:r>
                        <a:rPr lang="en-US" sz="1800" kern="1200" dirty="0">
                          <a:solidFill>
                            <a:schemeClr val="dk1"/>
                          </a:solidFill>
                          <a:latin typeface="Arial" panose="020B0604020202020204" pitchFamily="34" charset="0"/>
                          <a:ea typeface="+mn-ea"/>
                          <a:cs typeface="Arial" panose="020B0604020202020204" pitchFamily="34" charset="0"/>
                        </a:rPr>
                        <a:t>Audit documentation</a:t>
                      </a:r>
                    </a:p>
                  </a:txBody>
                  <a:tcPr/>
                </a:tc>
                <a:tc>
                  <a:txBody>
                    <a:bodyPr/>
                    <a:lstStyle/>
                    <a:p>
                      <a:pPr marL="285750" indent="-285750">
                        <a:buFont typeface="Arial" panose="020B0604020202020204" pitchFamily="34" charset="0"/>
                        <a:buChar char="•"/>
                      </a:pPr>
                      <a:r>
                        <a:rPr lang="en-US" sz="1800" kern="1200" dirty="0">
                          <a:solidFill>
                            <a:schemeClr val="dk1"/>
                          </a:solidFill>
                          <a:latin typeface="Arial" panose="020B0604020202020204" pitchFamily="34" charset="0"/>
                          <a:ea typeface="+mn-ea"/>
                          <a:cs typeface="Arial" panose="020B0604020202020204" pitchFamily="34" charset="0"/>
                        </a:rPr>
                        <a:t>Enhanced link to ISA 230 and guidance</a:t>
                      </a:r>
                    </a:p>
                  </a:txBody>
                  <a:tcPr/>
                </a:tc>
                <a:extLst>
                  <a:ext uri="{0D108BD9-81ED-4DB2-BD59-A6C34878D82A}">
                    <a16:rowId xmlns:a16="http://schemas.microsoft.com/office/drawing/2014/main" val="2753811790"/>
                  </a:ext>
                </a:extLst>
              </a:tr>
            </a:tbl>
          </a:graphicData>
        </a:graphic>
      </p:graphicFrame>
    </p:spTree>
    <p:extLst>
      <p:ext uri="{BB962C8B-B14F-4D97-AF65-F5344CB8AC3E}">
        <p14:creationId xmlns:p14="http://schemas.microsoft.com/office/powerpoint/2010/main" val="1449986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IAASB CAG Feedback</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6</a:t>
            </a:fld>
            <a:endParaRPr lang="en-US" sz="675" dirty="0">
              <a:solidFill>
                <a:srgbClr val="808080"/>
              </a:solidFill>
              <a:latin typeface="Arial" panose="020B0604020202020204" pitchFamily="34" charset="0"/>
            </a:endParaRPr>
          </a:p>
        </p:txBody>
      </p:sp>
      <p:sp>
        <p:nvSpPr>
          <p:cNvPr id="4" name="TextBox 3">
            <a:extLst>
              <a:ext uri="{FF2B5EF4-FFF2-40B4-BE49-F238E27FC236}">
                <a16:creationId xmlns:a16="http://schemas.microsoft.com/office/drawing/2014/main" id="{36910595-9D92-4EBC-A2E8-E9A7C4451261}"/>
              </a:ext>
            </a:extLst>
          </p:cNvPr>
          <p:cNvSpPr txBox="1"/>
          <p:nvPr/>
        </p:nvSpPr>
        <p:spPr>
          <a:xfrm>
            <a:off x="395416" y="1003920"/>
            <a:ext cx="8408718" cy="2862322"/>
          </a:xfrm>
          <a:prstGeom prst="rect">
            <a:avLst/>
          </a:prstGeom>
          <a:noFill/>
          <a:ln>
            <a:noFill/>
          </a:ln>
        </p:spPr>
        <p:txBody>
          <a:bodyPr wrap="square" rtlCol="0">
            <a:spAutoFit/>
          </a:bodyPr>
          <a:lstStyle/>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Generally supportive</a:t>
            </a: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Supportive of co-ordination between the QM standards</a:t>
            </a: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Discussion of the extra paragraph in the objective – support for prominence of public interest but some concerns about length of objective section and implications for other IAASB standards</a:t>
            </a: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Audit delivery models – May be implications for smaller auditors if larger firms prefer using in-network component auditors</a:t>
            </a:r>
          </a:p>
          <a:p>
            <a:pPr marL="682625" indent="-342900">
              <a:lnSpc>
                <a:spcPts val="2400"/>
              </a:lnSpc>
              <a:spcBef>
                <a:spcPts val="600"/>
              </a:spcBef>
              <a:buFont typeface="Courier New" panose="02070309020205020404" pitchFamily="49" charset="0"/>
              <a:buChar char="o"/>
            </a:pPr>
            <a:endParaRPr lang="en-CA" sz="2000" dirty="0">
              <a:solidFill>
                <a:schemeClr val="tx1">
                  <a:lumMod val="65000"/>
                  <a:lumOff val="35000"/>
                </a:schemeClr>
              </a:solidFill>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767450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1"/>
          <p:cNvSpPr txBox="1">
            <a:spLocks/>
          </p:cNvSpPr>
          <p:nvPr/>
        </p:nvSpPr>
        <p:spPr>
          <a:xfrm>
            <a:off x="440449" y="952935"/>
            <a:ext cx="8497006" cy="1423927"/>
          </a:xfrm>
          <a:prstGeom prst="rect">
            <a:avLst/>
          </a:prstGeom>
          <a:noFill/>
          <a:ln w="38100">
            <a:solidFill>
              <a:schemeClr val="tx1">
                <a:lumMod val="65000"/>
                <a:lumOff val="35000"/>
              </a:schemeClr>
            </a:solidFill>
          </a:ln>
        </p:spPr>
        <p:txBody>
          <a:bodyPr anchor="ctr" anchorCtr="0"/>
          <a:lstStyle>
            <a:lvl1pPr marL="342900" indent="-342900" algn="l" rtl="0" eaLnBrk="1" fontAlgn="base" hangingPunct="1">
              <a:spcBef>
                <a:spcPts val="776"/>
              </a:spcBef>
              <a:spcAft>
                <a:spcPct val="0"/>
              </a:spcAft>
              <a:buChar char="•"/>
              <a:defRPr sz="2400">
                <a:solidFill>
                  <a:schemeClr val="tx2">
                    <a:lumMod val="65000"/>
                    <a:lumOff val="35000"/>
                  </a:schemeClr>
                </a:solidFill>
                <a:latin typeface="+mn-lt"/>
                <a:ea typeface="ＭＳ Ｐゴシック" charset="0"/>
                <a:cs typeface="ＭＳ Ｐゴシック" charset="0"/>
              </a:defRPr>
            </a:lvl1pPr>
            <a:lvl2pPr marL="694944" indent="-347472" algn="l" rtl="0" eaLnBrk="1" fontAlgn="base" hangingPunct="1">
              <a:spcBef>
                <a:spcPts val="776"/>
              </a:spcBef>
              <a:spcAft>
                <a:spcPct val="0"/>
              </a:spcAft>
              <a:buChar char="–"/>
              <a:defRPr sz="2000">
                <a:solidFill>
                  <a:schemeClr val="tx2">
                    <a:lumMod val="65000"/>
                    <a:lumOff val="35000"/>
                  </a:schemeClr>
                </a:solidFill>
                <a:latin typeface="+mn-lt"/>
                <a:ea typeface="ＭＳ Ｐゴシック" charset="0"/>
                <a:cs typeface="+mn-cs"/>
              </a:defRPr>
            </a:lvl2pPr>
            <a:lvl3pPr marL="1042416" indent="-347472" algn="l" rtl="0" eaLnBrk="1" fontAlgn="base" hangingPunct="1">
              <a:spcBef>
                <a:spcPts val="776"/>
              </a:spcBef>
              <a:spcAft>
                <a:spcPct val="0"/>
              </a:spcAft>
              <a:buChar char="•"/>
              <a:defRPr sz="1800">
                <a:solidFill>
                  <a:schemeClr val="tx2">
                    <a:lumMod val="65000"/>
                    <a:lumOff val="35000"/>
                  </a:schemeClr>
                </a:solidFill>
                <a:latin typeface="+mn-lt"/>
                <a:ea typeface="ＭＳ Ｐゴシック" charset="0"/>
                <a:cs typeface="+mn-cs"/>
              </a:defRPr>
            </a:lvl3pPr>
            <a:lvl4pPr marL="1389888" indent="-347472" algn="l" rtl="0" eaLnBrk="1" fontAlgn="base" hangingPunct="1">
              <a:spcBef>
                <a:spcPts val="776"/>
              </a:spcBef>
              <a:spcAft>
                <a:spcPct val="0"/>
              </a:spcAft>
              <a:buChar char="–"/>
              <a:defRPr sz="1600">
                <a:solidFill>
                  <a:schemeClr val="tx2">
                    <a:lumMod val="65000"/>
                    <a:lumOff val="35000"/>
                  </a:schemeClr>
                </a:solidFill>
                <a:latin typeface="+mn-lt"/>
                <a:ea typeface="ＭＳ Ｐゴシック" charset="0"/>
                <a:cs typeface="+mn-cs"/>
              </a:defRPr>
            </a:lvl4pPr>
            <a:lvl5pPr marL="1737360" indent="-347472" algn="l" rtl="0" eaLnBrk="1" fontAlgn="base" hangingPunct="1">
              <a:spcBef>
                <a:spcPts val="776"/>
              </a:spcBef>
              <a:spcAft>
                <a:spcPct val="0"/>
              </a:spcAft>
              <a:buChar char="»"/>
              <a:defRPr sz="1400">
                <a:solidFill>
                  <a:schemeClr val="tx2">
                    <a:lumMod val="65000"/>
                    <a:lumOff val="35000"/>
                  </a:schemeClr>
                </a:solidFill>
                <a:latin typeface="+mn-lt"/>
                <a:ea typeface="ＭＳ Ｐゴシック" charset="0"/>
                <a:cs typeface="+mn-cs"/>
              </a:defRPr>
            </a:lvl5pPr>
            <a:lvl6pPr marL="2514600" indent="-228600" algn="l" rtl="0" eaLnBrk="1" fontAlgn="base" hangingPunct="1">
              <a:spcBef>
                <a:spcPct val="20000"/>
              </a:spcBef>
              <a:spcAft>
                <a:spcPct val="0"/>
              </a:spcAft>
              <a:buChar char="»"/>
              <a:defRPr sz="2000">
                <a:solidFill>
                  <a:schemeClr val="tx1"/>
                </a:solidFill>
                <a:latin typeface="+mn-lt"/>
                <a:ea typeface="+mn-ea"/>
                <a:cs typeface="+mn-cs"/>
              </a:defRPr>
            </a:lvl6pPr>
            <a:lvl7pPr marL="2971800" indent="-228600" algn="l" rtl="0" eaLnBrk="1" fontAlgn="base" hangingPunct="1">
              <a:spcBef>
                <a:spcPct val="20000"/>
              </a:spcBef>
              <a:spcAft>
                <a:spcPct val="0"/>
              </a:spcAft>
              <a:buChar char="»"/>
              <a:defRPr sz="2000">
                <a:solidFill>
                  <a:schemeClr val="tx1"/>
                </a:solidFill>
                <a:latin typeface="+mn-lt"/>
                <a:ea typeface="+mn-ea"/>
                <a:cs typeface="+mn-cs"/>
              </a:defRPr>
            </a:lvl7pPr>
            <a:lvl8pPr marL="3429000" indent="-228600" algn="l" rtl="0" eaLnBrk="1" fontAlgn="base" hangingPunct="1">
              <a:spcBef>
                <a:spcPct val="20000"/>
              </a:spcBef>
              <a:spcAft>
                <a:spcPct val="0"/>
              </a:spcAft>
              <a:buChar char="»"/>
              <a:defRPr sz="2000">
                <a:solidFill>
                  <a:schemeClr val="tx1"/>
                </a:solidFill>
                <a:latin typeface="+mn-lt"/>
                <a:ea typeface="+mn-ea"/>
                <a:cs typeface="+mn-cs"/>
              </a:defRPr>
            </a:lvl8pPr>
            <a:lvl9pPr marL="3886200" indent="-228600" algn="l" rtl="0" eaLnBrk="1" fontAlgn="base" hangingPunct="1">
              <a:spcBef>
                <a:spcPct val="20000"/>
              </a:spcBef>
              <a:spcAft>
                <a:spcPct val="0"/>
              </a:spcAft>
              <a:buChar char="»"/>
              <a:defRPr sz="2000">
                <a:solidFill>
                  <a:schemeClr val="tx1"/>
                </a:solidFill>
                <a:latin typeface="+mn-lt"/>
                <a:ea typeface="+mn-ea"/>
                <a:cs typeface="+mn-cs"/>
              </a:defRPr>
            </a:lvl9pPr>
          </a:lstStyle>
          <a:p>
            <a:pPr marL="344488" marR="0" lvl="1" indent="-344488">
              <a:lnSpc>
                <a:spcPts val="2400"/>
              </a:lnSpc>
              <a:spcBef>
                <a:spcPts val="600"/>
              </a:spcBef>
              <a:spcAft>
                <a:spcPts val="0"/>
              </a:spcAft>
              <a:buNone/>
            </a:pPr>
            <a:r>
              <a:rPr lang="en-US" dirty="0">
                <a:solidFill>
                  <a:schemeClr val="tx1">
                    <a:lumMod val="65000"/>
                    <a:lumOff val="35000"/>
                  </a:schemeClr>
                </a:solidFill>
                <a:latin typeface="Arial" panose="020B0604020202020204" pitchFamily="34" charset="0"/>
                <a:cs typeface="Arial" panose="020B0604020202020204" pitchFamily="34" charset="0"/>
              </a:rPr>
              <a:t>1. 	The IAASB is asked for its views on changes made to proposed ISA 220 (Revised) since the April 1, 2020 and June 2020 IAASB meetings, as discussed in paragraphs 10–13 of </a:t>
            </a:r>
            <a:r>
              <a:rPr lang="en-US" b="1" dirty="0">
                <a:solidFill>
                  <a:schemeClr val="tx1">
                    <a:lumMod val="65000"/>
                    <a:lumOff val="35000"/>
                  </a:schemeClr>
                </a:solidFill>
                <a:latin typeface="Arial" panose="020B0604020202020204" pitchFamily="34" charset="0"/>
                <a:cs typeface="Arial" panose="020B0604020202020204" pitchFamily="34" charset="0"/>
              </a:rPr>
              <a:t>Agenda Item 4</a:t>
            </a:r>
            <a:r>
              <a:rPr lang="en-US" dirty="0">
                <a:solidFill>
                  <a:schemeClr val="tx1">
                    <a:lumMod val="65000"/>
                    <a:lumOff val="35000"/>
                  </a:schemeClr>
                </a:solidFill>
                <a:latin typeface="Arial" panose="020B0604020202020204" pitchFamily="34" charset="0"/>
                <a:cs typeface="Arial" panose="020B0604020202020204" pitchFamily="34" charset="0"/>
              </a:rPr>
              <a:t>.</a:t>
            </a:r>
          </a:p>
        </p:txBody>
      </p:sp>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Matter for IAASB Consideration</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7</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22202069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439250E-CDCA-4F78-813F-31F0129D3CAC}"/>
              </a:ext>
            </a:extLst>
          </p:cNvPr>
          <p:cNvSpPr txBox="1">
            <a:spLocks/>
          </p:cNvSpPr>
          <p:nvPr/>
        </p:nvSpPr>
        <p:spPr>
          <a:xfrm>
            <a:off x="0" y="427038"/>
            <a:ext cx="9144000" cy="404812"/>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Walk-through of Proposed ISA 220 (Revised)</a:t>
            </a:r>
          </a:p>
        </p:txBody>
      </p:sp>
      <p:sp>
        <p:nvSpPr>
          <p:cNvPr id="9" name="Slide Number Placeholder 5">
            <a:extLst>
              <a:ext uri="{FF2B5EF4-FFF2-40B4-BE49-F238E27FC236}">
                <a16:creationId xmlns:a16="http://schemas.microsoft.com/office/drawing/2014/main" id="{B310E0CF-E872-40AA-B794-E20D815AF7CD}"/>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8</a:t>
            </a:fld>
            <a:endParaRPr lang="en-US" sz="675" dirty="0">
              <a:solidFill>
                <a:srgbClr val="808080"/>
              </a:solidFill>
              <a:latin typeface="Arial" panose="020B0604020202020204" pitchFamily="34" charset="0"/>
            </a:endParaRPr>
          </a:p>
        </p:txBody>
      </p:sp>
      <p:graphicFrame>
        <p:nvGraphicFramePr>
          <p:cNvPr id="3" name="Table 3">
            <a:extLst>
              <a:ext uri="{FF2B5EF4-FFF2-40B4-BE49-F238E27FC236}">
                <a16:creationId xmlns:a16="http://schemas.microsoft.com/office/drawing/2014/main" id="{72C3707F-A2C8-4D3D-8B32-D627F1B4FE37}"/>
              </a:ext>
            </a:extLst>
          </p:cNvPr>
          <p:cNvGraphicFramePr>
            <a:graphicFrameLocks noGrp="1"/>
          </p:cNvGraphicFramePr>
          <p:nvPr>
            <p:extLst>
              <p:ext uri="{D42A27DB-BD31-4B8C-83A1-F6EECF244321}">
                <p14:modId xmlns:p14="http://schemas.microsoft.com/office/powerpoint/2010/main" val="1322421498"/>
              </p:ext>
            </p:extLst>
          </p:nvPr>
        </p:nvGraphicFramePr>
        <p:xfrm>
          <a:off x="464455" y="831850"/>
          <a:ext cx="8403774" cy="3962400"/>
        </p:xfrm>
        <a:graphic>
          <a:graphicData uri="http://schemas.openxmlformats.org/drawingml/2006/table">
            <a:tbl>
              <a:tblPr firstRow="1" bandRow="1">
                <a:tableStyleId>{F5AB1C69-6EDB-4FF4-983F-18BD219EF322}</a:tableStyleId>
              </a:tblPr>
              <a:tblGrid>
                <a:gridCol w="3454402">
                  <a:extLst>
                    <a:ext uri="{9D8B030D-6E8A-4147-A177-3AD203B41FA5}">
                      <a16:colId xmlns:a16="http://schemas.microsoft.com/office/drawing/2014/main" val="3033556321"/>
                    </a:ext>
                  </a:extLst>
                </a:gridCol>
                <a:gridCol w="4949372">
                  <a:extLst>
                    <a:ext uri="{9D8B030D-6E8A-4147-A177-3AD203B41FA5}">
                      <a16:colId xmlns:a16="http://schemas.microsoft.com/office/drawing/2014/main" val="3009871604"/>
                    </a:ext>
                  </a:extLst>
                </a:gridCol>
              </a:tblGrid>
              <a:tr h="257447">
                <a:tc>
                  <a:txBody>
                    <a:bodyPr/>
                    <a:lstStyle/>
                    <a:p>
                      <a:r>
                        <a:rPr lang="en-US" sz="2000" dirty="0">
                          <a:latin typeface="Arial" panose="020B0604020202020204" pitchFamily="34" charset="0"/>
                          <a:cs typeface="Arial" panose="020B0604020202020204" pitchFamily="34" charset="0"/>
                        </a:rPr>
                        <a:t>Requirement Paragraphs</a:t>
                      </a:r>
                    </a:p>
                  </a:txBody>
                  <a:tcPr/>
                </a:tc>
                <a:tc>
                  <a:txBody>
                    <a:bodyPr/>
                    <a:lstStyle/>
                    <a:p>
                      <a:pPr marL="0" algn="l" defTabSz="342900" rtl="0" eaLnBrk="1" latinLnBrk="0" hangingPunct="1"/>
                      <a:r>
                        <a:rPr lang="en-US" sz="2000" b="1" kern="1200" dirty="0">
                          <a:solidFill>
                            <a:schemeClr val="lt1"/>
                          </a:solidFill>
                          <a:latin typeface="Arial" panose="020B0604020202020204" pitchFamily="34" charset="0"/>
                          <a:cs typeface="Arial" panose="020B0604020202020204" pitchFamily="34" charset="0"/>
                        </a:rPr>
                        <a:t>Application Material Paragraphs</a:t>
                      </a:r>
                      <a:endParaRPr lang="en-US" sz="2000" b="1" kern="1200" dirty="0">
                        <a:solidFill>
                          <a:schemeClr val="lt1"/>
                        </a:solidFill>
                        <a:latin typeface="Arial" panose="020B0604020202020204" pitchFamily="34" charset="0"/>
                        <a:ea typeface="+mn-ea"/>
                        <a:cs typeface="Arial" panose="020B0604020202020204" pitchFamily="34" charset="0"/>
                      </a:endParaRPr>
                    </a:p>
                  </a:txBody>
                  <a:tcPr/>
                </a:tc>
                <a:extLst>
                  <a:ext uri="{0D108BD9-81ED-4DB2-BD59-A6C34878D82A}">
                    <a16:rowId xmlns:a16="http://schemas.microsoft.com/office/drawing/2014/main" val="1180381724"/>
                  </a:ext>
                </a:extLst>
              </a:tr>
              <a:tr h="370840">
                <a:tc>
                  <a:txBody>
                    <a:bodyPr/>
                    <a:lstStyle/>
                    <a:p>
                      <a:r>
                        <a:rPr lang="en-US" sz="2000" dirty="0">
                          <a:latin typeface="Arial" panose="020B0604020202020204" pitchFamily="34" charset="0"/>
                          <a:cs typeface="Arial" panose="020B0604020202020204" pitchFamily="34" charset="0"/>
                        </a:rPr>
                        <a:t>1‒12</a:t>
                      </a:r>
                    </a:p>
                  </a:txBody>
                  <a:tcPr/>
                </a:tc>
                <a:tc>
                  <a:txBody>
                    <a:bodyPr/>
                    <a:lstStyle/>
                    <a:p>
                      <a:r>
                        <a:rPr lang="en-US" sz="2000" dirty="0">
                          <a:latin typeface="Arial" panose="020B0604020202020204" pitchFamily="34" charset="0"/>
                          <a:cs typeface="Arial" panose="020B0604020202020204" pitchFamily="34" charset="0"/>
                        </a:rPr>
                        <a:t>A1‒A26, A32‒A35, A37</a:t>
                      </a:r>
                    </a:p>
                  </a:txBody>
                  <a:tcPr/>
                </a:tc>
                <a:extLst>
                  <a:ext uri="{0D108BD9-81ED-4DB2-BD59-A6C34878D82A}">
                    <a16:rowId xmlns:a16="http://schemas.microsoft.com/office/drawing/2014/main" val="1078787798"/>
                  </a:ext>
                </a:extLst>
              </a:tr>
              <a:tr h="370840">
                <a:tc>
                  <a:txBody>
                    <a:bodyPr/>
                    <a:lstStyle/>
                    <a:p>
                      <a:r>
                        <a:rPr lang="en-US" sz="2000" dirty="0">
                          <a:latin typeface="Arial" panose="020B0604020202020204" pitchFamily="34" charset="0"/>
                          <a:cs typeface="Arial" panose="020B0604020202020204" pitchFamily="34" charset="0"/>
                        </a:rPr>
                        <a:t>13‒15</a:t>
                      </a:r>
                    </a:p>
                  </a:txBody>
                  <a:tcPr/>
                </a:tc>
                <a:tc>
                  <a:txBody>
                    <a:bodyPr/>
                    <a:lstStyle/>
                    <a:p>
                      <a:r>
                        <a:rPr lang="en-US" sz="2000" dirty="0">
                          <a:latin typeface="Arial" panose="020B0604020202020204" pitchFamily="34" charset="0"/>
                          <a:cs typeface="Arial" panose="020B0604020202020204" pitchFamily="34" charset="0"/>
                        </a:rPr>
                        <a:t>A8, A27‒A36</a:t>
                      </a:r>
                    </a:p>
                  </a:txBody>
                  <a:tcPr/>
                </a:tc>
                <a:extLst>
                  <a:ext uri="{0D108BD9-81ED-4DB2-BD59-A6C34878D82A}">
                    <a16:rowId xmlns:a16="http://schemas.microsoft.com/office/drawing/2014/main" val="1125060624"/>
                  </a:ext>
                </a:extLst>
              </a:tr>
              <a:tr h="370840">
                <a:tc>
                  <a:txBody>
                    <a:bodyPr/>
                    <a:lstStyle/>
                    <a:p>
                      <a:r>
                        <a:rPr lang="en-US" sz="2000" dirty="0">
                          <a:latin typeface="Arial" panose="020B0604020202020204" pitchFamily="34" charset="0"/>
                          <a:cs typeface="Arial" panose="020B0604020202020204" pitchFamily="34" charset="0"/>
                        </a:rPr>
                        <a:t>16‒21</a:t>
                      </a:r>
                    </a:p>
                  </a:txBody>
                  <a:tcPr/>
                </a:tc>
                <a:tc>
                  <a:txBody>
                    <a:bodyPr/>
                    <a:lstStyle/>
                    <a:p>
                      <a:r>
                        <a:rPr lang="en-US" sz="2000" dirty="0">
                          <a:latin typeface="Arial" panose="020B0604020202020204" pitchFamily="34" charset="0"/>
                          <a:cs typeface="Arial" panose="020B0604020202020204" pitchFamily="34" charset="0"/>
                        </a:rPr>
                        <a:t>A22‒A24, A37‒A47</a:t>
                      </a:r>
                    </a:p>
                  </a:txBody>
                  <a:tcPr/>
                </a:tc>
                <a:extLst>
                  <a:ext uri="{0D108BD9-81ED-4DB2-BD59-A6C34878D82A}">
                    <a16:rowId xmlns:a16="http://schemas.microsoft.com/office/drawing/2014/main" val="1426910164"/>
                  </a:ext>
                </a:extLst>
              </a:tr>
              <a:tr h="370840">
                <a:tc>
                  <a:txBody>
                    <a:bodyPr/>
                    <a:lstStyle/>
                    <a:p>
                      <a:r>
                        <a:rPr lang="en-US" sz="2000" dirty="0">
                          <a:latin typeface="Arial" panose="020B0604020202020204" pitchFamily="34" charset="0"/>
                          <a:cs typeface="Arial" panose="020B0604020202020204" pitchFamily="34" charset="0"/>
                        </a:rPr>
                        <a:t>22‒24</a:t>
                      </a:r>
                    </a:p>
                  </a:txBody>
                  <a:tcPr/>
                </a:tc>
                <a:tc>
                  <a:txBody>
                    <a:bodyPr/>
                    <a:lstStyle/>
                    <a:p>
                      <a:r>
                        <a:rPr lang="en-US" sz="2000" dirty="0">
                          <a:latin typeface="Arial" panose="020B0604020202020204" pitchFamily="34" charset="0"/>
                          <a:cs typeface="Arial" panose="020B0604020202020204" pitchFamily="34" charset="0"/>
                        </a:rPr>
                        <a:t>A48‒A57</a:t>
                      </a:r>
                    </a:p>
                  </a:txBody>
                  <a:tcPr/>
                </a:tc>
                <a:extLst>
                  <a:ext uri="{0D108BD9-81ED-4DB2-BD59-A6C34878D82A}">
                    <a16:rowId xmlns:a16="http://schemas.microsoft.com/office/drawing/2014/main" val="3565521318"/>
                  </a:ext>
                </a:extLst>
              </a:tr>
              <a:tr h="370840">
                <a:tc>
                  <a:txBody>
                    <a:bodyPr/>
                    <a:lstStyle/>
                    <a:p>
                      <a:r>
                        <a:rPr lang="en-US" sz="2000" dirty="0">
                          <a:latin typeface="Arial" panose="020B0604020202020204" pitchFamily="34" charset="0"/>
                          <a:cs typeface="Arial" panose="020B0604020202020204" pitchFamily="34" charset="0"/>
                        </a:rPr>
                        <a:t>25‒28</a:t>
                      </a:r>
                    </a:p>
                  </a:txBody>
                  <a:tcPr/>
                </a:tc>
                <a:tc>
                  <a:txBody>
                    <a:bodyPr/>
                    <a:lstStyle/>
                    <a:p>
                      <a:r>
                        <a:rPr lang="en-US" sz="2000" dirty="0">
                          <a:latin typeface="Arial" panose="020B0604020202020204" pitchFamily="34" charset="0"/>
                          <a:cs typeface="Arial" panose="020B0604020202020204" pitchFamily="34" charset="0"/>
                        </a:rPr>
                        <a:t>A58‒A79</a:t>
                      </a:r>
                    </a:p>
                  </a:txBody>
                  <a:tcPr/>
                </a:tc>
                <a:extLst>
                  <a:ext uri="{0D108BD9-81ED-4DB2-BD59-A6C34878D82A}">
                    <a16:rowId xmlns:a16="http://schemas.microsoft.com/office/drawing/2014/main" val="625387235"/>
                  </a:ext>
                </a:extLst>
              </a:tr>
              <a:tr h="370840">
                <a:tc>
                  <a:txBody>
                    <a:bodyPr/>
                    <a:lstStyle/>
                    <a:p>
                      <a:r>
                        <a:rPr lang="en-US" sz="2000" dirty="0">
                          <a:latin typeface="Arial" panose="020B0604020202020204" pitchFamily="34" charset="0"/>
                          <a:cs typeface="Arial" panose="020B0604020202020204" pitchFamily="34" charset="0"/>
                        </a:rPr>
                        <a:t>29‒38</a:t>
                      </a:r>
                    </a:p>
                  </a:txBody>
                  <a:tcPr/>
                </a:tc>
                <a:tc>
                  <a:txBody>
                    <a:bodyPr/>
                    <a:lstStyle/>
                    <a:p>
                      <a:r>
                        <a:rPr lang="en-US" sz="2000" dirty="0">
                          <a:latin typeface="Arial" panose="020B0604020202020204" pitchFamily="34" charset="0"/>
                          <a:cs typeface="Arial" panose="020B0604020202020204" pitchFamily="34" charset="0"/>
                        </a:rPr>
                        <a:t>A80‒A108</a:t>
                      </a:r>
                    </a:p>
                  </a:txBody>
                  <a:tcPr/>
                </a:tc>
                <a:extLst>
                  <a:ext uri="{0D108BD9-81ED-4DB2-BD59-A6C34878D82A}">
                    <a16:rowId xmlns:a16="http://schemas.microsoft.com/office/drawing/2014/main" val="3478193152"/>
                  </a:ext>
                </a:extLst>
              </a:tr>
              <a:tr h="370840">
                <a:tc>
                  <a:txBody>
                    <a:bodyPr/>
                    <a:lstStyle/>
                    <a:p>
                      <a:r>
                        <a:rPr lang="en-US" sz="2000" dirty="0">
                          <a:latin typeface="Arial" panose="020B0604020202020204" pitchFamily="34" charset="0"/>
                          <a:cs typeface="Arial" panose="020B0604020202020204" pitchFamily="34" charset="0"/>
                        </a:rPr>
                        <a:t>39</a:t>
                      </a:r>
                    </a:p>
                  </a:txBody>
                  <a:tcPr/>
                </a:tc>
                <a:tc>
                  <a:txBody>
                    <a:bodyPr/>
                    <a:lstStyle/>
                    <a:p>
                      <a:r>
                        <a:rPr lang="en-US" sz="2000" dirty="0">
                          <a:latin typeface="Arial" panose="020B0604020202020204" pitchFamily="34" charset="0"/>
                          <a:cs typeface="Arial" panose="020B0604020202020204" pitchFamily="34" charset="0"/>
                        </a:rPr>
                        <a:t>A109‒A112</a:t>
                      </a:r>
                    </a:p>
                  </a:txBody>
                  <a:tcPr/>
                </a:tc>
                <a:extLst>
                  <a:ext uri="{0D108BD9-81ED-4DB2-BD59-A6C34878D82A}">
                    <a16:rowId xmlns:a16="http://schemas.microsoft.com/office/drawing/2014/main" val="2273351075"/>
                  </a:ext>
                </a:extLst>
              </a:tr>
              <a:tr h="370840">
                <a:tc>
                  <a:txBody>
                    <a:bodyPr/>
                    <a:lstStyle/>
                    <a:p>
                      <a:r>
                        <a:rPr lang="en-US" sz="2000" dirty="0">
                          <a:latin typeface="Arial" panose="020B0604020202020204" pitchFamily="34" charset="0"/>
                          <a:cs typeface="Arial" panose="020B0604020202020204" pitchFamily="34" charset="0"/>
                        </a:rPr>
                        <a:t>40</a:t>
                      </a:r>
                    </a:p>
                  </a:txBody>
                  <a:tcPr/>
                </a:tc>
                <a:tc>
                  <a:txBody>
                    <a:bodyPr/>
                    <a:lstStyle/>
                    <a:p>
                      <a:r>
                        <a:rPr lang="en-US" sz="2000" dirty="0">
                          <a:latin typeface="Arial" panose="020B0604020202020204" pitchFamily="34" charset="0"/>
                          <a:cs typeface="Arial" panose="020B0604020202020204" pitchFamily="34" charset="0"/>
                        </a:rPr>
                        <a:t>A113‒A116</a:t>
                      </a:r>
                    </a:p>
                  </a:txBody>
                  <a:tcPr/>
                </a:tc>
                <a:extLst>
                  <a:ext uri="{0D108BD9-81ED-4DB2-BD59-A6C34878D82A}">
                    <a16:rowId xmlns:a16="http://schemas.microsoft.com/office/drawing/2014/main" val="1286551987"/>
                  </a:ext>
                </a:extLst>
              </a:tr>
              <a:tr h="370840">
                <a:tc>
                  <a:txBody>
                    <a:bodyPr/>
                    <a:lstStyle/>
                    <a:p>
                      <a:r>
                        <a:rPr lang="en-US" sz="2000" dirty="0">
                          <a:latin typeface="Arial" panose="020B0604020202020204" pitchFamily="34" charset="0"/>
                          <a:cs typeface="Arial" panose="020B0604020202020204" pitchFamily="34" charset="0"/>
                        </a:rPr>
                        <a:t>41</a:t>
                      </a:r>
                    </a:p>
                  </a:txBody>
                  <a:tcPr/>
                </a:tc>
                <a:tc>
                  <a:txBody>
                    <a:bodyPr/>
                    <a:lstStyle/>
                    <a:p>
                      <a:r>
                        <a:rPr lang="en-US" sz="2000" dirty="0">
                          <a:latin typeface="Arial" panose="020B0604020202020204" pitchFamily="34" charset="0"/>
                          <a:cs typeface="Arial" panose="020B0604020202020204" pitchFamily="34" charset="0"/>
                        </a:rPr>
                        <a:t>A117‒A120</a:t>
                      </a:r>
                    </a:p>
                  </a:txBody>
                  <a:tcPr/>
                </a:tc>
                <a:extLst>
                  <a:ext uri="{0D108BD9-81ED-4DB2-BD59-A6C34878D82A}">
                    <a16:rowId xmlns:a16="http://schemas.microsoft.com/office/drawing/2014/main" val="2846500395"/>
                  </a:ext>
                </a:extLst>
              </a:tr>
            </a:tbl>
          </a:graphicData>
        </a:graphic>
      </p:graphicFrame>
    </p:spTree>
    <p:extLst>
      <p:ext uri="{BB962C8B-B14F-4D97-AF65-F5344CB8AC3E}">
        <p14:creationId xmlns:p14="http://schemas.microsoft.com/office/powerpoint/2010/main" val="32742681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2757714" y="1025173"/>
            <a:ext cx="5929085" cy="3093154"/>
          </a:xfrm>
          <a:prstGeom prst="rect">
            <a:avLst/>
          </a:prstGeom>
          <a:noFill/>
          <a:ln>
            <a:noFill/>
          </a:ln>
        </p:spPr>
        <p:txBody>
          <a:bodyPr wrap="square" rtlCol="0">
            <a:spAutoFit/>
          </a:bodyPr>
          <a:lstStyle/>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Update draft standard to address Board Members’ comments</a:t>
            </a: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Align drafts with the changes in proposed ISQM 1 and ISQM 2 </a:t>
            </a: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Present final draft of proposed ISA 220 (Revised) for indicative approval at the Board session on September 21, 2020</a:t>
            </a: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Final approval of the quality management standards on September 23, 2020</a:t>
            </a: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Way Forward</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9</a:t>
            </a:fld>
            <a:endParaRPr lang="en-US" sz="675" dirty="0">
              <a:solidFill>
                <a:srgbClr val="808080"/>
              </a:solidFill>
              <a:latin typeface="Arial" panose="020B0604020202020204" pitchFamily="34" charset="0"/>
            </a:endParaRPr>
          </a:p>
        </p:txBody>
      </p:sp>
      <p:pic>
        <p:nvPicPr>
          <p:cNvPr id="7" name="Graphic 6" descr="List">
            <a:extLst>
              <a:ext uri="{FF2B5EF4-FFF2-40B4-BE49-F238E27FC236}">
                <a16:creationId xmlns:a16="http://schemas.microsoft.com/office/drawing/2014/main" id="{F43B49CE-7A0C-47C6-A438-B0603806A2C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831312"/>
            <a:ext cx="2757714" cy="3058517"/>
          </a:xfrm>
          <a:prstGeom prst="rect">
            <a:avLst/>
          </a:prstGeom>
        </p:spPr>
      </p:pic>
    </p:spTree>
    <p:extLst>
      <p:ext uri="{BB962C8B-B14F-4D97-AF65-F5344CB8AC3E}">
        <p14:creationId xmlns:p14="http://schemas.microsoft.com/office/powerpoint/2010/main" val="2522607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F0098-EE17-4722-8799-B7ACD630F545}"/>
              </a:ext>
            </a:extLst>
          </p:cNvPr>
          <p:cNvSpPr txBox="1"/>
          <p:nvPr/>
        </p:nvSpPr>
        <p:spPr>
          <a:xfrm>
            <a:off x="342406" y="853496"/>
            <a:ext cx="7582393" cy="4632037"/>
          </a:xfrm>
          <a:prstGeom prst="rect">
            <a:avLst/>
          </a:prstGeom>
          <a:noFill/>
          <a:ln>
            <a:noFill/>
          </a:ln>
        </p:spPr>
        <p:txBody>
          <a:bodyPr wrap="square" rtlCol="0">
            <a:spAutoFit/>
          </a:bodyPr>
          <a:lstStyle/>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17 (Thursday)  – Task Force meeting</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18 (Friday) – Posting of final drafts</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20 (Sunday) – Consultations (if needed)</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21 (Monday) – Board approval (indicative)</a:t>
            </a: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r>
              <a:rPr lang="en-US" sz="2000" dirty="0">
                <a:solidFill>
                  <a:schemeClr val="tx1">
                    <a:lumMod val="65000"/>
                    <a:lumOff val="35000"/>
                  </a:schemeClr>
                </a:solidFill>
                <a:latin typeface="Arial" panose="020B0604020202020204" pitchFamily="34" charset="0"/>
                <a:cs typeface="Arial" panose="020B0604020202020204" pitchFamily="34" charset="0"/>
              </a:rPr>
              <a:t>September 23 (Wednesday) – Board approval (final)</a:t>
            </a:r>
          </a:p>
          <a:p>
            <a:pPr marL="342900" indent="-342900">
              <a:lnSpc>
                <a:spcPts val="2400"/>
              </a:lnSpc>
              <a:spcBef>
                <a:spcPts val="600"/>
              </a:spcBef>
              <a:buFont typeface="Arial" panose="020B0604020202020204" pitchFamily="34" charset="0"/>
              <a:buChar char="•"/>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marL="342900" indent="-342900">
              <a:lnSpc>
                <a:spcPts val="2400"/>
              </a:lnSpc>
              <a:spcBef>
                <a:spcPts val="600"/>
              </a:spcBef>
              <a:buFont typeface="Arial" panose="020B0604020202020204" pitchFamily="34" charset="0"/>
              <a:buChar char="•"/>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a:p>
            <a:pPr>
              <a:lnSpc>
                <a:spcPts val="2400"/>
              </a:lnSpc>
              <a:spcBef>
                <a:spcPts val="600"/>
              </a:spcBef>
            </a:pPr>
            <a:endParaRPr lang="en-US" sz="2000" dirty="0">
              <a:solidFill>
                <a:schemeClr val="tx1">
                  <a:lumMod val="65000"/>
                  <a:lumOff val="35000"/>
                </a:schemeClr>
              </a:solidFill>
              <a:latin typeface="Arial" panose="020B0604020202020204" pitchFamily="34" charset="0"/>
              <a:cs typeface="Arial" panose="020B0604020202020204" pitchFamily="34" charset="0"/>
            </a:endParaRPr>
          </a:p>
        </p:txBody>
      </p:sp>
      <p:sp>
        <p:nvSpPr>
          <p:cNvPr id="5" name="Title 1">
            <a:extLst>
              <a:ext uri="{FF2B5EF4-FFF2-40B4-BE49-F238E27FC236}">
                <a16:creationId xmlns:a16="http://schemas.microsoft.com/office/drawing/2014/main" id="{44E611EE-765D-438A-B290-9DA68BA61931}"/>
              </a:ext>
            </a:extLst>
          </p:cNvPr>
          <p:cNvSpPr txBox="1">
            <a:spLocks/>
          </p:cNvSpPr>
          <p:nvPr/>
        </p:nvSpPr>
        <p:spPr>
          <a:xfrm>
            <a:off x="0" y="427437"/>
            <a:ext cx="9144000" cy="403875"/>
          </a:xfrm>
          <a:prstGeom prst="rect">
            <a:avLst/>
          </a:prstGeom>
        </p:spPr>
        <p:txBody>
          <a:bodyPr anchor="ctr"/>
          <a:lstStyle>
            <a:lvl1pPr algn="l" defTabSz="342900" rtl="0" eaLnBrk="1" latinLnBrk="0" hangingPunct="1">
              <a:spcBef>
                <a:spcPct val="0"/>
              </a:spcBef>
              <a:buNone/>
              <a:defRPr sz="1800" kern="1200">
                <a:solidFill>
                  <a:schemeClr val="bg1"/>
                </a:solidFill>
                <a:latin typeface="Arial" panose="020B0604020202020204" pitchFamily="34" charset="0"/>
                <a:ea typeface="+mj-ea"/>
                <a:cs typeface="Arial" panose="020B0604020202020204" pitchFamily="34" charset="0"/>
              </a:defRPr>
            </a:lvl1pPr>
          </a:lstStyle>
          <a:p>
            <a:pPr marL="347472">
              <a:lnSpc>
                <a:spcPts val="2400"/>
              </a:lnSpc>
            </a:pPr>
            <a:r>
              <a:rPr lang="en-US" sz="2400" b="1" dirty="0"/>
              <a:t>Timelines</a:t>
            </a:r>
          </a:p>
        </p:txBody>
      </p:sp>
      <p:sp>
        <p:nvSpPr>
          <p:cNvPr id="10" name="Slide Number Placeholder 5">
            <a:extLst>
              <a:ext uri="{FF2B5EF4-FFF2-40B4-BE49-F238E27FC236}">
                <a16:creationId xmlns:a16="http://schemas.microsoft.com/office/drawing/2014/main" id="{70C76DCE-413A-49F3-BFF2-B6438E9227D3}"/>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10</a:t>
            </a:fld>
            <a:endParaRPr lang="en-US" sz="675" dirty="0">
              <a:solidFill>
                <a:srgbClr val="808080"/>
              </a:solidFill>
              <a:latin typeface="Arial" panose="020B0604020202020204" pitchFamily="34" charset="0"/>
            </a:endParaRPr>
          </a:p>
        </p:txBody>
      </p:sp>
      <p:pic>
        <p:nvPicPr>
          <p:cNvPr id="2" name="Graphic 1" descr="Clipboard Checked">
            <a:extLst>
              <a:ext uri="{FF2B5EF4-FFF2-40B4-BE49-F238E27FC236}">
                <a16:creationId xmlns:a16="http://schemas.microsoft.com/office/drawing/2014/main" id="{4F82F976-C3A7-4F08-9541-6AEF0E0FD9A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68581" y="3210393"/>
            <a:ext cx="1052123" cy="1101795"/>
          </a:xfrm>
          <a:prstGeom prst="rect">
            <a:avLst/>
          </a:prstGeom>
        </p:spPr>
      </p:pic>
      <p:pic>
        <p:nvPicPr>
          <p:cNvPr id="11" name="Graphic 10" descr="Boardroom">
            <a:extLst>
              <a:ext uri="{FF2B5EF4-FFF2-40B4-BE49-F238E27FC236}">
                <a16:creationId xmlns:a16="http://schemas.microsoft.com/office/drawing/2014/main" id="{10D618FE-2E15-44DC-9C77-8DDE7B4F1A0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7442" y="2066471"/>
            <a:ext cx="914400" cy="914400"/>
          </a:xfrm>
          <a:prstGeom prst="rect">
            <a:avLst/>
          </a:prstGeom>
        </p:spPr>
      </p:pic>
      <p:pic>
        <p:nvPicPr>
          <p:cNvPr id="13" name="Graphic 12" descr="Monthly calendar">
            <a:extLst>
              <a:ext uri="{FF2B5EF4-FFF2-40B4-BE49-F238E27FC236}">
                <a16:creationId xmlns:a16="http://schemas.microsoft.com/office/drawing/2014/main" id="{20BC8C93-B3F5-42C8-A3D3-4D19AD2C0C1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50356" y="1060834"/>
            <a:ext cx="914400" cy="914400"/>
          </a:xfrm>
          <a:prstGeom prst="rect">
            <a:avLst/>
          </a:prstGeom>
        </p:spPr>
      </p:pic>
    </p:spTree>
    <p:extLst>
      <p:ext uri="{BB962C8B-B14F-4D97-AF65-F5344CB8AC3E}">
        <p14:creationId xmlns:p14="http://schemas.microsoft.com/office/powerpoint/2010/main" val="3090754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43A5B861-F232-4025-86B2-CEB63A0AD3B5}"/>
              </a:ext>
            </a:extLst>
          </p:cNvPr>
          <p:cNvSpPr txBox="1">
            <a:spLocks/>
          </p:cNvSpPr>
          <p:nvPr/>
        </p:nvSpPr>
        <p:spPr>
          <a:xfrm>
            <a:off x="5928852" y="4883295"/>
            <a:ext cx="2757948" cy="228309"/>
          </a:xfrm>
          <a:prstGeom prst="rect">
            <a:avLst/>
          </a:prstGeom>
        </p:spPr>
        <p:txBody>
          <a:bodyPr/>
          <a:lst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a:lstStyle>
          <a:p>
            <a:pPr algn="r"/>
            <a:r>
              <a:rPr lang="en-US" sz="675" dirty="0">
                <a:solidFill>
                  <a:srgbClr val="808080"/>
                </a:solidFill>
                <a:latin typeface="Arial" panose="020B0604020202020204" pitchFamily="34" charset="0"/>
              </a:rPr>
              <a:t>Page </a:t>
            </a:r>
            <a:fld id="{95158037-59F0-9C4B-B231-1C776117AADA}" type="slidenum">
              <a:rPr lang="en-US" sz="675" smtClean="0">
                <a:solidFill>
                  <a:srgbClr val="808080"/>
                </a:solidFill>
                <a:latin typeface="Arial" panose="020B0604020202020204" pitchFamily="34" charset="0"/>
              </a:rPr>
              <a:pPr algn="r"/>
              <a:t>11</a:t>
            </a:fld>
            <a:endParaRPr lang="en-US" sz="675" dirty="0">
              <a:solidFill>
                <a:srgbClr val="808080"/>
              </a:solidFill>
              <a:latin typeface="Arial" panose="020B0604020202020204" pitchFamily="34" charset="0"/>
            </a:endParaRPr>
          </a:p>
        </p:txBody>
      </p:sp>
    </p:spTree>
    <p:extLst>
      <p:ext uri="{BB962C8B-B14F-4D97-AF65-F5344CB8AC3E}">
        <p14:creationId xmlns:p14="http://schemas.microsoft.com/office/powerpoint/2010/main" val="3598102811"/>
      </p:ext>
    </p:extLst>
  </p:cSld>
  <p:clrMapOvr>
    <a:masterClrMapping/>
  </p:clrMapOvr>
</p:sld>
</file>

<file path=ppt/theme/theme1.xml><?xml version="1.0" encoding="utf-8"?>
<a:theme xmlns:a="http://schemas.openxmlformats.org/drawingml/2006/main" name="Office Theme">
  <a:themeElements>
    <a:clrScheme name="Custom 34">
      <a:dk1>
        <a:sysClr val="windowText" lastClr="000000"/>
      </a:dk1>
      <a:lt1>
        <a:sysClr val="window" lastClr="FFFFFF"/>
      </a:lt1>
      <a:dk2>
        <a:srgbClr val="005BAA"/>
      </a:dk2>
      <a:lt2>
        <a:srgbClr val="00C0F3"/>
      </a:lt2>
      <a:accent1>
        <a:srgbClr val="F15A22"/>
      </a:accent1>
      <a:accent2>
        <a:srgbClr val="FAA61A"/>
      </a:accent2>
      <a:accent3>
        <a:srgbClr val="005BAA"/>
      </a:accent3>
      <a:accent4>
        <a:srgbClr val="00C0F3"/>
      </a:accent4>
      <a:accent5>
        <a:srgbClr val="0D9C4A"/>
      </a:accent5>
      <a:accent6>
        <a:srgbClr val="8DC63F"/>
      </a:accent6>
      <a:hlink>
        <a:srgbClr val="005BAA"/>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AASB_Powerpoint_template_2016_Widescreen" id="{551C3455-CE53-451D-A561-326C993C81B9}" vid="{313783E5-FB8C-4610-BC8F-F48741466E0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IAASB_Powerpoint_template_2016_Widescreen</Template>
  <TotalTime>11129</TotalTime>
  <Words>673</Words>
  <Application>Microsoft Office PowerPoint</Application>
  <PresentationFormat>On-screen Show (16:9)</PresentationFormat>
  <Paragraphs>119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Arial Narrow</vt:lpstr>
      <vt:lpstr>Calibri</vt:lpstr>
      <vt:lpstr>Courier New</vt:lpstr>
      <vt:lpstr>Office Theme</vt:lpstr>
      <vt:lpstr>Proposed ISA 220 (Revised), Quality Management for an Audit of Financial Statements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Bradley Williams</dc:creator>
  <cp:lastModifiedBy>Author</cp:lastModifiedBy>
  <cp:revision>1500</cp:revision>
  <cp:lastPrinted>2020-02-25T20:42:08Z</cp:lastPrinted>
  <dcterms:created xsi:type="dcterms:W3CDTF">2016-11-09T14:56:20Z</dcterms:created>
  <dcterms:modified xsi:type="dcterms:W3CDTF">2020-09-15T02:18:42Z</dcterms:modified>
</cp:coreProperties>
</file>