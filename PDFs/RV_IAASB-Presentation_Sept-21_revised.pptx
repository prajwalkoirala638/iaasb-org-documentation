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95.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29"/>
  </p:notesMasterIdLst>
  <p:sldIdLst>
    <p:sldId id="439" r:id="rId5"/>
    <p:sldId id="461" r:id="rId6"/>
    <p:sldId id="440" r:id="rId7"/>
    <p:sldId id="463" r:id="rId8"/>
    <p:sldId id="441" r:id="rId9"/>
    <p:sldId id="442" r:id="rId10"/>
    <p:sldId id="443" r:id="rId11"/>
    <p:sldId id="444" r:id="rId12"/>
    <p:sldId id="464" r:id="rId13"/>
    <p:sldId id="462" r:id="rId14"/>
    <p:sldId id="450" r:id="rId15"/>
    <p:sldId id="460" r:id="rId16"/>
    <p:sldId id="445" r:id="rId17"/>
    <p:sldId id="447" r:id="rId18"/>
    <p:sldId id="449" r:id="rId19"/>
    <p:sldId id="454" r:id="rId20"/>
    <p:sldId id="453" r:id="rId21"/>
    <p:sldId id="455" r:id="rId22"/>
    <p:sldId id="456" r:id="rId23"/>
    <p:sldId id="457" r:id="rId24"/>
    <p:sldId id="458" r:id="rId25"/>
    <p:sldId id="446" r:id="rId26"/>
    <p:sldId id="451" r:id="rId27"/>
    <p:sldId id="452" r:id="rId28"/>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4247" userDrawn="1">
          <p15:clr>
            <a:srgbClr val="A4A3A4"/>
          </p15:clr>
        </p15:guide>
        <p15:guide id="2" pos="32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m Bartels" initials="WB" lastIdx="3" clrIdx="0">
    <p:extLst/>
  </p:cmAuthor>
  <p:cmAuthor id="2" name="Lois Guthrie" initials="LG" lastIdx="1" clrIdx="1">
    <p:extLst/>
  </p:cmAuthor>
  <p:cmAuthor id="3" name="Lois Guthrie" initials="LG [2]"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A56F"/>
    <a:srgbClr val="AEC4E4"/>
    <a:srgbClr val="C1A0CB"/>
    <a:srgbClr val="05A768"/>
    <a:srgbClr val="E6E6E6"/>
    <a:srgbClr val="07BBCF"/>
    <a:srgbClr val="C8C9C9"/>
    <a:srgbClr val="1FB25A"/>
    <a:srgbClr val="B2297B"/>
    <a:srgbClr val="F68D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04"/>
  </p:normalViewPr>
  <p:slideViewPr>
    <p:cSldViewPr snapToGrid="0">
      <p:cViewPr varScale="1">
        <p:scale>
          <a:sx n="82" d="100"/>
          <a:sy n="82" d="100"/>
        </p:scale>
        <p:origin x="130" y="58"/>
      </p:cViewPr>
      <p:guideLst>
        <p:guide orient="horz" pos="4247"/>
        <p:guide pos="322"/>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E53360-FA57-4FE8-889D-2A66801D2607}" type="doc">
      <dgm:prSet loTypeId="urn:microsoft.com/office/officeart/2011/layout/CircleProcess" loCatId="process" qsTypeId="urn:microsoft.com/office/officeart/2005/8/quickstyle/simple1" qsCatId="simple" csTypeId="urn:microsoft.com/office/officeart/2005/8/colors/accent0_2" csCatId="mainScheme" phldr="1"/>
      <dgm:spPr/>
      <dgm:t>
        <a:bodyPr/>
        <a:lstStyle/>
        <a:p>
          <a:endParaRPr lang="en-US"/>
        </a:p>
      </dgm:t>
    </dgm:pt>
    <dgm:pt modelId="{6966DB81-4381-4E72-9611-A16C847F747B}">
      <dgm:prSet phldrT="[Text]"/>
      <dgm:spPr/>
      <dgm:t>
        <a:bodyPr/>
        <a:lstStyle/>
        <a:p>
          <a:r>
            <a:rPr lang="en-US" dirty="0"/>
            <a:t>Assurance 1.0</a:t>
          </a:r>
        </a:p>
        <a:p>
          <a:r>
            <a:rPr lang="en-US" dirty="0"/>
            <a:t>Understanding the issues</a:t>
          </a:r>
        </a:p>
      </dgm:t>
    </dgm:pt>
    <dgm:pt modelId="{96BCA117-346F-4671-8E7F-DA44964BEDF0}" type="parTrans" cxnId="{CE52CA45-DFFE-4AA8-912F-AC404C1C1C9A}">
      <dgm:prSet/>
      <dgm:spPr/>
      <dgm:t>
        <a:bodyPr/>
        <a:lstStyle/>
        <a:p>
          <a:endParaRPr lang="en-US"/>
        </a:p>
      </dgm:t>
    </dgm:pt>
    <dgm:pt modelId="{C8B49C53-97E5-4F0E-9AA3-1B0825AD2552}" type="sibTrans" cxnId="{CE52CA45-DFFE-4AA8-912F-AC404C1C1C9A}">
      <dgm:prSet/>
      <dgm:spPr/>
      <dgm:t>
        <a:bodyPr/>
        <a:lstStyle/>
        <a:p>
          <a:endParaRPr lang="en-US"/>
        </a:p>
      </dgm:t>
    </dgm:pt>
    <dgm:pt modelId="{19CADEF4-4B9E-4454-843C-077FA79EA732}">
      <dgm:prSet phldrT="[Text]"/>
      <dgm:spPr>
        <a:solidFill>
          <a:schemeClr val="accent3">
            <a:alpha val="90000"/>
          </a:schemeClr>
        </a:solidFill>
      </dgm:spPr>
      <dgm:t>
        <a:bodyPr/>
        <a:lstStyle/>
        <a:p>
          <a:r>
            <a:rPr lang="en-US" dirty="0"/>
            <a:t>Assurance 2.0</a:t>
          </a:r>
        </a:p>
        <a:p>
          <a:r>
            <a:rPr lang="en-US" dirty="0"/>
            <a:t>Improving Standards</a:t>
          </a:r>
        </a:p>
      </dgm:t>
    </dgm:pt>
    <dgm:pt modelId="{0A54E152-0B8D-431A-BFB6-AB1A43556035}" type="parTrans" cxnId="{09D31E79-0FB6-44ED-AFF3-8E078F8D0B8C}">
      <dgm:prSet/>
      <dgm:spPr/>
      <dgm:t>
        <a:bodyPr/>
        <a:lstStyle/>
        <a:p>
          <a:endParaRPr lang="en-US"/>
        </a:p>
      </dgm:t>
    </dgm:pt>
    <dgm:pt modelId="{B7178423-87CC-49DB-B5E5-CD27AD3963D6}" type="sibTrans" cxnId="{09D31E79-0FB6-44ED-AFF3-8E078F8D0B8C}">
      <dgm:prSet/>
      <dgm:spPr/>
      <dgm:t>
        <a:bodyPr/>
        <a:lstStyle/>
        <a:p>
          <a:endParaRPr lang="en-US"/>
        </a:p>
      </dgm:t>
    </dgm:pt>
    <dgm:pt modelId="{2433FD6F-FCE1-41A8-843A-46D53BB75263}">
      <dgm:prSet phldrT="[Text]"/>
      <dgm:spPr/>
      <dgm:t>
        <a:bodyPr/>
        <a:lstStyle/>
        <a:p>
          <a:r>
            <a:rPr lang="en-US" dirty="0"/>
            <a:t>Assurance 3.0</a:t>
          </a:r>
        </a:p>
        <a:p>
          <a:r>
            <a:rPr lang="en-US" dirty="0"/>
            <a:t>Improving quality of practice</a:t>
          </a:r>
        </a:p>
      </dgm:t>
    </dgm:pt>
    <dgm:pt modelId="{05AAABD4-F2C5-49D8-BC3D-6CC5662C0E6F}" type="parTrans" cxnId="{ACEC0273-7156-4014-91EF-5B22834F9F4B}">
      <dgm:prSet/>
      <dgm:spPr/>
      <dgm:t>
        <a:bodyPr/>
        <a:lstStyle/>
        <a:p>
          <a:endParaRPr lang="en-US"/>
        </a:p>
      </dgm:t>
    </dgm:pt>
    <dgm:pt modelId="{2100BEBD-939D-4EE7-9FBB-6203EB492DE8}" type="sibTrans" cxnId="{ACEC0273-7156-4014-91EF-5B22834F9F4B}">
      <dgm:prSet/>
      <dgm:spPr/>
      <dgm:t>
        <a:bodyPr/>
        <a:lstStyle/>
        <a:p>
          <a:endParaRPr lang="en-US"/>
        </a:p>
      </dgm:t>
    </dgm:pt>
    <dgm:pt modelId="{3A7C9C50-DACE-472D-BBD8-026661A74C62}" type="pres">
      <dgm:prSet presAssocID="{31E53360-FA57-4FE8-889D-2A66801D2607}" presName="Name0" presStyleCnt="0">
        <dgm:presLayoutVars>
          <dgm:chMax val="11"/>
          <dgm:chPref val="11"/>
          <dgm:dir/>
          <dgm:resizeHandles/>
        </dgm:presLayoutVars>
      </dgm:prSet>
      <dgm:spPr/>
    </dgm:pt>
    <dgm:pt modelId="{1FB541D6-8E8E-4E4C-AE4D-6EC0179B21BA}" type="pres">
      <dgm:prSet presAssocID="{2433FD6F-FCE1-41A8-843A-46D53BB75263}" presName="Accent3" presStyleCnt="0"/>
      <dgm:spPr/>
    </dgm:pt>
    <dgm:pt modelId="{C67A0DF3-58B9-49DB-BB4E-47AE46985530}" type="pres">
      <dgm:prSet presAssocID="{2433FD6F-FCE1-41A8-843A-46D53BB75263}" presName="Accent" presStyleLbl="node1" presStyleIdx="0" presStyleCnt="3"/>
      <dgm:spPr/>
    </dgm:pt>
    <dgm:pt modelId="{E6BDE1A4-9EC2-49F7-AE1F-5AB202EC54DF}" type="pres">
      <dgm:prSet presAssocID="{2433FD6F-FCE1-41A8-843A-46D53BB75263}" presName="ParentBackground3" presStyleCnt="0"/>
      <dgm:spPr/>
    </dgm:pt>
    <dgm:pt modelId="{C95250B8-9BA0-44F1-BF2A-22A9453B4E40}" type="pres">
      <dgm:prSet presAssocID="{2433FD6F-FCE1-41A8-843A-46D53BB75263}" presName="ParentBackground" presStyleLbl="fgAcc1" presStyleIdx="0" presStyleCnt="3"/>
      <dgm:spPr/>
    </dgm:pt>
    <dgm:pt modelId="{B5A0EE06-0E23-4993-8710-BC432666FEB3}" type="pres">
      <dgm:prSet presAssocID="{2433FD6F-FCE1-41A8-843A-46D53BB75263}" presName="Parent3" presStyleLbl="revTx" presStyleIdx="0" presStyleCnt="0">
        <dgm:presLayoutVars>
          <dgm:chMax val="1"/>
          <dgm:chPref val="1"/>
          <dgm:bulletEnabled val="1"/>
        </dgm:presLayoutVars>
      </dgm:prSet>
      <dgm:spPr/>
    </dgm:pt>
    <dgm:pt modelId="{937CC896-E0F5-46D1-909D-D14960746150}" type="pres">
      <dgm:prSet presAssocID="{19CADEF4-4B9E-4454-843C-077FA79EA732}" presName="Accent2" presStyleCnt="0"/>
      <dgm:spPr/>
    </dgm:pt>
    <dgm:pt modelId="{50CD3998-70A5-4808-A210-01D73E38645A}" type="pres">
      <dgm:prSet presAssocID="{19CADEF4-4B9E-4454-843C-077FA79EA732}" presName="Accent" presStyleLbl="node1" presStyleIdx="1" presStyleCnt="3"/>
      <dgm:spPr/>
    </dgm:pt>
    <dgm:pt modelId="{D9690B28-1DC5-4C31-8588-05B72DF961D5}" type="pres">
      <dgm:prSet presAssocID="{19CADEF4-4B9E-4454-843C-077FA79EA732}" presName="ParentBackground2" presStyleCnt="0"/>
      <dgm:spPr/>
    </dgm:pt>
    <dgm:pt modelId="{B6590190-2CDD-4DA9-9284-D7E591F45626}" type="pres">
      <dgm:prSet presAssocID="{19CADEF4-4B9E-4454-843C-077FA79EA732}" presName="ParentBackground" presStyleLbl="fgAcc1" presStyleIdx="1" presStyleCnt="3"/>
      <dgm:spPr/>
    </dgm:pt>
    <dgm:pt modelId="{09CC4FA1-8710-471D-80DC-B8090CBBFF6A}" type="pres">
      <dgm:prSet presAssocID="{19CADEF4-4B9E-4454-843C-077FA79EA732}" presName="Parent2" presStyleLbl="revTx" presStyleIdx="0" presStyleCnt="0">
        <dgm:presLayoutVars>
          <dgm:chMax val="1"/>
          <dgm:chPref val="1"/>
          <dgm:bulletEnabled val="1"/>
        </dgm:presLayoutVars>
      </dgm:prSet>
      <dgm:spPr/>
    </dgm:pt>
    <dgm:pt modelId="{045D7986-7189-4581-AC53-AFB2BDAE5899}" type="pres">
      <dgm:prSet presAssocID="{6966DB81-4381-4E72-9611-A16C847F747B}" presName="Accent1" presStyleCnt="0"/>
      <dgm:spPr/>
    </dgm:pt>
    <dgm:pt modelId="{19ED31ED-32C4-492D-A40E-B6423349059E}" type="pres">
      <dgm:prSet presAssocID="{6966DB81-4381-4E72-9611-A16C847F747B}" presName="Accent" presStyleLbl="node1" presStyleIdx="2" presStyleCnt="3"/>
      <dgm:spPr/>
    </dgm:pt>
    <dgm:pt modelId="{18A09B46-9FF7-4F61-90DD-4F1D1942E5E1}" type="pres">
      <dgm:prSet presAssocID="{6966DB81-4381-4E72-9611-A16C847F747B}" presName="ParentBackground1" presStyleCnt="0"/>
      <dgm:spPr/>
    </dgm:pt>
    <dgm:pt modelId="{07A97E8B-4C35-475F-9C12-CE1FB772FD16}" type="pres">
      <dgm:prSet presAssocID="{6966DB81-4381-4E72-9611-A16C847F747B}" presName="ParentBackground" presStyleLbl="fgAcc1" presStyleIdx="2" presStyleCnt="3"/>
      <dgm:spPr/>
    </dgm:pt>
    <dgm:pt modelId="{067567F5-A4B3-4B55-A45D-32D6657A4383}" type="pres">
      <dgm:prSet presAssocID="{6966DB81-4381-4E72-9611-A16C847F747B}" presName="Parent1" presStyleLbl="revTx" presStyleIdx="0" presStyleCnt="0">
        <dgm:presLayoutVars>
          <dgm:chMax val="1"/>
          <dgm:chPref val="1"/>
          <dgm:bulletEnabled val="1"/>
        </dgm:presLayoutVars>
      </dgm:prSet>
      <dgm:spPr/>
    </dgm:pt>
  </dgm:ptLst>
  <dgm:cxnLst>
    <dgm:cxn modelId="{DC074120-BC18-4FC9-9D36-8C21CCC3DC65}" type="presOf" srcId="{2433FD6F-FCE1-41A8-843A-46D53BB75263}" destId="{B5A0EE06-0E23-4993-8710-BC432666FEB3}" srcOrd="1" destOrd="0" presId="urn:microsoft.com/office/officeart/2011/layout/CircleProcess"/>
    <dgm:cxn modelId="{F749D037-3B1C-4F4B-B992-914FFC52106A}" type="presOf" srcId="{31E53360-FA57-4FE8-889D-2A66801D2607}" destId="{3A7C9C50-DACE-472D-BBD8-026661A74C62}" srcOrd="0" destOrd="0" presId="urn:microsoft.com/office/officeart/2011/layout/CircleProcess"/>
    <dgm:cxn modelId="{C20BFE3A-3449-47BE-B31D-530E5B478B93}" type="presOf" srcId="{6966DB81-4381-4E72-9611-A16C847F747B}" destId="{067567F5-A4B3-4B55-A45D-32D6657A4383}" srcOrd="1" destOrd="0" presId="urn:microsoft.com/office/officeart/2011/layout/CircleProcess"/>
    <dgm:cxn modelId="{CE52CA45-DFFE-4AA8-912F-AC404C1C1C9A}" srcId="{31E53360-FA57-4FE8-889D-2A66801D2607}" destId="{6966DB81-4381-4E72-9611-A16C847F747B}" srcOrd="0" destOrd="0" parTransId="{96BCA117-346F-4671-8E7F-DA44964BEDF0}" sibTransId="{C8B49C53-97E5-4F0E-9AA3-1B0825AD2552}"/>
    <dgm:cxn modelId="{1115646D-2D52-4EE3-845A-B1819387A11F}" type="presOf" srcId="{6966DB81-4381-4E72-9611-A16C847F747B}" destId="{07A97E8B-4C35-475F-9C12-CE1FB772FD16}" srcOrd="0" destOrd="0" presId="urn:microsoft.com/office/officeart/2011/layout/CircleProcess"/>
    <dgm:cxn modelId="{12DA8F72-CCC8-47EC-A8AB-F2967A70CDFD}" type="presOf" srcId="{19CADEF4-4B9E-4454-843C-077FA79EA732}" destId="{09CC4FA1-8710-471D-80DC-B8090CBBFF6A}" srcOrd="1" destOrd="0" presId="urn:microsoft.com/office/officeart/2011/layout/CircleProcess"/>
    <dgm:cxn modelId="{ACEC0273-7156-4014-91EF-5B22834F9F4B}" srcId="{31E53360-FA57-4FE8-889D-2A66801D2607}" destId="{2433FD6F-FCE1-41A8-843A-46D53BB75263}" srcOrd="2" destOrd="0" parTransId="{05AAABD4-F2C5-49D8-BC3D-6CC5662C0E6F}" sibTransId="{2100BEBD-939D-4EE7-9FBB-6203EB492DE8}"/>
    <dgm:cxn modelId="{09D31E79-0FB6-44ED-AFF3-8E078F8D0B8C}" srcId="{31E53360-FA57-4FE8-889D-2A66801D2607}" destId="{19CADEF4-4B9E-4454-843C-077FA79EA732}" srcOrd="1" destOrd="0" parTransId="{0A54E152-0B8D-431A-BFB6-AB1A43556035}" sibTransId="{B7178423-87CC-49DB-B5E5-CD27AD3963D6}"/>
    <dgm:cxn modelId="{15E6F290-26A1-48A7-8EE2-F9B07461D006}" type="presOf" srcId="{19CADEF4-4B9E-4454-843C-077FA79EA732}" destId="{B6590190-2CDD-4DA9-9284-D7E591F45626}" srcOrd="0" destOrd="0" presId="urn:microsoft.com/office/officeart/2011/layout/CircleProcess"/>
    <dgm:cxn modelId="{C54F8995-B8BA-411C-8CC7-252DC265886F}" type="presOf" srcId="{2433FD6F-FCE1-41A8-843A-46D53BB75263}" destId="{C95250B8-9BA0-44F1-BF2A-22A9453B4E40}" srcOrd="0" destOrd="0" presId="urn:microsoft.com/office/officeart/2011/layout/CircleProcess"/>
    <dgm:cxn modelId="{9783D712-EB6E-4252-AB61-8084EE47A225}" type="presParOf" srcId="{3A7C9C50-DACE-472D-BBD8-026661A74C62}" destId="{1FB541D6-8E8E-4E4C-AE4D-6EC0179B21BA}" srcOrd="0" destOrd="0" presId="urn:microsoft.com/office/officeart/2011/layout/CircleProcess"/>
    <dgm:cxn modelId="{50F28D20-746C-4579-B394-62F7AB0E5ACC}" type="presParOf" srcId="{1FB541D6-8E8E-4E4C-AE4D-6EC0179B21BA}" destId="{C67A0DF3-58B9-49DB-BB4E-47AE46985530}" srcOrd="0" destOrd="0" presId="urn:microsoft.com/office/officeart/2011/layout/CircleProcess"/>
    <dgm:cxn modelId="{FDA707C0-BE7C-44B4-A485-2215346165CB}" type="presParOf" srcId="{3A7C9C50-DACE-472D-BBD8-026661A74C62}" destId="{E6BDE1A4-9EC2-49F7-AE1F-5AB202EC54DF}" srcOrd="1" destOrd="0" presId="urn:microsoft.com/office/officeart/2011/layout/CircleProcess"/>
    <dgm:cxn modelId="{0CA94D91-BA75-409B-8E02-7FBDB9999567}" type="presParOf" srcId="{E6BDE1A4-9EC2-49F7-AE1F-5AB202EC54DF}" destId="{C95250B8-9BA0-44F1-BF2A-22A9453B4E40}" srcOrd="0" destOrd="0" presId="urn:microsoft.com/office/officeart/2011/layout/CircleProcess"/>
    <dgm:cxn modelId="{0F988704-30C0-4F18-9141-207E1044E4E3}" type="presParOf" srcId="{3A7C9C50-DACE-472D-BBD8-026661A74C62}" destId="{B5A0EE06-0E23-4993-8710-BC432666FEB3}" srcOrd="2" destOrd="0" presId="urn:microsoft.com/office/officeart/2011/layout/CircleProcess"/>
    <dgm:cxn modelId="{A6387FC3-2CB5-49C3-89BB-580DA958CB27}" type="presParOf" srcId="{3A7C9C50-DACE-472D-BBD8-026661A74C62}" destId="{937CC896-E0F5-46D1-909D-D14960746150}" srcOrd="3" destOrd="0" presId="urn:microsoft.com/office/officeart/2011/layout/CircleProcess"/>
    <dgm:cxn modelId="{28FE83E9-8FE6-4AA3-88A1-ED0A87E63A68}" type="presParOf" srcId="{937CC896-E0F5-46D1-909D-D14960746150}" destId="{50CD3998-70A5-4808-A210-01D73E38645A}" srcOrd="0" destOrd="0" presId="urn:microsoft.com/office/officeart/2011/layout/CircleProcess"/>
    <dgm:cxn modelId="{B2F2CA6C-82B2-485A-AD27-42DE8D9C549C}" type="presParOf" srcId="{3A7C9C50-DACE-472D-BBD8-026661A74C62}" destId="{D9690B28-1DC5-4C31-8588-05B72DF961D5}" srcOrd="4" destOrd="0" presId="urn:microsoft.com/office/officeart/2011/layout/CircleProcess"/>
    <dgm:cxn modelId="{8DDD19F0-6101-4D04-A599-408B526BB941}" type="presParOf" srcId="{D9690B28-1DC5-4C31-8588-05B72DF961D5}" destId="{B6590190-2CDD-4DA9-9284-D7E591F45626}" srcOrd="0" destOrd="0" presId="urn:microsoft.com/office/officeart/2011/layout/CircleProcess"/>
    <dgm:cxn modelId="{ABDA5B3A-E19D-422D-94BA-EF1E627EB890}" type="presParOf" srcId="{3A7C9C50-DACE-472D-BBD8-026661A74C62}" destId="{09CC4FA1-8710-471D-80DC-B8090CBBFF6A}" srcOrd="5" destOrd="0" presId="urn:microsoft.com/office/officeart/2011/layout/CircleProcess"/>
    <dgm:cxn modelId="{620B535F-457F-4A0C-9AEB-2024C1758AC3}" type="presParOf" srcId="{3A7C9C50-DACE-472D-BBD8-026661A74C62}" destId="{045D7986-7189-4581-AC53-AFB2BDAE5899}" srcOrd="6" destOrd="0" presId="urn:microsoft.com/office/officeart/2011/layout/CircleProcess"/>
    <dgm:cxn modelId="{DECEB3A4-F320-45D4-A5B4-EA5F29BCECE8}" type="presParOf" srcId="{045D7986-7189-4581-AC53-AFB2BDAE5899}" destId="{19ED31ED-32C4-492D-A40E-B6423349059E}" srcOrd="0" destOrd="0" presId="urn:microsoft.com/office/officeart/2011/layout/CircleProcess"/>
    <dgm:cxn modelId="{E81C12CC-821E-4E11-9D29-B40D14B6A993}" type="presParOf" srcId="{3A7C9C50-DACE-472D-BBD8-026661A74C62}" destId="{18A09B46-9FF7-4F61-90DD-4F1D1942E5E1}" srcOrd="7" destOrd="0" presId="urn:microsoft.com/office/officeart/2011/layout/CircleProcess"/>
    <dgm:cxn modelId="{0B4899A2-CF1B-4065-B08C-A8D40BB54BC0}" type="presParOf" srcId="{18A09B46-9FF7-4F61-90DD-4F1D1942E5E1}" destId="{07A97E8B-4C35-475F-9C12-CE1FB772FD16}" srcOrd="0" destOrd="0" presId="urn:microsoft.com/office/officeart/2011/layout/CircleProcess"/>
    <dgm:cxn modelId="{74B841BD-8C5A-4731-B889-E2A6205DBC15}" type="presParOf" srcId="{3A7C9C50-DACE-472D-BBD8-026661A74C62}" destId="{067567F5-A4B3-4B55-A45D-32D6657A4383}" srcOrd="8"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7A0DF3-58B9-49DB-BB4E-47AE46985530}">
      <dsp:nvSpPr>
        <dsp:cNvPr id="0" name=""/>
        <dsp:cNvSpPr/>
      </dsp:nvSpPr>
      <dsp:spPr>
        <a:xfrm>
          <a:off x="6241516" y="1360517"/>
          <a:ext cx="2722659" cy="2723163"/>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5250B8-9BA0-44F1-BF2A-22A9453B4E40}">
      <dsp:nvSpPr>
        <dsp:cNvPr id="0" name=""/>
        <dsp:cNvSpPr/>
      </dsp:nvSpPr>
      <dsp:spPr>
        <a:xfrm>
          <a:off x="6331917" y="1451305"/>
          <a:ext cx="2541857" cy="2541587"/>
        </a:xfrm>
        <a:prstGeom prst="ellipse">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Assurance 3.0</a:t>
          </a:r>
        </a:p>
        <a:p>
          <a:pPr marL="0" lvl="0" indent="0" algn="ctr" defTabSz="1022350">
            <a:lnSpc>
              <a:spcPct val="90000"/>
            </a:lnSpc>
            <a:spcBef>
              <a:spcPct val="0"/>
            </a:spcBef>
            <a:spcAft>
              <a:spcPct val="35000"/>
            </a:spcAft>
            <a:buNone/>
          </a:pPr>
          <a:r>
            <a:rPr lang="en-US" sz="2300" kern="1200" dirty="0"/>
            <a:t>Improving quality of practice</a:t>
          </a:r>
        </a:p>
      </dsp:txBody>
      <dsp:txXfrm>
        <a:off x="6695292" y="1814457"/>
        <a:ext cx="1815106" cy="1815282"/>
      </dsp:txXfrm>
    </dsp:sp>
    <dsp:sp modelId="{50CD3998-70A5-4808-A210-01D73E38645A}">
      <dsp:nvSpPr>
        <dsp:cNvPr id="0" name=""/>
        <dsp:cNvSpPr/>
      </dsp:nvSpPr>
      <dsp:spPr>
        <a:xfrm rot="2700000">
          <a:off x="3430848" y="1363809"/>
          <a:ext cx="2716101" cy="2716101"/>
        </a:xfrm>
        <a:prstGeom prst="teardrop">
          <a:avLst>
            <a:gd name="adj" fmla="val 10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590190-2CDD-4DA9-9284-D7E591F45626}">
      <dsp:nvSpPr>
        <dsp:cNvPr id="0" name=""/>
        <dsp:cNvSpPr/>
      </dsp:nvSpPr>
      <dsp:spPr>
        <a:xfrm>
          <a:off x="3517970" y="1451305"/>
          <a:ext cx="2541857" cy="2541587"/>
        </a:xfrm>
        <a:prstGeom prst="ellipse">
          <a:avLst/>
        </a:prstGeom>
        <a:solidFill>
          <a:schemeClr val="accent3">
            <a:alpha val="9000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Assurance 2.0</a:t>
          </a:r>
        </a:p>
        <a:p>
          <a:pPr marL="0" lvl="0" indent="0" algn="ctr" defTabSz="1022350">
            <a:lnSpc>
              <a:spcPct val="90000"/>
            </a:lnSpc>
            <a:spcBef>
              <a:spcPct val="0"/>
            </a:spcBef>
            <a:spcAft>
              <a:spcPct val="35000"/>
            </a:spcAft>
            <a:buNone/>
          </a:pPr>
          <a:r>
            <a:rPr lang="en-US" sz="2300" kern="1200" dirty="0"/>
            <a:t>Improving Standards</a:t>
          </a:r>
        </a:p>
      </dsp:txBody>
      <dsp:txXfrm>
        <a:off x="3881346" y="1814457"/>
        <a:ext cx="1815106" cy="1815282"/>
      </dsp:txXfrm>
    </dsp:sp>
    <dsp:sp modelId="{19ED31ED-32C4-492D-A40E-B6423349059E}">
      <dsp:nvSpPr>
        <dsp:cNvPr id="0" name=""/>
        <dsp:cNvSpPr/>
      </dsp:nvSpPr>
      <dsp:spPr>
        <a:xfrm rot="2700000">
          <a:off x="616902" y="1363809"/>
          <a:ext cx="2716101" cy="2716101"/>
        </a:xfrm>
        <a:prstGeom prst="teardrop">
          <a:avLst>
            <a:gd name="adj" fmla="val 10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A97E8B-4C35-475F-9C12-CE1FB772FD16}">
      <dsp:nvSpPr>
        <dsp:cNvPr id="0" name=""/>
        <dsp:cNvSpPr/>
      </dsp:nvSpPr>
      <dsp:spPr>
        <a:xfrm>
          <a:off x="704024" y="1451305"/>
          <a:ext cx="2541857" cy="2541587"/>
        </a:xfrm>
        <a:prstGeom prst="ellipse">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Assurance 1.0</a:t>
          </a:r>
        </a:p>
        <a:p>
          <a:pPr marL="0" lvl="0" indent="0" algn="ctr" defTabSz="1022350">
            <a:lnSpc>
              <a:spcPct val="90000"/>
            </a:lnSpc>
            <a:spcBef>
              <a:spcPct val="0"/>
            </a:spcBef>
            <a:spcAft>
              <a:spcPct val="35000"/>
            </a:spcAft>
            <a:buNone/>
          </a:pPr>
          <a:r>
            <a:rPr lang="en-US" sz="2300" kern="1200" dirty="0"/>
            <a:t>Understanding the issues</a:t>
          </a:r>
        </a:p>
      </dsp:txBody>
      <dsp:txXfrm>
        <a:off x="1067399" y="1814457"/>
        <a:ext cx="1815106" cy="1815282"/>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9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GB"/>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C75E569-FA29-4591-9ED9-413A86DC2D18}" type="slidenum">
              <a:rPr lang="en-GB"/>
              <a:pPr/>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9438352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A9C660-FF44-410B-8A59-D32B5A55C235}"/>
              </a:ext>
            </a:extLst>
          </p:cNvPr>
          <p:cNvSpPr>
            <a:spLocks noGrp="1"/>
          </p:cNvSpPr>
          <p:nvPr>
            <p:ph type="sldNum" sz="quarter" idx="10"/>
          </p:nvPr>
        </p:nvSpPr>
        <p:spPr/>
        <p:txBody>
          <a:bodyPr/>
          <a:lstStyle/>
          <a:p>
            <a:fld id="{8F53E2C9-7D52-4F1E-BBBD-387007A04133}" type="slidenum">
              <a:rPr lang="en-GB" smtClean="0"/>
              <a:t>‹#›</a:t>
            </a:fld>
            <a:endParaRPr lang="en-GB"/>
          </a:p>
        </p:txBody>
      </p:sp>
      <p:pic>
        <p:nvPicPr>
          <p:cNvPr id="4" name="Picture 3">
            <a:extLst>
              <a:ext uri="{FF2B5EF4-FFF2-40B4-BE49-F238E27FC236}">
                <a16:creationId xmlns:a16="http://schemas.microsoft.com/office/drawing/2014/main" id="{AC744B1D-0084-4D2E-8EF3-6BF30A79362B}"/>
              </a:ext>
            </a:extLst>
          </p:cNvPr>
          <p:cNvPicPr>
            <a:picLocks noChangeAspect="1"/>
          </p:cNvPicPr>
          <p:nvPr userDrawn="1"/>
        </p:nvPicPr>
        <p:blipFill>
          <a:blip r:embed="rId2"/>
          <a:stretch>
            <a:fillRect/>
          </a:stretch>
        </p:blipFill>
        <p:spPr>
          <a:xfrm>
            <a:off x="9113277" y="3802567"/>
            <a:ext cx="2502116" cy="2493449"/>
          </a:xfrm>
          <a:prstGeom prst="rect">
            <a:avLst/>
          </a:prstGeom>
        </p:spPr>
      </p:pic>
      <p:sp>
        <p:nvSpPr>
          <p:cNvPr id="6" name="Title 5">
            <a:extLst>
              <a:ext uri="{FF2B5EF4-FFF2-40B4-BE49-F238E27FC236}">
                <a16:creationId xmlns:a16="http://schemas.microsoft.com/office/drawing/2014/main" id="{69A64CA7-0776-43E7-9630-55F2746691F2}"/>
              </a:ext>
            </a:extLst>
          </p:cNvPr>
          <p:cNvSpPr>
            <a:spLocks noGrp="1"/>
          </p:cNvSpPr>
          <p:nvPr>
            <p:ph type="title"/>
          </p:nvPr>
        </p:nvSpPr>
        <p:spPr>
          <a:xfrm>
            <a:off x="672505" y="2399998"/>
            <a:ext cx="7938096" cy="1402569"/>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
        <p:nvSpPr>
          <p:cNvPr id="8" name="Text Placeholder 7">
            <a:extLst>
              <a:ext uri="{FF2B5EF4-FFF2-40B4-BE49-F238E27FC236}">
                <a16:creationId xmlns:a16="http://schemas.microsoft.com/office/drawing/2014/main" id="{28F3A502-F3A2-4B1C-AE6A-69271F63FD68}"/>
              </a:ext>
            </a:extLst>
          </p:cNvPr>
          <p:cNvSpPr>
            <a:spLocks noGrp="1"/>
          </p:cNvSpPr>
          <p:nvPr>
            <p:ph type="body" sz="quarter" idx="11" hasCustomPrompt="1"/>
          </p:nvPr>
        </p:nvSpPr>
        <p:spPr>
          <a:xfrm>
            <a:off x="672505" y="4000867"/>
            <a:ext cx="6080369" cy="468506"/>
          </a:xfrm>
          <a:prstGeom prst="rect">
            <a:avLst/>
          </a:prstGeom>
        </p:spPr>
        <p:txBody>
          <a:bodyPr/>
          <a:lstStyle>
            <a:lvl1pPr marL="0" indent="0">
              <a:buNone/>
              <a:defRPr sz="2400">
                <a:solidFill>
                  <a:srgbClr val="15A56F"/>
                </a:solidFill>
              </a:defRPr>
            </a:lvl1pPr>
            <a:lvl2pPr marL="312573" indent="0">
              <a:buNone/>
              <a:defRPr/>
            </a:lvl2pPr>
          </a:lstStyle>
          <a:p>
            <a:pPr lvl="0"/>
            <a:r>
              <a:rPr lang="en-US" dirty="0"/>
              <a:t>Title of presentation</a:t>
            </a:r>
          </a:p>
        </p:txBody>
      </p:sp>
      <p:sp>
        <p:nvSpPr>
          <p:cNvPr id="10" name="Text Placeholder 7">
            <a:extLst>
              <a:ext uri="{FF2B5EF4-FFF2-40B4-BE49-F238E27FC236}">
                <a16:creationId xmlns:a16="http://schemas.microsoft.com/office/drawing/2014/main" id="{90F7AAAD-0B49-4CBA-814A-3A623B042F71}"/>
              </a:ext>
            </a:extLst>
          </p:cNvPr>
          <p:cNvSpPr>
            <a:spLocks noGrp="1"/>
          </p:cNvSpPr>
          <p:nvPr>
            <p:ph type="body" sz="quarter" idx="12" hasCustomPrompt="1"/>
          </p:nvPr>
        </p:nvSpPr>
        <p:spPr>
          <a:xfrm>
            <a:off x="672504" y="4667674"/>
            <a:ext cx="2484148" cy="341096"/>
          </a:xfrm>
          <a:prstGeom prst="rect">
            <a:avLst/>
          </a:prstGeom>
        </p:spPr>
        <p:txBody>
          <a:bodyPr/>
          <a:lstStyle>
            <a:lvl1pPr marL="0" indent="0">
              <a:buNone/>
              <a:defRPr sz="2000">
                <a:solidFill>
                  <a:schemeClr val="tx1"/>
                </a:solidFill>
              </a:defRPr>
            </a:lvl1pPr>
            <a:lvl2pPr marL="312573" indent="0">
              <a:buNone/>
              <a:defRPr/>
            </a:lvl2pPr>
          </a:lstStyle>
          <a:p>
            <a:pPr lvl="0"/>
            <a:r>
              <a:rPr lang="en-US" dirty="0"/>
              <a:t>Date</a:t>
            </a:r>
          </a:p>
        </p:txBody>
      </p:sp>
    </p:spTree>
    <p:extLst>
      <p:ext uri="{BB962C8B-B14F-4D97-AF65-F5344CB8AC3E}">
        <p14:creationId xmlns:p14="http://schemas.microsoft.com/office/powerpoint/2010/main" val="220520457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_Table">
    <p:spTree>
      <p:nvGrpSpPr>
        <p:cNvPr id="1" name=""/>
        <p:cNvGrpSpPr/>
        <p:nvPr/>
      </p:nvGrpSpPr>
      <p:grpSpPr>
        <a:xfrm>
          <a:off x="0" y="0"/>
          <a:ext cx="0" cy="0"/>
          <a:chOff x="0" y="0"/>
          <a:chExt cx="0" cy="0"/>
        </a:xfrm>
      </p:grpSpPr>
      <p:sp>
        <p:nvSpPr>
          <p:cNvPr id="12" name="Shape 66"/>
          <p:cNvSpPr>
            <a:spLocks noGrp="1"/>
          </p:cNvSpPr>
          <p:nvPr>
            <p:ph type="title" hasCustomPrompt="1"/>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lang="en-GB" dirty="0"/>
              <a:t>Agenda</a:t>
            </a:r>
            <a:endParaRPr dirty="0"/>
          </a:p>
        </p:txBody>
      </p:sp>
      <p:sp>
        <p:nvSpPr>
          <p:cNvPr id="2" name="Slide Number Placeholder 1">
            <a:extLst>
              <a:ext uri="{FF2B5EF4-FFF2-40B4-BE49-F238E27FC236}">
                <a16:creationId xmlns:a16="http://schemas.microsoft.com/office/drawing/2014/main" id="{C41ED5B8-FDF4-4269-9328-D933493072DC}"/>
              </a:ext>
            </a:extLst>
          </p:cNvPr>
          <p:cNvSpPr>
            <a:spLocks noGrp="1"/>
          </p:cNvSpPr>
          <p:nvPr>
            <p:ph type="sldNum" sz="quarter" idx="10"/>
          </p:nvPr>
        </p:nvSpPr>
        <p:spPr/>
        <p:txBody>
          <a:bodyPr/>
          <a:lstStyle/>
          <a:p>
            <a:fld id="{8F53E2C9-7D52-4F1E-BBBD-387007A04133}" type="slidenum">
              <a:rPr lang="en-GB" smtClean="0"/>
              <a:t>‹#›</a:t>
            </a:fld>
            <a:endParaRPr lang="en-GB"/>
          </a:p>
        </p:txBody>
      </p:sp>
      <p:graphicFrame>
        <p:nvGraphicFramePr>
          <p:cNvPr id="5" name="Table 4">
            <a:extLst>
              <a:ext uri="{FF2B5EF4-FFF2-40B4-BE49-F238E27FC236}">
                <a16:creationId xmlns:a16="http://schemas.microsoft.com/office/drawing/2014/main" id="{6DD966FE-2F06-4C9B-AAD8-3DF9183453DB}"/>
              </a:ext>
            </a:extLst>
          </p:cNvPr>
          <p:cNvGraphicFramePr>
            <a:graphicFrameLocks noGrp="1"/>
          </p:cNvGraphicFramePr>
          <p:nvPr userDrawn="1">
            <p:extLst>
              <p:ext uri="{D42A27DB-BD31-4B8C-83A1-F6EECF244321}">
                <p14:modId xmlns:p14="http://schemas.microsoft.com/office/powerpoint/2010/main" val="1308885859"/>
              </p:ext>
            </p:extLst>
          </p:nvPr>
        </p:nvGraphicFramePr>
        <p:xfrm>
          <a:off x="637977" y="1866859"/>
          <a:ext cx="11025138" cy="4314808"/>
        </p:xfrm>
        <a:graphic>
          <a:graphicData uri="http://schemas.openxmlformats.org/drawingml/2006/table">
            <a:tbl>
              <a:tblPr firstRow="1" bandRow="1">
                <a:tableStyleId>{2D5ABB26-0587-4C30-8999-92F81FD0307C}</a:tableStyleId>
              </a:tblPr>
              <a:tblGrid>
                <a:gridCol w="1403849">
                  <a:extLst>
                    <a:ext uri="{9D8B030D-6E8A-4147-A177-3AD203B41FA5}">
                      <a16:colId xmlns:a16="http://schemas.microsoft.com/office/drawing/2014/main" val="529617983"/>
                    </a:ext>
                  </a:extLst>
                </a:gridCol>
                <a:gridCol w="5771774">
                  <a:extLst>
                    <a:ext uri="{9D8B030D-6E8A-4147-A177-3AD203B41FA5}">
                      <a16:colId xmlns:a16="http://schemas.microsoft.com/office/drawing/2014/main" val="4265315107"/>
                    </a:ext>
                  </a:extLst>
                </a:gridCol>
                <a:gridCol w="1639890">
                  <a:extLst>
                    <a:ext uri="{9D8B030D-6E8A-4147-A177-3AD203B41FA5}">
                      <a16:colId xmlns:a16="http://schemas.microsoft.com/office/drawing/2014/main" val="3747507058"/>
                    </a:ext>
                  </a:extLst>
                </a:gridCol>
                <a:gridCol w="2209625">
                  <a:extLst>
                    <a:ext uri="{9D8B030D-6E8A-4147-A177-3AD203B41FA5}">
                      <a16:colId xmlns:a16="http://schemas.microsoft.com/office/drawing/2014/main" val="3385129903"/>
                    </a:ext>
                  </a:extLst>
                </a:gridCol>
              </a:tblGrid>
              <a:tr h="259310">
                <a:tc>
                  <a:txBody>
                    <a:bodyPr/>
                    <a:lstStyle/>
                    <a:p>
                      <a:pPr algn="l"/>
                      <a:r>
                        <a:rPr lang="en-GB" sz="1100" dirty="0"/>
                        <a:t>Agenda Item</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a:r>
                        <a:rPr lang="en-GB" sz="1100" dirty="0"/>
                        <a:t>Topic</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a:r>
                        <a:rPr lang="en-GB" sz="1100" dirty="0"/>
                        <a:t>Timing</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a:r>
                        <a:rPr lang="en-GB" sz="1100" dirty="0"/>
                        <a:t>Contributor</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005387159"/>
                  </a:ext>
                </a:extLst>
              </a:tr>
              <a:tr h="279732">
                <a:tc>
                  <a:txBody>
                    <a:bodyPr/>
                    <a:lstStyle/>
                    <a:p>
                      <a:pPr algn="l"/>
                      <a:r>
                        <a:rPr lang="en-GB" sz="1100" dirty="0"/>
                        <a:t>1</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48856356"/>
                  </a:ext>
                </a:extLst>
              </a:tr>
              <a:tr h="295139">
                <a:tc>
                  <a:txBody>
                    <a:bodyPr/>
                    <a:lstStyle/>
                    <a:p>
                      <a:pPr algn="l"/>
                      <a:r>
                        <a:rPr lang="en-GB" sz="1100" dirty="0"/>
                        <a:t>2</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50364271"/>
                  </a:ext>
                </a:extLst>
              </a:tr>
              <a:tr h="243899">
                <a:tc>
                  <a:txBody>
                    <a:bodyPr/>
                    <a:lstStyle/>
                    <a:p>
                      <a:pPr algn="l"/>
                      <a:r>
                        <a:rPr lang="en-GB" sz="1100" dirty="0"/>
                        <a:t>3</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rowSpan="5">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rowSpan="5">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39092623"/>
                  </a:ext>
                </a:extLst>
              </a:tr>
              <a:tr h="1035034">
                <a:tc>
                  <a:txBody>
                    <a:bodyPr/>
                    <a:lstStyle/>
                    <a:p>
                      <a:pPr algn="ctr"/>
                      <a:r>
                        <a:rPr lang="en-GB" sz="1100" dirty="0"/>
                        <a:t>A.</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6780160"/>
                  </a:ext>
                </a:extLst>
              </a:tr>
              <a:tr h="688657">
                <a:tc>
                  <a:txBody>
                    <a:bodyPr/>
                    <a:lstStyle/>
                    <a:p>
                      <a:pPr algn="ctr"/>
                      <a:r>
                        <a:rPr lang="en-GB" sz="1100" dirty="0"/>
                        <a:t>B.</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82974144"/>
                  </a:ext>
                </a:extLst>
              </a:tr>
              <a:tr h="426312">
                <a:tc>
                  <a:txBody>
                    <a:bodyPr/>
                    <a:lstStyle/>
                    <a:p>
                      <a:pPr algn="ctr"/>
                      <a:r>
                        <a:rPr lang="en-GB" sz="1100" dirty="0"/>
                        <a:t>C.</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indent="0" algn="l">
                        <a:buNone/>
                      </a:pPr>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758613377"/>
                  </a:ext>
                </a:extLst>
              </a:tr>
              <a:tr h="553384">
                <a:tc>
                  <a:txBody>
                    <a:bodyPr/>
                    <a:lstStyle/>
                    <a:p>
                      <a:pPr algn="ctr"/>
                      <a:r>
                        <a:rPr lang="en-GB" sz="1100" dirty="0"/>
                        <a:t>D.</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marL="0" indent="0" algn="l">
                        <a:buNone/>
                      </a:pPr>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algn="l"/>
                      <a:endParaRPr lang="en-GB"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056156"/>
                  </a:ext>
                </a:extLst>
              </a:tr>
              <a:tr h="252097">
                <a:tc>
                  <a:txBody>
                    <a:bodyPr/>
                    <a:lstStyle/>
                    <a:p>
                      <a:pPr algn="l"/>
                      <a:r>
                        <a:rPr lang="en-GB" sz="1100" dirty="0"/>
                        <a:t>4</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1920937"/>
                  </a:ext>
                </a:extLst>
              </a:tr>
              <a:tr h="243899">
                <a:tc>
                  <a:txBody>
                    <a:bodyPr/>
                    <a:lstStyle/>
                    <a:p>
                      <a:pPr algn="l"/>
                      <a:r>
                        <a:rPr lang="en-GB" sz="1100" dirty="0"/>
                        <a:t>5</a:t>
                      </a:r>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l"/>
                      <a:endParaRPr lang="en-GB" sz="1100" dirty="0"/>
                    </a:p>
                  </a:txBody>
                  <a:tcPr marL="112542" marR="1125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02215197"/>
                  </a:ext>
                </a:extLst>
              </a:tr>
            </a:tbl>
          </a:graphicData>
        </a:graphic>
      </p:graphicFrame>
    </p:spTree>
    <p:extLst>
      <p:ext uri="{BB962C8B-B14F-4D97-AF65-F5344CB8AC3E}">
        <p14:creationId xmlns:p14="http://schemas.microsoft.com/office/powerpoint/2010/main" val="27736205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Table Simple">
    <p:spTree>
      <p:nvGrpSpPr>
        <p:cNvPr id="1" name=""/>
        <p:cNvGrpSpPr/>
        <p:nvPr/>
      </p:nvGrpSpPr>
      <p:grpSpPr>
        <a:xfrm>
          <a:off x="0" y="0"/>
          <a:ext cx="0" cy="0"/>
          <a:chOff x="0" y="0"/>
          <a:chExt cx="0" cy="0"/>
        </a:xfrm>
      </p:grpSpPr>
      <p:sp>
        <p:nvSpPr>
          <p:cNvPr id="12" name="Shape 66"/>
          <p:cNvSpPr>
            <a:spLocks noGrp="1"/>
          </p:cNvSpPr>
          <p:nvPr>
            <p:ph type="title" hasCustomPrompt="1"/>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lang="en-GB" dirty="0"/>
              <a:t>Agenda</a:t>
            </a:r>
            <a:endParaRPr dirty="0"/>
          </a:p>
        </p:txBody>
      </p:sp>
      <p:sp>
        <p:nvSpPr>
          <p:cNvPr id="2" name="Slide Number Placeholder 1">
            <a:extLst>
              <a:ext uri="{FF2B5EF4-FFF2-40B4-BE49-F238E27FC236}">
                <a16:creationId xmlns:a16="http://schemas.microsoft.com/office/drawing/2014/main" id="{C41ED5B8-FDF4-4269-9328-D933493072DC}"/>
              </a:ext>
            </a:extLst>
          </p:cNvPr>
          <p:cNvSpPr>
            <a:spLocks noGrp="1"/>
          </p:cNvSpPr>
          <p:nvPr>
            <p:ph type="sldNum" sz="quarter" idx="10"/>
          </p:nvPr>
        </p:nvSpPr>
        <p:spPr/>
        <p:txBody>
          <a:bodyPr/>
          <a:lstStyle/>
          <a:p>
            <a:fld id="{8F53E2C9-7D52-4F1E-BBBD-387007A04133}" type="slidenum">
              <a:rPr lang="en-GB" smtClean="0"/>
              <a:t>‹#›</a:t>
            </a:fld>
            <a:endParaRPr lang="en-GB"/>
          </a:p>
        </p:txBody>
      </p:sp>
      <p:graphicFrame>
        <p:nvGraphicFramePr>
          <p:cNvPr id="3" name="Table 2">
            <a:extLst>
              <a:ext uri="{FF2B5EF4-FFF2-40B4-BE49-F238E27FC236}">
                <a16:creationId xmlns:a16="http://schemas.microsoft.com/office/drawing/2014/main" id="{0B437984-EE4C-494E-9941-64D60F92B358}"/>
              </a:ext>
            </a:extLst>
          </p:cNvPr>
          <p:cNvGraphicFramePr>
            <a:graphicFrameLocks noGrp="1"/>
          </p:cNvGraphicFramePr>
          <p:nvPr userDrawn="1">
            <p:extLst>
              <p:ext uri="{D42A27DB-BD31-4B8C-83A1-F6EECF244321}">
                <p14:modId xmlns:p14="http://schemas.microsoft.com/office/powerpoint/2010/main" val="3253488056"/>
              </p:ext>
            </p:extLst>
          </p:nvPr>
        </p:nvGraphicFramePr>
        <p:xfrm>
          <a:off x="630366" y="2030553"/>
          <a:ext cx="10985026" cy="4069160"/>
        </p:xfrm>
        <a:graphic>
          <a:graphicData uri="http://schemas.openxmlformats.org/drawingml/2006/table">
            <a:tbl>
              <a:tblPr firstRow="1" bandRow="1">
                <a:tableStyleId>{2D5ABB26-0587-4C30-8999-92F81FD0307C}</a:tableStyleId>
              </a:tblPr>
              <a:tblGrid>
                <a:gridCol w="8057292">
                  <a:extLst>
                    <a:ext uri="{9D8B030D-6E8A-4147-A177-3AD203B41FA5}">
                      <a16:colId xmlns:a16="http://schemas.microsoft.com/office/drawing/2014/main" val="3208843780"/>
                    </a:ext>
                  </a:extLst>
                </a:gridCol>
                <a:gridCol w="2927734">
                  <a:extLst>
                    <a:ext uri="{9D8B030D-6E8A-4147-A177-3AD203B41FA5}">
                      <a16:colId xmlns:a16="http://schemas.microsoft.com/office/drawing/2014/main" val="360958397"/>
                    </a:ext>
                  </a:extLst>
                </a:gridCol>
              </a:tblGrid>
              <a:tr h="508645">
                <a:tc>
                  <a:txBody>
                    <a:bodyPr/>
                    <a:lstStyle/>
                    <a:p>
                      <a:pPr algn="l"/>
                      <a:r>
                        <a:rPr lang="en-GB" dirty="0"/>
                        <a:t>Topic</a:t>
                      </a:r>
                    </a:p>
                  </a:txBody>
                  <a:tcPr marL="112542" marR="112542"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1">
                        <a:lumMod val="85000"/>
                      </a:schemeClr>
                    </a:solidFill>
                  </a:tcPr>
                </a:tc>
                <a:tc>
                  <a:txBody>
                    <a:bodyPr/>
                    <a:lstStyle/>
                    <a:p>
                      <a:pPr algn="l"/>
                      <a:r>
                        <a:rPr lang="en-GB" dirty="0"/>
                        <a:t>Timing</a:t>
                      </a:r>
                    </a:p>
                  </a:txBody>
                  <a:tcPr marL="112542" marR="112542"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37162352"/>
                  </a:ext>
                </a:extLst>
              </a:tr>
              <a:tr h="508645">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dirty="0"/>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549074962"/>
                  </a:ext>
                </a:extLst>
              </a:tr>
              <a:tr h="508645">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dirty="0"/>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201261514"/>
                  </a:ext>
                </a:extLst>
              </a:tr>
              <a:tr h="508645">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45653900"/>
                  </a:ext>
                </a:extLst>
              </a:tr>
              <a:tr h="508645">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500232219"/>
                  </a:ext>
                </a:extLst>
              </a:tr>
              <a:tr h="508645">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462155496"/>
                  </a:ext>
                </a:extLst>
              </a:tr>
              <a:tr h="508645">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012735405"/>
                  </a:ext>
                </a:extLst>
              </a:tr>
              <a:tr h="508645">
                <a:tc>
                  <a:txBody>
                    <a:bodyPr/>
                    <a:lstStyle/>
                    <a:p>
                      <a:endParaRPr lang="en-GB" dirty="0"/>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endParaRPr lang="en-GB" dirty="0"/>
                    </a:p>
                  </a:txBody>
                  <a:tcPr marL="112542" marR="112542">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108099214"/>
                  </a:ext>
                </a:extLst>
              </a:tr>
            </a:tbl>
          </a:graphicData>
        </a:graphic>
      </p:graphicFrame>
    </p:spTree>
    <p:extLst>
      <p:ext uri="{BB962C8B-B14F-4D97-AF65-F5344CB8AC3E}">
        <p14:creationId xmlns:p14="http://schemas.microsoft.com/office/powerpoint/2010/main" val="263199229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ext Slide">
    <p:spTree>
      <p:nvGrpSpPr>
        <p:cNvPr id="1" name=""/>
        <p:cNvGrpSpPr/>
        <p:nvPr/>
      </p:nvGrpSpPr>
      <p:grpSpPr>
        <a:xfrm>
          <a:off x="0" y="0"/>
          <a:ext cx="0" cy="0"/>
          <a:chOff x="0" y="0"/>
          <a:chExt cx="0" cy="0"/>
        </a:xfrm>
      </p:grpSpPr>
      <p:sp>
        <p:nvSpPr>
          <p:cNvPr id="11" name="Shape 75"/>
          <p:cNvSpPr>
            <a:spLocks noGrp="1"/>
          </p:cNvSpPr>
          <p:nvPr>
            <p:ph type="body" idx="1" hasCustomPrompt="1"/>
          </p:nvPr>
        </p:nvSpPr>
        <p:spPr>
          <a:xfrm>
            <a:off x="649257" y="2018370"/>
            <a:ext cx="11025135" cy="3816897"/>
          </a:xfrm>
          <a:prstGeom prst="rect">
            <a:avLst/>
          </a:prstGeom>
        </p:spPr>
        <p:txBody>
          <a:bodyPr/>
          <a:lstStyle>
            <a:lvl1pPr marL="0" indent="0">
              <a:buNone/>
              <a:defRPr sz="2400" b="0" i="0">
                <a:solidFill>
                  <a:srgbClr val="395C5D"/>
                </a:solidFill>
                <a:latin typeface="Aktiv Grotesk Light" charset="0"/>
                <a:ea typeface="Aktiv Grotesk Light" charset="0"/>
                <a:cs typeface="Aktiv Grotesk Light" charset="0"/>
              </a:defRPr>
            </a:lvl1pPr>
            <a:lvl2pPr>
              <a:defRPr sz="1687" b="0" i="0">
                <a:solidFill>
                  <a:srgbClr val="395C5D"/>
                </a:solidFill>
                <a:latin typeface="Aktiv Grotesk Light" charset="0"/>
                <a:ea typeface="Aktiv Grotesk Light" charset="0"/>
                <a:cs typeface="Aktiv Grotesk Light" charset="0"/>
              </a:defRPr>
            </a:lvl2pPr>
            <a:lvl3pPr>
              <a:defRPr sz="1687" b="0" i="0">
                <a:solidFill>
                  <a:srgbClr val="395C5D"/>
                </a:solidFill>
                <a:latin typeface="Aktiv Grotesk Light" charset="0"/>
                <a:ea typeface="Aktiv Grotesk Light" charset="0"/>
                <a:cs typeface="Aktiv Grotesk Light" charset="0"/>
              </a:defRPr>
            </a:lvl3pPr>
            <a:lvl4pPr>
              <a:defRPr sz="1687" b="0" i="0">
                <a:solidFill>
                  <a:srgbClr val="395C5D"/>
                </a:solidFill>
                <a:latin typeface="Aktiv Grotesk Light" charset="0"/>
                <a:ea typeface="Aktiv Grotesk Light" charset="0"/>
                <a:cs typeface="Aktiv Grotesk Light" charset="0"/>
              </a:defRPr>
            </a:lvl4pPr>
            <a:lvl5pPr>
              <a:defRPr sz="1687" b="0" i="0">
                <a:solidFill>
                  <a:srgbClr val="395C5D"/>
                </a:solidFill>
                <a:latin typeface="Aktiv Grotesk Light" charset="0"/>
                <a:ea typeface="Aktiv Grotesk Light" charset="0"/>
                <a:cs typeface="Aktiv Grotesk Light" charset="0"/>
              </a:defRPr>
            </a:lvl5pPr>
          </a:lstStyle>
          <a:p>
            <a:r>
              <a:rPr dirty="0"/>
              <a:t>Body Level One</a:t>
            </a:r>
          </a:p>
        </p:txBody>
      </p:sp>
      <p:sp>
        <p:nvSpPr>
          <p:cNvPr id="12" name="Shape 66"/>
          <p:cNvSpPr>
            <a:spLocks noGrp="1"/>
          </p:cNvSpPr>
          <p:nvPr>
            <p:ph type="title"/>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dirty="0"/>
              <a:t>Title Text</a:t>
            </a:r>
          </a:p>
        </p:txBody>
      </p:sp>
      <p:sp>
        <p:nvSpPr>
          <p:cNvPr id="2" name="Slide Number Placeholder 1">
            <a:extLst>
              <a:ext uri="{FF2B5EF4-FFF2-40B4-BE49-F238E27FC236}">
                <a16:creationId xmlns:a16="http://schemas.microsoft.com/office/drawing/2014/main" id="{C41ED5B8-FDF4-4269-9328-D933493072DC}"/>
              </a:ext>
            </a:extLst>
          </p:cNvPr>
          <p:cNvSpPr>
            <a:spLocks noGrp="1"/>
          </p:cNvSpPr>
          <p:nvPr>
            <p:ph type="sldNum" sz="quarter" idx="10"/>
          </p:nvPr>
        </p:nvSpPr>
        <p:spPr/>
        <p:txBody>
          <a:bodyPr/>
          <a:lstStyle/>
          <a:p>
            <a:fld id="{8F53E2C9-7D52-4F1E-BBBD-387007A04133}" type="slidenum">
              <a:rPr lang="en-GB" smtClean="0"/>
              <a:t>‹#›</a:t>
            </a:fld>
            <a:endParaRPr lang="en-GB"/>
          </a:p>
        </p:txBody>
      </p:sp>
    </p:spTree>
    <p:extLst>
      <p:ext uri="{BB962C8B-B14F-4D97-AF65-F5344CB8AC3E}">
        <p14:creationId xmlns:p14="http://schemas.microsoft.com/office/powerpoint/2010/main" val="45365301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_Bullets">
    <p:spTree>
      <p:nvGrpSpPr>
        <p:cNvPr id="1" name=""/>
        <p:cNvGrpSpPr/>
        <p:nvPr/>
      </p:nvGrpSpPr>
      <p:grpSpPr>
        <a:xfrm>
          <a:off x="0" y="0"/>
          <a:ext cx="0" cy="0"/>
          <a:chOff x="0" y="0"/>
          <a:chExt cx="0" cy="0"/>
        </a:xfrm>
      </p:grpSpPr>
      <p:sp>
        <p:nvSpPr>
          <p:cNvPr id="11" name="Shape 75"/>
          <p:cNvSpPr>
            <a:spLocks noGrp="1"/>
          </p:cNvSpPr>
          <p:nvPr>
            <p:ph type="body" idx="1" hasCustomPrompt="1"/>
          </p:nvPr>
        </p:nvSpPr>
        <p:spPr>
          <a:xfrm>
            <a:off x="649257" y="2018370"/>
            <a:ext cx="11025135" cy="3816897"/>
          </a:xfrm>
          <a:prstGeom prst="rect">
            <a:avLst/>
          </a:prstGeom>
        </p:spPr>
        <p:txBody>
          <a:bodyPr/>
          <a:lstStyle>
            <a:lvl1pPr marL="342900" indent="-342900">
              <a:buFont typeface="Arial" panose="020B0604020202020204" pitchFamily="34" charset="0"/>
              <a:buChar char="•"/>
              <a:defRPr sz="2400" b="0" i="0">
                <a:solidFill>
                  <a:srgbClr val="395C5D"/>
                </a:solidFill>
                <a:latin typeface="Aktiv Grotesk Light" charset="0"/>
                <a:ea typeface="Aktiv Grotesk Light" charset="0"/>
                <a:cs typeface="Aktiv Grotesk Light" charset="0"/>
              </a:defRPr>
            </a:lvl1pPr>
            <a:lvl2pPr>
              <a:defRPr sz="1687" b="0" i="0">
                <a:solidFill>
                  <a:srgbClr val="395C5D"/>
                </a:solidFill>
                <a:latin typeface="Aktiv Grotesk Light" charset="0"/>
                <a:ea typeface="Aktiv Grotesk Light" charset="0"/>
                <a:cs typeface="Aktiv Grotesk Light" charset="0"/>
              </a:defRPr>
            </a:lvl2pPr>
            <a:lvl3pPr>
              <a:defRPr sz="1687" b="0" i="0">
                <a:solidFill>
                  <a:srgbClr val="395C5D"/>
                </a:solidFill>
                <a:latin typeface="Aktiv Grotesk Light" charset="0"/>
                <a:ea typeface="Aktiv Grotesk Light" charset="0"/>
                <a:cs typeface="Aktiv Grotesk Light" charset="0"/>
              </a:defRPr>
            </a:lvl3pPr>
            <a:lvl4pPr>
              <a:defRPr sz="1687" b="0" i="0">
                <a:solidFill>
                  <a:srgbClr val="395C5D"/>
                </a:solidFill>
                <a:latin typeface="Aktiv Grotesk Light" charset="0"/>
                <a:ea typeface="Aktiv Grotesk Light" charset="0"/>
                <a:cs typeface="Aktiv Grotesk Light" charset="0"/>
              </a:defRPr>
            </a:lvl4pPr>
            <a:lvl5pPr>
              <a:defRPr sz="1687" b="0" i="0">
                <a:solidFill>
                  <a:srgbClr val="395C5D"/>
                </a:solidFill>
                <a:latin typeface="Aktiv Grotesk Light" charset="0"/>
                <a:ea typeface="Aktiv Grotesk Light" charset="0"/>
                <a:cs typeface="Aktiv Grotesk Light" charset="0"/>
              </a:defRPr>
            </a:lvl5pPr>
          </a:lstStyle>
          <a:p>
            <a:r>
              <a:rPr dirty="0"/>
              <a:t>Body Level One</a:t>
            </a:r>
            <a:endParaRPr lang="en-GB" dirty="0"/>
          </a:p>
          <a:p>
            <a:r>
              <a:rPr lang="en-GB" dirty="0"/>
              <a:t>Body Level One</a:t>
            </a:r>
            <a:endParaRPr dirty="0"/>
          </a:p>
        </p:txBody>
      </p:sp>
      <p:sp>
        <p:nvSpPr>
          <p:cNvPr id="12" name="Shape 66"/>
          <p:cNvSpPr>
            <a:spLocks noGrp="1"/>
          </p:cNvSpPr>
          <p:nvPr>
            <p:ph type="title"/>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dirty="0"/>
              <a:t>Title Text</a:t>
            </a:r>
          </a:p>
        </p:txBody>
      </p:sp>
      <p:sp>
        <p:nvSpPr>
          <p:cNvPr id="2" name="Slide Number Placeholder 1">
            <a:extLst>
              <a:ext uri="{FF2B5EF4-FFF2-40B4-BE49-F238E27FC236}">
                <a16:creationId xmlns:a16="http://schemas.microsoft.com/office/drawing/2014/main" id="{C41ED5B8-FDF4-4269-9328-D933493072DC}"/>
              </a:ext>
            </a:extLst>
          </p:cNvPr>
          <p:cNvSpPr>
            <a:spLocks noGrp="1"/>
          </p:cNvSpPr>
          <p:nvPr>
            <p:ph type="sldNum" sz="quarter" idx="10"/>
          </p:nvPr>
        </p:nvSpPr>
        <p:spPr/>
        <p:txBody>
          <a:bodyPr/>
          <a:lstStyle/>
          <a:p>
            <a:fld id="{8F53E2C9-7D52-4F1E-BBBD-387007A04133}" type="slidenum">
              <a:rPr lang="en-GB" smtClean="0"/>
              <a:t>‹#›</a:t>
            </a:fld>
            <a:endParaRPr lang="en-GB"/>
          </a:p>
        </p:txBody>
      </p:sp>
    </p:spTree>
    <p:extLst>
      <p:ext uri="{BB962C8B-B14F-4D97-AF65-F5344CB8AC3E}">
        <p14:creationId xmlns:p14="http://schemas.microsoft.com/office/powerpoint/2010/main" val="386634166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Slide_2+Title">
    <p:spTree>
      <p:nvGrpSpPr>
        <p:cNvPr id="1" name=""/>
        <p:cNvGrpSpPr/>
        <p:nvPr/>
      </p:nvGrpSpPr>
      <p:grpSpPr>
        <a:xfrm>
          <a:off x="0" y="0"/>
          <a:ext cx="0" cy="0"/>
          <a:chOff x="0" y="0"/>
          <a:chExt cx="0" cy="0"/>
        </a:xfrm>
      </p:grpSpPr>
      <p:sp>
        <p:nvSpPr>
          <p:cNvPr id="84" name="Shape 84"/>
          <p:cNvSpPr>
            <a:spLocks noGrp="1"/>
          </p:cNvSpPr>
          <p:nvPr>
            <p:ph type="pic" sz="quarter" idx="14"/>
          </p:nvPr>
        </p:nvSpPr>
        <p:spPr>
          <a:xfrm>
            <a:off x="6304236" y="2007220"/>
            <a:ext cx="5325036" cy="4069150"/>
          </a:xfrm>
          <a:prstGeom prst="rect">
            <a:avLst/>
          </a:prstGeom>
        </p:spPr>
        <p:txBody>
          <a:bodyPr lIns="91439" tIns="45719" rIns="91439" bIns="45719" anchor="t">
            <a:noAutofit/>
          </a:bodyPr>
          <a:lstStyle>
            <a:lvl1pPr>
              <a:defRPr sz="2109" b="0" i="0">
                <a:solidFill>
                  <a:srgbClr val="395C5D"/>
                </a:solidFill>
                <a:latin typeface="Aktiv Grotesk Light" charset="0"/>
                <a:ea typeface="Aktiv Grotesk Light" charset="0"/>
                <a:cs typeface="Aktiv Grotesk Light" charset="0"/>
              </a:defRPr>
            </a:lvl1pPr>
          </a:lstStyle>
          <a:p>
            <a:endParaRPr/>
          </a:p>
        </p:txBody>
      </p:sp>
      <p:sp>
        <p:nvSpPr>
          <p:cNvPr id="85" name="Shape 85"/>
          <p:cNvSpPr>
            <a:spLocks noGrp="1"/>
          </p:cNvSpPr>
          <p:nvPr>
            <p:ph type="pic" sz="half" idx="15"/>
          </p:nvPr>
        </p:nvSpPr>
        <p:spPr>
          <a:xfrm>
            <a:off x="642938" y="2007220"/>
            <a:ext cx="5250655" cy="4069150"/>
          </a:xfrm>
          <a:prstGeom prst="rect">
            <a:avLst/>
          </a:prstGeom>
        </p:spPr>
        <p:txBody>
          <a:bodyPr lIns="91439" tIns="45719" rIns="91439" bIns="45719" anchor="t">
            <a:noAutofit/>
          </a:bodyPr>
          <a:lstStyle>
            <a:lvl1pPr>
              <a:defRPr sz="2109" b="0" i="0">
                <a:solidFill>
                  <a:srgbClr val="395C5D"/>
                </a:solidFill>
                <a:latin typeface="Aktiv Grotesk Light" charset="0"/>
                <a:ea typeface="Aktiv Grotesk Light" charset="0"/>
                <a:cs typeface="Aktiv Grotesk Light" charset="0"/>
              </a:defRPr>
            </a:lvl1pPr>
          </a:lstStyle>
          <a:p>
            <a:endParaRPr/>
          </a:p>
        </p:txBody>
      </p:sp>
      <p:sp>
        <p:nvSpPr>
          <p:cNvPr id="2" name="Slide Number Placeholder 1">
            <a:extLst>
              <a:ext uri="{FF2B5EF4-FFF2-40B4-BE49-F238E27FC236}">
                <a16:creationId xmlns:a16="http://schemas.microsoft.com/office/drawing/2014/main" id="{93B8CB9F-20BC-4391-A72F-161F42597140}"/>
              </a:ext>
            </a:extLst>
          </p:cNvPr>
          <p:cNvSpPr>
            <a:spLocks noGrp="1"/>
          </p:cNvSpPr>
          <p:nvPr>
            <p:ph type="sldNum" sz="quarter" idx="16"/>
          </p:nvPr>
        </p:nvSpPr>
        <p:spPr/>
        <p:txBody>
          <a:bodyPr/>
          <a:lstStyle/>
          <a:p>
            <a:fld id="{8F53E2C9-7D52-4F1E-BBBD-387007A04133}" type="slidenum">
              <a:rPr lang="en-GB" smtClean="0"/>
              <a:t>‹#›</a:t>
            </a:fld>
            <a:endParaRPr lang="en-GB"/>
          </a:p>
        </p:txBody>
      </p:sp>
      <p:sp>
        <p:nvSpPr>
          <p:cNvPr id="6" name="Shape 66">
            <a:extLst>
              <a:ext uri="{FF2B5EF4-FFF2-40B4-BE49-F238E27FC236}">
                <a16:creationId xmlns:a16="http://schemas.microsoft.com/office/drawing/2014/main" id="{0042640C-960D-4690-A6F7-B84D7666DC3E}"/>
              </a:ext>
            </a:extLst>
          </p:cNvPr>
          <p:cNvSpPr>
            <a:spLocks noGrp="1"/>
          </p:cNvSpPr>
          <p:nvPr>
            <p:ph type="title"/>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dirty="0"/>
              <a:t>Title Text</a:t>
            </a:r>
          </a:p>
        </p:txBody>
      </p:sp>
    </p:spTree>
    <p:extLst>
      <p:ext uri="{BB962C8B-B14F-4D97-AF65-F5344CB8AC3E}">
        <p14:creationId xmlns:p14="http://schemas.microsoft.com/office/powerpoint/2010/main" val="18884864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 Image Slide">
    <p:spTree>
      <p:nvGrpSpPr>
        <p:cNvPr id="1" name=""/>
        <p:cNvGrpSpPr/>
        <p:nvPr/>
      </p:nvGrpSpPr>
      <p:grpSpPr>
        <a:xfrm>
          <a:off x="0" y="0"/>
          <a:ext cx="0" cy="0"/>
          <a:chOff x="0" y="0"/>
          <a:chExt cx="0" cy="0"/>
        </a:xfrm>
      </p:grpSpPr>
      <p:sp>
        <p:nvSpPr>
          <p:cNvPr id="84" name="Shape 84"/>
          <p:cNvSpPr>
            <a:spLocks noGrp="1"/>
          </p:cNvSpPr>
          <p:nvPr>
            <p:ph type="pic" sz="quarter" idx="14"/>
          </p:nvPr>
        </p:nvSpPr>
        <p:spPr>
          <a:xfrm>
            <a:off x="6304236" y="2007220"/>
            <a:ext cx="5325036" cy="4069150"/>
          </a:xfrm>
          <a:prstGeom prst="rect">
            <a:avLst/>
          </a:prstGeom>
        </p:spPr>
        <p:txBody>
          <a:bodyPr lIns="91439" tIns="45719" rIns="91439" bIns="45719" anchor="t">
            <a:noAutofit/>
          </a:bodyPr>
          <a:lstStyle>
            <a:lvl1pPr>
              <a:defRPr sz="2109" b="0" i="0">
                <a:solidFill>
                  <a:srgbClr val="395C5D"/>
                </a:solidFill>
                <a:latin typeface="Aktiv Grotesk Light" charset="0"/>
                <a:ea typeface="Aktiv Grotesk Light" charset="0"/>
                <a:cs typeface="Aktiv Grotesk Light" charset="0"/>
              </a:defRPr>
            </a:lvl1pPr>
          </a:lstStyle>
          <a:p>
            <a:endParaRPr/>
          </a:p>
        </p:txBody>
      </p:sp>
      <p:sp>
        <p:nvSpPr>
          <p:cNvPr id="2" name="Slide Number Placeholder 1">
            <a:extLst>
              <a:ext uri="{FF2B5EF4-FFF2-40B4-BE49-F238E27FC236}">
                <a16:creationId xmlns:a16="http://schemas.microsoft.com/office/drawing/2014/main" id="{93B8CB9F-20BC-4391-A72F-161F42597140}"/>
              </a:ext>
            </a:extLst>
          </p:cNvPr>
          <p:cNvSpPr>
            <a:spLocks noGrp="1"/>
          </p:cNvSpPr>
          <p:nvPr>
            <p:ph type="sldNum" sz="quarter" idx="16"/>
          </p:nvPr>
        </p:nvSpPr>
        <p:spPr/>
        <p:txBody>
          <a:bodyPr/>
          <a:lstStyle/>
          <a:p>
            <a:fld id="{8F53E2C9-7D52-4F1E-BBBD-387007A04133}" type="slidenum">
              <a:rPr lang="en-GB" smtClean="0"/>
              <a:t>‹#›</a:t>
            </a:fld>
            <a:endParaRPr lang="en-GB"/>
          </a:p>
        </p:txBody>
      </p:sp>
      <p:sp>
        <p:nvSpPr>
          <p:cNvPr id="6" name="Shape 66">
            <a:extLst>
              <a:ext uri="{FF2B5EF4-FFF2-40B4-BE49-F238E27FC236}">
                <a16:creationId xmlns:a16="http://schemas.microsoft.com/office/drawing/2014/main" id="{0042640C-960D-4690-A6F7-B84D7666DC3E}"/>
              </a:ext>
            </a:extLst>
          </p:cNvPr>
          <p:cNvSpPr>
            <a:spLocks noGrp="1"/>
          </p:cNvSpPr>
          <p:nvPr>
            <p:ph type="title"/>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dirty="0"/>
              <a:t>Title Text</a:t>
            </a:r>
          </a:p>
        </p:txBody>
      </p:sp>
      <p:sp>
        <p:nvSpPr>
          <p:cNvPr id="4" name="Text Placeholder 3">
            <a:extLst>
              <a:ext uri="{FF2B5EF4-FFF2-40B4-BE49-F238E27FC236}">
                <a16:creationId xmlns:a16="http://schemas.microsoft.com/office/drawing/2014/main" id="{69F024BF-DC92-402B-88C3-E6821A5833A2}"/>
              </a:ext>
            </a:extLst>
          </p:cNvPr>
          <p:cNvSpPr>
            <a:spLocks noGrp="1"/>
          </p:cNvSpPr>
          <p:nvPr>
            <p:ph type="body" sz="quarter" idx="17" hasCustomPrompt="1"/>
          </p:nvPr>
        </p:nvSpPr>
        <p:spPr>
          <a:xfrm>
            <a:off x="637977" y="2007220"/>
            <a:ext cx="5291947" cy="4069150"/>
          </a:xfrm>
          <a:prstGeom prst="rect">
            <a:avLst/>
          </a:prstGeom>
        </p:spPr>
        <p:txBody>
          <a:bodyPr/>
          <a:lstStyle>
            <a:lvl1pPr marL="0" indent="0">
              <a:buNone/>
              <a:defRPr sz="2400">
                <a:solidFill>
                  <a:schemeClr val="tx1"/>
                </a:solidFill>
              </a:defRPr>
            </a:lvl1pPr>
          </a:lstStyle>
          <a:p>
            <a:pPr lvl="0"/>
            <a:r>
              <a:rPr lang="en-US" dirty="0"/>
              <a:t>Body Copy Level One</a:t>
            </a:r>
          </a:p>
        </p:txBody>
      </p:sp>
    </p:spTree>
    <p:extLst>
      <p:ext uri="{BB962C8B-B14F-4D97-AF65-F5344CB8AC3E}">
        <p14:creationId xmlns:p14="http://schemas.microsoft.com/office/powerpoint/2010/main" val="234158402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_1">
    <p:bg>
      <p:bgPr>
        <a:solidFill>
          <a:srgbClr val="FFFFFF"/>
        </a:solidFill>
        <a:effectLst/>
      </p:bgPr>
    </p:bg>
    <p:spTree>
      <p:nvGrpSpPr>
        <p:cNvPr id="1" name=""/>
        <p:cNvGrpSpPr/>
        <p:nvPr/>
      </p:nvGrpSpPr>
      <p:grpSpPr>
        <a:xfrm>
          <a:off x="0" y="0"/>
          <a:ext cx="0" cy="0"/>
          <a:chOff x="0" y="0"/>
          <a:chExt cx="0" cy="0"/>
        </a:xfrm>
      </p:grpSpPr>
      <p:sp>
        <p:nvSpPr>
          <p:cNvPr id="5" name="Shape 146"/>
          <p:cNvSpPr/>
          <p:nvPr userDrawn="1"/>
        </p:nvSpPr>
        <p:spPr>
          <a:xfrm>
            <a:off x="-28333" y="0"/>
            <a:ext cx="12231191" cy="6880046"/>
          </a:xfrm>
          <a:prstGeom prst="rect">
            <a:avLst/>
          </a:prstGeom>
          <a:solidFill>
            <a:srgbClr val="07BBCF"/>
          </a:solidFill>
          <a:ln w="12700">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dirty="0"/>
          </a:p>
        </p:txBody>
      </p:sp>
      <p:sp>
        <p:nvSpPr>
          <p:cNvPr id="2" name="Slide Number Placeholder 1">
            <a:extLst>
              <a:ext uri="{FF2B5EF4-FFF2-40B4-BE49-F238E27FC236}">
                <a16:creationId xmlns:a16="http://schemas.microsoft.com/office/drawing/2014/main" id="{10C4C6E5-BB68-4A4D-920B-BF932A27C08C}"/>
              </a:ext>
            </a:extLst>
          </p:cNvPr>
          <p:cNvSpPr>
            <a:spLocks noGrp="1"/>
          </p:cNvSpPr>
          <p:nvPr>
            <p:ph type="sldNum" sz="quarter" idx="11"/>
          </p:nvPr>
        </p:nvSpPr>
        <p:spPr/>
        <p:txBody>
          <a:bodyPr/>
          <a:lstStyle/>
          <a:p>
            <a:fld id="{8F53E2C9-7D52-4F1E-BBBD-387007A04133}" type="slidenum">
              <a:rPr lang="en-GB" smtClean="0"/>
              <a:t>‹#›</a:t>
            </a:fld>
            <a:endParaRPr lang="en-GB"/>
          </a:p>
        </p:txBody>
      </p:sp>
      <p:sp>
        <p:nvSpPr>
          <p:cNvPr id="10" name="Title 5">
            <a:extLst>
              <a:ext uri="{FF2B5EF4-FFF2-40B4-BE49-F238E27FC236}">
                <a16:creationId xmlns:a16="http://schemas.microsoft.com/office/drawing/2014/main" id="{51CAE245-5987-4EB8-9514-C29C470F072D}"/>
              </a:ext>
            </a:extLst>
          </p:cNvPr>
          <p:cNvSpPr>
            <a:spLocks noGrp="1"/>
          </p:cNvSpPr>
          <p:nvPr>
            <p:ph type="title"/>
          </p:nvPr>
        </p:nvSpPr>
        <p:spPr>
          <a:xfrm>
            <a:off x="672505" y="2399998"/>
            <a:ext cx="7938096" cy="1625593"/>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93097061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_2">
    <p:spTree>
      <p:nvGrpSpPr>
        <p:cNvPr id="1" name=""/>
        <p:cNvGrpSpPr/>
        <p:nvPr/>
      </p:nvGrpSpPr>
      <p:grpSpPr>
        <a:xfrm>
          <a:off x="0" y="0"/>
          <a:ext cx="0" cy="0"/>
          <a:chOff x="0" y="0"/>
          <a:chExt cx="0" cy="0"/>
        </a:xfrm>
      </p:grpSpPr>
      <p:sp>
        <p:nvSpPr>
          <p:cNvPr id="5" name="Shape 146"/>
          <p:cNvSpPr/>
          <p:nvPr userDrawn="1"/>
        </p:nvSpPr>
        <p:spPr>
          <a:xfrm>
            <a:off x="-28333" y="0"/>
            <a:ext cx="12231191" cy="6880046"/>
          </a:xfrm>
          <a:prstGeom prst="rect">
            <a:avLst/>
          </a:prstGeom>
          <a:solidFill>
            <a:srgbClr val="C1A0CB"/>
          </a:solidFill>
          <a:ln w="12700">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6" name="Title 5">
            <a:extLst>
              <a:ext uri="{FF2B5EF4-FFF2-40B4-BE49-F238E27FC236}">
                <a16:creationId xmlns:a16="http://schemas.microsoft.com/office/drawing/2014/main" id="{35CD01D4-984A-4BEC-B3AE-BAB7253B8FB1}"/>
              </a:ext>
            </a:extLst>
          </p:cNvPr>
          <p:cNvSpPr>
            <a:spLocks noGrp="1"/>
          </p:cNvSpPr>
          <p:nvPr>
            <p:ph type="title"/>
          </p:nvPr>
        </p:nvSpPr>
        <p:spPr>
          <a:xfrm>
            <a:off x="672505" y="2399998"/>
            <a:ext cx="7938096" cy="1625593"/>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11299658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_3">
    <p:spTree>
      <p:nvGrpSpPr>
        <p:cNvPr id="1" name=""/>
        <p:cNvGrpSpPr/>
        <p:nvPr/>
      </p:nvGrpSpPr>
      <p:grpSpPr>
        <a:xfrm>
          <a:off x="0" y="0"/>
          <a:ext cx="0" cy="0"/>
          <a:chOff x="0" y="0"/>
          <a:chExt cx="0" cy="0"/>
        </a:xfrm>
      </p:grpSpPr>
      <p:sp>
        <p:nvSpPr>
          <p:cNvPr id="5" name="Shape 146"/>
          <p:cNvSpPr/>
          <p:nvPr userDrawn="1"/>
        </p:nvSpPr>
        <p:spPr>
          <a:xfrm>
            <a:off x="-28333" y="0"/>
            <a:ext cx="12231191" cy="6880046"/>
          </a:xfrm>
          <a:prstGeom prst="rect">
            <a:avLst/>
          </a:prstGeom>
          <a:solidFill>
            <a:srgbClr val="F68D1F"/>
          </a:solidFill>
          <a:ln w="12700">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6" name="Title 5">
            <a:extLst>
              <a:ext uri="{FF2B5EF4-FFF2-40B4-BE49-F238E27FC236}">
                <a16:creationId xmlns:a16="http://schemas.microsoft.com/office/drawing/2014/main" id="{3E33A6DA-71E1-466C-9EB7-D335295F0E50}"/>
              </a:ext>
            </a:extLst>
          </p:cNvPr>
          <p:cNvSpPr>
            <a:spLocks noGrp="1"/>
          </p:cNvSpPr>
          <p:nvPr>
            <p:ph type="title"/>
          </p:nvPr>
        </p:nvSpPr>
        <p:spPr>
          <a:xfrm>
            <a:off x="672505" y="2399998"/>
            <a:ext cx="7938096" cy="1625593"/>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6480307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_4">
    <p:spTree>
      <p:nvGrpSpPr>
        <p:cNvPr id="1" name=""/>
        <p:cNvGrpSpPr/>
        <p:nvPr/>
      </p:nvGrpSpPr>
      <p:grpSpPr>
        <a:xfrm>
          <a:off x="0" y="0"/>
          <a:ext cx="0" cy="0"/>
          <a:chOff x="0" y="0"/>
          <a:chExt cx="0" cy="0"/>
        </a:xfrm>
      </p:grpSpPr>
      <p:sp>
        <p:nvSpPr>
          <p:cNvPr id="5" name="Shape 146"/>
          <p:cNvSpPr/>
          <p:nvPr userDrawn="1"/>
        </p:nvSpPr>
        <p:spPr>
          <a:xfrm>
            <a:off x="-28333" y="0"/>
            <a:ext cx="12231191" cy="6880046"/>
          </a:xfrm>
          <a:prstGeom prst="rect">
            <a:avLst/>
          </a:prstGeom>
          <a:solidFill>
            <a:srgbClr val="B2297B"/>
          </a:solidFill>
          <a:ln w="12700">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6" name="Title 5">
            <a:extLst>
              <a:ext uri="{FF2B5EF4-FFF2-40B4-BE49-F238E27FC236}">
                <a16:creationId xmlns:a16="http://schemas.microsoft.com/office/drawing/2014/main" id="{8B86D16D-66A2-4C92-9ED9-D819419DA178}"/>
              </a:ext>
            </a:extLst>
          </p:cNvPr>
          <p:cNvSpPr>
            <a:spLocks noGrp="1"/>
          </p:cNvSpPr>
          <p:nvPr>
            <p:ph type="title"/>
          </p:nvPr>
        </p:nvSpPr>
        <p:spPr>
          <a:xfrm>
            <a:off x="672505" y="2399998"/>
            <a:ext cx="7938096" cy="1625593"/>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93278529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_5">
    <p:spTree>
      <p:nvGrpSpPr>
        <p:cNvPr id="1" name=""/>
        <p:cNvGrpSpPr/>
        <p:nvPr/>
      </p:nvGrpSpPr>
      <p:grpSpPr>
        <a:xfrm>
          <a:off x="0" y="0"/>
          <a:ext cx="0" cy="0"/>
          <a:chOff x="0" y="0"/>
          <a:chExt cx="0" cy="0"/>
        </a:xfrm>
      </p:grpSpPr>
      <p:sp>
        <p:nvSpPr>
          <p:cNvPr id="5" name="Shape 146"/>
          <p:cNvSpPr/>
          <p:nvPr userDrawn="1"/>
        </p:nvSpPr>
        <p:spPr>
          <a:xfrm>
            <a:off x="-28333" y="0"/>
            <a:ext cx="12231191" cy="6880046"/>
          </a:xfrm>
          <a:prstGeom prst="rect">
            <a:avLst/>
          </a:prstGeom>
          <a:solidFill>
            <a:srgbClr val="1FB25A"/>
          </a:solidFill>
          <a:ln w="12700">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6" name="Title 5">
            <a:extLst>
              <a:ext uri="{FF2B5EF4-FFF2-40B4-BE49-F238E27FC236}">
                <a16:creationId xmlns:a16="http://schemas.microsoft.com/office/drawing/2014/main" id="{25E0A1C9-23A6-4B4C-A9A0-F7328124F591}"/>
              </a:ext>
            </a:extLst>
          </p:cNvPr>
          <p:cNvSpPr>
            <a:spLocks noGrp="1"/>
          </p:cNvSpPr>
          <p:nvPr>
            <p:ph type="title"/>
          </p:nvPr>
        </p:nvSpPr>
        <p:spPr>
          <a:xfrm>
            <a:off x="672505" y="2399998"/>
            <a:ext cx="7938096" cy="1625593"/>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08236622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_6">
    <p:spTree>
      <p:nvGrpSpPr>
        <p:cNvPr id="1" name=""/>
        <p:cNvGrpSpPr/>
        <p:nvPr/>
      </p:nvGrpSpPr>
      <p:grpSpPr>
        <a:xfrm>
          <a:off x="0" y="0"/>
          <a:ext cx="0" cy="0"/>
          <a:chOff x="0" y="0"/>
          <a:chExt cx="0" cy="0"/>
        </a:xfrm>
      </p:grpSpPr>
      <p:sp>
        <p:nvSpPr>
          <p:cNvPr id="5" name="Shape 146"/>
          <p:cNvSpPr/>
          <p:nvPr userDrawn="1"/>
        </p:nvSpPr>
        <p:spPr>
          <a:xfrm>
            <a:off x="-28333" y="0"/>
            <a:ext cx="12231191" cy="6880046"/>
          </a:xfrm>
          <a:prstGeom prst="rect">
            <a:avLst/>
          </a:prstGeom>
          <a:solidFill>
            <a:srgbClr val="C8C9C9"/>
          </a:solidFill>
          <a:ln w="12700">
            <a:miter lim="400000"/>
          </a:ln>
          <a:effectLst>
            <a:outerShdw blurRad="38100" dist="25400" dir="5400000" rotWithShape="0">
              <a:srgbClr val="000000">
                <a:alpha val="50000"/>
              </a:srgbClr>
            </a:outerShdw>
          </a:effectLst>
        </p:spPr>
        <p:txBody>
          <a:bodyPr lIns="35719" tIns="35719" rIns="35719" bIns="35719" anchor="ctr"/>
          <a:lstStyle/>
          <a:p>
            <a:pPr>
              <a:defRPr sz="2400">
                <a:solidFill>
                  <a:srgbClr val="FFFFFF"/>
                </a:solidFill>
              </a:defRPr>
            </a:pPr>
            <a:endParaRPr sz="1687"/>
          </a:p>
        </p:txBody>
      </p:sp>
      <p:sp>
        <p:nvSpPr>
          <p:cNvPr id="6" name="Title 5">
            <a:extLst>
              <a:ext uri="{FF2B5EF4-FFF2-40B4-BE49-F238E27FC236}">
                <a16:creationId xmlns:a16="http://schemas.microsoft.com/office/drawing/2014/main" id="{F61E7EF1-87C9-46B1-8FCF-A263AC11B75A}"/>
              </a:ext>
            </a:extLst>
          </p:cNvPr>
          <p:cNvSpPr>
            <a:spLocks noGrp="1"/>
          </p:cNvSpPr>
          <p:nvPr>
            <p:ph type="title"/>
          </p:nvPr>
        </p:nvSpPr>
        <p:spPr>
          <a:xfrm>
            <a:off x="672505" y="2399998"/>
            <a:ext cx="7938096" cy="1625593"/>
          </a:xfrm>
          <a:prstGeom prst="rect">
            <a:avLst/>
          </a:prstGeom>
        </p:spPr>
        <p:txBody>
          <a:bodyPr/>
          <a:lstStyle>
            <a:lvl1pPr algn="l">
              <a:defRPr sz="5400" b="1">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31399709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
          <p:cNvSpPr txBox="1"/>
          <p:nvPr userDrawn="1"/>
        </p:nvSpPr>
        <p:spPr>
          <a:xfrm>
            <a:off x="11554265" y="6431441"/>
            <a:ext cx="536138" cy="264686"/>
          </a:xfrm>
          <a:prstGeom prst="rect">
            <a:avLst/>
          </a:prstGeom>
          <a:noFill/>
        </p:spPr>
        <p:txBody>
          <a:bodyPr wrap="square" lIns="64005" tIns="32003" rIns="64005" bIns="32003" rtlCol="0">
            <a:spAutoFit/>
          </a:bodyPr>
          <a:lstStyle/>
          <a:p>
            <a:fld id="{78684EEF-2E8E-4C0C-AEBF-29B67A2CD606}" type="slidenum">
              <a:rPr lang="en-US" sz="1300" smtClean="0">
                <a:solidFill>
                  <a:schemeClr val="bg1"/>
                </a:solidFill>
              </a:rPr>
              <a:t>‹#›</a:t>
            </a:fld>
            <a:endParaRPr lang="en-US" sz="1300" dirty="0">
              <a:solidFill>
                <a:schemeClr val="bg1"/>
              </a:solidFill>
            </a:endParaRPr>
          </a:p>
        </p:txBody>
      </p:sp>
      <p:sp>
        <p:nvSpPr>
          <p:cNvPr id="5" name="Slide Number Placeholder 1">
            <a:extLst>
              <a:ext uri="{FF2B5EF4-FFF2-40B4-BE49-F238E27FC236}">
                <a16:creationId xmlns:a16="http://schemas.microsoft.com/office/drawing/2014/main" id="{B624EC2B-018A-40F3-AF92-06DAE41BCD7F}"/>
              </a:ext>
            </a:extLst>
          </p:cNvPr>
          <p:cNvSpPr>
            <a:spLocks noGrp="1"/>
          </p:cNvSpPr>
          <p:nvPr>
            <p:ph type="sldNum" sz="quarter" idx="10"/>
          </p:nvPr>
        </p:nvSpPr>
        <p:spPr>
          <a:xfrm>
            <a:off x="8872192" y="6311746"/>
            <a:ext cx="2743200" cy="365125"/>
          </a:xfrm>
        </p:spPr>
        <p:txBody>
          <a:bodyPr/>
          <a:lstStyle/>
          <a:p>
            <a:fld id="{8F53E2C9-7D52-4F1E-BBBD-387007A04133}" type="slidenum">
              <a:rPr lang="en-GB" smtClean="0"/>
              <a:t>‹#›</a:t>
            </a:fld>
            <a:endParaRPr lang="en-GB"/>
          </a:p>
        </p:txBody>
      </p:sp>
    </p:spTree>
    <p:extLst>
      <p:ext uri="{BB962C8B-B14F-4D97-AF65-F5344CB8AC3E}">
        <p14:creationId xmlns:p14="http://schemas.microsoft.com/office/powerpoint/2010/main" val="2115746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FMI_Diagram">
    <p:spTree>
      <p:nvGrpSpPr>
        <p:cNvPr id="1" name=""/>
        <p:cNvGrpSpPr/>
        <p:nvPr/>
      </p:nvGrpSpPr>
      <p:grpSpPr>
        <a:xfrm>
          <a:off x="0" y="0"/>
          <a:ext cx="0" cy="0"/>
          <a:chOff x="0" y="0"/>
          <a:chExt cx="0" cy="0"/>
        </a:xfrm>
      </p:grpSpPr>
      <p:sp>
        <p:nvSpPr>
          <p:cNvPr id="2" name="TextBox 1"/>
          <p:cNvSpPr txBox="1"/>
          <p:nvPr userDrawn="1"/>
        </p:nvSpPr>
        <p:spPr>
          <a:xfrm>
            <a:off x="11554265" y="6431441"/>
            <a:ext cx="536138" cy="264686"/>
          </a:xfrm>
          <a:prstGeom prst="rect">
            <a:avLst/>
          </a:prstGeom>
          <a:noFill/>
        </p:spPr>
        <p:txBody>
          <a:bodyPr wrap="square" lIns="64005" tIns="32003" rIns="64005" bIns="32003" rtlCol="0">
            <a:spAutoFit/>
          </a:bodyPr>
          <a:lstStyle/>
          <a:p>
            <a:fld id="{78684EEF-2E8E-4C0C-AEBF-29B67A2CD606}" type="slidenum">
              <a:rPr lang="en-US" sz="1300" smtClean="0">
                <a:solidFill>
                  <a:schemeClr val="bg1"/>
                </a:solidFill>
              </a:rPr>
              <a:t>‹#›</a:t>
            </a:fld>
            <a:endParaRPr lang="en-US" sz="1300" dirty="0">
              <a:solidFill>
                <a:schemeClr val="bg1"/>
              </a:solidFill>
            </a:endParaRPr>
          </a:p>
        </p:txBody>
      </p:sp>
      <p:sp>
        <p:nvSpPr>
          <p:cNvPr id="3" name="Slide Number Placeholder 1">
            <a:extLst>
              <a:ext uri="{FF2B5EF4-FFF2-40B4-BE49-F238E27FC236}">
                <a16:creationId xmlns:a16="http://schemas.microsoft.com/office/drawing/2014/main" id="{6235D4FE-2900-4C38-BA27-2A88ACB0ECB8}"/>
              </a:ext>
            </a:extLst>
          </p:cNvPr>
          <p:cNvSpPr>
            <a:spLocks noGrp="1"/>
          </p:cNvSpPr>
          <p:nvPr>
            <p:ph type="sldNum" sz="quarter" idx="10"/>
          </p:nvPr>
        </p:nvSpPr>
        <p:spPr>
          <a:xfrm>
            <a:off x="8610601" y="6356351"/>
            <a:ext cx="2743200" cy="365125"/>
          </a:xfrm>
        </p:spPr>
        <p:txBody>
          <a:bodyPr/>
          <a:lstStyle/>
          <a:p>
            <a:fld id="{8F53E2C9-7D52-4F1E-BBBD-387007A04133}" type="slidenum">
              <a:rPr lang="en-GB" smtClean="0"/>
              <a:t>‹#›</a:t>
            </a:fld>
            <a:endParaRPr lang="en-GB"/>
          </a:p>
        </p:txBody>
      </p:sp>
      <p:pic>
        <p:nvPicPr>
          <p:cNvPr id="4" name="Picture 3">
            <a:extLst>
              <a:ext uri="{FF2B5EF4-FFF2-40B4-BE49-F238E27FC236}">
                <a16:creationId xmlns:a16="http://schemas.microsoft.com/office/drawing/2014/main" id="{B90F2EF9-7355-4EE8-80D1-BF16F21B22FC}"/>
              </a:ext>
            </a:extLst>
          </p:cNvPr>
          <p:cNvPicPr>
            <a:picLocks noChangeAspect="1"/>
          </p:cNvPicPr>
          <p:nvPr userDrawn="1"/>
        </p:nvPicPr>
        <p:blipFill>
          <a:blip r:embed="rId2"/>
          <a:stretch>
            <a:fillRect/>
          </a:stretch>
        </p:blipFill>
        <p:spPr>
          <a:xfrm>
            <a:off x="1624955" y="1750741"/>
            <a:ext cx="9043046" cy="5206344"/>
          </a:xfrm>
          <a:prstGeom prst="rect">
            <a:avLst/>
          </a:prstGeom>
        </p:spPr>
      </p:pic>
      <p:sp>
        <p:nvSpPr>
          <p:cNvPr id="5" name="Shape 66">
            <a:extLst>
              <a:ext uri="{FF2B5EF4-FFF2-40B4-BE49-F238E27FC236}">
                <a16:creationId xmlns:a16="http://schemas.microsoft.com/office/drawing/2014/main" id="{A689AB1B-8641-4271-90E0-8DA87132D84F}"/>
              </a:ext>
            </a:extLst>
          </p:cNvPr>
          <p:cNvSpPr>
            <a:spLocks noGrp="1"/>
          </p:cNvSpPr>
          <p:nvPr>
            <p:ph type="title" hasCustomPrompt="1"/>
          </p:nvPr>
        </p:nvSpPr>
        <p:spPr>
          <a:xfrm>
            <a:off x="637977" y="1188374"/>
            <a:ext cx="11025135" cy="562367"/>
          </a:xfrm>
          <a:prstGeom prst="rect">
            <a:avLst/>
          </a:prstGeom>
        </p:spPr>
        <p:txBody>
          <a:bodyPr/>
          <a:lstStyle>
            <a:lvl1pPr algn="l">
              <a:defRPr sz="3200" b="1" i="0">
                <a:solidFill>
                  <a:srgbClr val="395C5D"/>
                </a:solidFill>
                <a:latin typeface="Aktiv Grotesk Light" panose="020B0304020202020204" pitchFamily="34" charset="0"/>
                <a:ea typeface="Aktiv Grotesk Light" panose="020B0304020202020204" pitchFamily="34" charset="0"/>
                <a:cs typeface="Aktiv Grotesk Light" panose="020B0304020202020204" pitchFamily="34" charset="0"/>
              </a:defRPr>
            </a:lvl1pPr>
          </a:lstStyle>
          <a:p>
            <a:r>
              <a:rPr lang="en-GB" dirty="0"/>
              <a:t>Conservation and Financial Markets Initiative</a:t>
            </a:r>
            <a:endParaRPr dirty="0"/>
          </a:p>
        </p:txBody>
      </p:sp>
    </p:spTree>
    <p:extLst>
      <p:ext uri="{BB962C8B-B14F-4D97-AF65-F5344CB8AC3E}">
        <p14:creationId xmlns:p14="http://schemas.microsoft.com/office/powerpoint/2010/main" val="2304202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A9C660-FF44-410B-8A59-D32B5A55C235}"/>
              </a:ext>
            </a:extLst>
          </p:cNvPr>
          <p:cNvSpPr>
            <a:spLocks noGrp="1"/>
          </p:cNvSpPr>
          <p:nvPr>
            <p:ph type="sldNum" sz="quarter" idx="10"/>
          </p:nvPr>
        </p:nvSpPr>
        <p:spPr/>
        <p:txBody>
          <a:bodyPr/>
          <a:lstStyle/>
          <a:p>
            <a:fld id="{8F53E2C9-7D52-4F1E-BBBD-387007A04133}" type="slidenum">
              <a:rPr lang="en-GB" smtClean="0"/>
              <a:t>‹#›</a:t>
            </a:fld>
            <a:endParaRPr lang="en-GB"/>
          </a:p>
        </p:txBody>
      </p:sp>
      <p:sp>
        <p:nvSpPr>
          <p:cNvPr id="6" name="Title 5">
            <a:extLst>
              <a:ext uri="{FF2B5EF4-FFF2-40B4-BE49-F238E27FC236}">
                <a16:creationId xmlns:a16="http://schemas.microsoft.com/office/drawing/2014/main" id="{69A64CA7-0776-43E7-9630-55F2746691F2}"/>
              </a:ext>
            </a:extLst>
          </p:cNvPr>
          <p:cNvSpPr>
            <a:spLocks noGrp="1"/>
          </p:cNvSpPr>
          <p:nvPr>
            <p:ph type="title" hasCustomPrompt="1"/>
          </p:nvPr>
        </p:nvSpPr>
        <p:spPr>
          <a:xfrm>
            <a:off x="672505" y="2399998"/>
            <a:ext cx="7938096" cy="1402569"/>
          </a:xfrm>
          <a:prstGeom prst="rect">
            <a:avLst/>
          </a:prstGeom>
        </p:spPr>
        <p:txBody>
          <a:bodyPr/>
          <a:lstStyle>
            <a:lvl1pPr algn="l">
              <a:defRPr sz="5400" b="1">
                <a:solidFill>
                  <a:schemeClr val="tx1"/>
                </a:solidFill>
              </a:defRPr>
            </a:lvl1pPr>
          </a:lstStyle>
          <a:p>
            <a:r>
              <a:rPr lang="en-US" dirty="0"/>
              <a:t>Thank you</a:t>
            </a:r>
            <a:endParaRPr lang="en-GB" dirty="0"/>
          </a:p>
        </p:txBody>
      </p:sp>
      <p:pic>
        <p:nvPicPr>
          <p:cNvPr id="5" name="Picture 4">
            <a:extLst>
              <a:ext uri="{FF2B5EF4-FFF2-40B4-BE49-F238E27FC236}">
                <a16:creationId xmlns:a16="http://schemas.microsoft.com/office/drawing/2014/main" id="{EB0CDA66-85E4-45DB-8FEA-62C0521026B0}"/>
              </a:ext>
            </a:extLst>
          </p:cNvPr>
          <p:cNvPicPr>
            <a:picLocks noChangeAspect="1"/>
          </p:cNvPicPr>
          <p:nvPr userDrawn="1"/>
        </p:nvPicPr>
        <p:blipFill>
          <a:blip r:embed="rId2"/>
          <a:stretch>
            <a:fillRect/>
          </a:stretch>
        </p:blipFill>
        <p:spPr>
          <a:xfrm>
            <a:off x="9113277" y="3802567"/>
            <a:ext cx="2502116" cy="2493449"/>
          </a:xfrm>
          <a:prstGeom prst="rect">
            <a:avLst/>
          </a:prstGeom>
        </p:spPr>
      </p:pic>
    </p:spTree>
    <p:extLst>
      <p:ext uri="{BB962C8B-B14F-4D97-AF65-F5344CB8AC3E}">
        <p14:creationId xmlns:p14="http://schemas.microsoft.com/office/powerpoint/2010/main" val="274879648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hank you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A9C660-FF44-410B-8A59-D32B5A55C235}"/>
              </a:ext>
            </a:extLst>
          </p:cNvPr>
          <p:cNvSpPr>
            <a:spLocks noGrp="1"/>
          </p:cNvSpPr>
          <p:nvPr>
            <p:ph type="sldNum" sz="quarter" idx="10"/>
          </p:nvPr>
        </p:nvSpPr>
        <p:spPr/>
        <p:txBody>
          <a:bodyPr/>
          <a:lstStyle/>
          <a:p>
            <a:fld id="{8F53E2C9-7D52-4F1E-BBBD-387007A04133}" type="slidenum">
              <a:rPr lang="en-GB" smtClean="0"/>
              <a:t>‹#›</a:t>
            </a:fld>
            <a:endParaRPr lang="en-GB"/>
          </a:p>
        </p:txBody>
      </p:sp>
      <p:sp>
        <p:nvSpPr>
          <p:cNvPr id="6" name="Title 5">
            <a:extLst>
              <a:ext uri="{FF2B5EF4-FFF2-40B4-BE49-F238E27FC236}">
                <a16:creationId xmlns:a16="http://schemas.microsoft.com/office/drawing/2014/main" id="{69A64CA7-0776-43E7-9630-55F2746691F2}"/>
              </a:ext>
            </a:extLst>
          </p:cNvPr>
          <p:cNvSpPr>
            <a:spLocks noGrp="1"/>
          </p:cNvSpPr>
          <p:nvPr>
            <p:ph type="title" hasCustomPrompt="1"/>
          </p:nvPr>
        </p:nvSpPr>
        <p:spPr>
          <a:xfrm>
            <a:off x="672505" y="2399998"/>
            <a:ext cx="7938096" cy="499320"/>
          </a:xfrm>
          <a:prstGeom prst="rect">
            <a:avLst/>
          </a:prstGeom>
        </p:spPr>
        <p:txBody>
          <a:bodyPr/>
          <a:lstStyle>
            <a:lvl1pPr algn="l">
              <a:defRPr sz="3200" b="1">
                <a:solidFill>
                  <a:schemeClr val="tx1"/>
                </a:solidFill>
              </a:defRPr>
            </a:lvl1pPr>
          </a:lstStyle>
          <a:p>
            <a:r>
              <a:rPr lang="en-US" dirty="0"/>
              <a:t>First Name Last Name</a:t>
            </a:r>
            <a:br>
              <a:rPr lang="en-US" dirty="0"/>
            </a:br>
            <a:br>
              <a:rPr lang="en-US" dirty="0"/>
            </a:br>
            <a:endParaRPr lang="en-GB" dirty="0"/>
          </a:p>
        </p:txBody>
      </p:sp>
      <p:sp>
        <p:nvSpPr>
          <p:cNvPr id="5" name="Title 5">
            <a:extLst>
              <a:ext uri="{FF2B5EF4-FFF2-40B4-BE49-F238E27FC236}">
                <a16:creationId xmlns:a16="http://schemas.microsoft.com/office/drawing/2014/main" id="{96AC02EA-2464-4477-B3EB-70D423C2FD99}"/>
              </a:ext>
            </a:extLst>
          </p:cNvPr>
          <p:cNvSpPr txBox="1">
            <a:spLocks/>
          </p:cNvSpPr>
          <p:nvPr userDrawn="1"/>
        </p:nvSpPr>
        <p:spPr>
          <a:xfrm>
            <a:off x="672505" y="2820027"/>
            <a:ext cx="7938096" cy="499320"/>
          </a:xfrm>
          <a:prstGeom prst="rect">
            <a:avLst/>
          </a:prstGeom>
        </p:spPr>
        <p:txBody>
          <a:bodyPr/>
          <a:lstStyle>
            <a:lvl1pPr marL="0" marR="0" indent="0" algn="l" defTabSz="410813" rtl="0" latinLnBrk="0">
              <a:lnSpc>
                <a:spcPct val="100000"/>
              </a:lnSpc>
              <a:spcBef>
                <a:spcPts val="0"/>
              </a:spcBef>
              <a:spcAft>
                <a:spcPts val="0"/>
              </a:spcAft>
              <a:buClrTx/>
              <a:buSzTx/>
              <a:buFontTx/>
              <a:buNone/>
              <a:tabLst/>
              <a:defRPr sz="3200" b="1" i="0" u="none" strike="noStrike" cap="none" spc="0" baseline="0">
                <a:ln>
                  <a:noFill/>
                </a:ln>
                <a:solidFill>
                  <a:schemeClr val="tx1"/>
                </a:solidFill>
                <a:uFillTx/>
                <a:latin typeface="+mj-lt"/>
                <a:ea typeface="+mn-ea"/>
                <a:cs typeface="+mn-cs"/>
                <a:sym typeface="Helvetica Light"/>
              </a:defRPr>
            </a:lvl1pPr>
            <a:lvl2pPr marL="0" marR="0" indent="160753"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2pPr>
            <a:lvl3pPr marL="0" marR="0" indent="321507"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3pPr>
            <a:lvl4pPr marL="0" marR="0" indent="48225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4pPr>
            <a:lvl5pPr marL="0" marR="0" indent="64301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5pPr>
            <a:lvl6pPr marL="0" marR="0" indent="803764"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6pPr>
            <a:lvl7pPr marL="0" marR="0" indent="964518"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7pPr>
            <a:lvl8pPr marL="0" marR="0" indent="112526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8pPr>
            <a:lvl9pPr marL="0" marR="0" indent="128602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9pPr>
          </a:lstStyle>
          <a:p>
            <a:pPr fontAlgn="auto"/>
            <a:r>
              <a:rPr lang="en-US" sz="3200" b="0" kern="0" dirty="0"/>
              <a:t>Job title/position</a:t>
            </a:r>
            <a:endParaRPr lang="en-GB" sz="3200" b="0" kern="0" dirty="0"/>
          </a:p>
        </p:txBody>
      </p:sp>
      <p:sp>
        <p:nvSpPr>
          <p:cNvPr id="7" name="Title 5">
            <a:extLst>
              <a:ext uri="{FF2B5EF4-FFF2-40B4-BE49-F238E27FC236}">
                <a16:creationId xmlns:a16="http://schemas.microsoft.com/office/drawing/2014/main" id="{136B28BE-F958-4204-80F9-69DF6B65DBC4}"/>
              </a:ext>
            </a:extLst>
          </p:cNvPr>
          <p:cNvSpPr txBox="1">
            <a:spLocks/>
          </p:cNvSpPr>
          <p:nvPr userDrawn="1"/>
        </p:nvSpPr>
        <p:spPr>
          <a:xfrm>
            <a:off x="672504" y="3240056"/>
            <a:ext cx="7938096" cy="499320"/>
          </a:xfrm>
          <a:prstGeom prst="rect">
            <a:avLst/>
          </a:prstGeom>
        </p:spPr>
        <p:txBody>
          <a:bodyPr/>
          <a:lstStyle>
            <a:lvl1pPr marL="0" marR="0" indent="0" algn="l" defTabSz="410813" rtl="0" latinLnBrk="0">
              <a:lnSpc>
                <a:spcPct val="100000"/>
              </a:lnSpc>
              <a:spcBef>
                <a:spcPts val="0"/>
              </a:spcBef>
              <a:spcAft>
                <a:spcPts val="0"/>
              </a:spcAft>
              <a:buClrTx/>
              <a:buSzTx/>
              <a:buFontTx/>
              <a:buNone/>
              <a:tabLst/>
              <a:defRPr sz="3200" b="1" i="0" u="none" strike="noStrike" cap="none" spc="0" baseline="0">
                <a:ln>
                  <a:noFill/>
                </a:ln>
                <a:solidFill>
                  <a:schemeClr val="tx1"/>
                </a:solidFill>
                <a:uFillTx/>
                <a:latin typeface="+mj-lt"/>
                <a:ea typeface="+mn-ea"/>
                <a:cs typeface="+mn-cs"/>
                <a:sym typeface="Helvetica Light"/>
              </a:defRPr>
            </a:lvl1pPr>
            <a:lvl2pPr marL="0" marR="0" indent="160753"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2pPr>
            <a:lvl3pPr marL="0" marR="0" indent="321507"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3pPr>
            <a:lvl4pPr marL="0" marR="0" indent="48225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4pPr>
            <a:lvl5pPr marL="0" marR="0" indent="64301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5pPr>
            <a:lvl6pPr marL="0" marR="0" indent="803764"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6pPr>
            <a:lvl7pPr marL="0" marR="0" indent="964518"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7pPr>
            <a:lvl8pPr marL="0" marR="0" indent="112526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8pPr>
            <a:lvl9pPr marL="0" marR="0" indent="128602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9pPr>
          </a:lstStyle>
          <a:p>
            <a:pPr fontAlgn="auto"/>
            <a:r>
              <a:rPr lang="en-US" sz="3200" b="0" kern="0" dirty="0">
                <a:solidFill>
                  <a:srgbClr val="05A768"/>
                </a:solidFill>
              </a:rPr>
              <a:t>E: example@wbcsd.org</a:t>
            </a:r>
            <a:endParaRPr lang="en-GB" sz="3200" b="0" kern="0" dirty="0">
              <a:solidFill>
                <a:srgbClr val="05A768"/>
              </a:solidFill>
            </a:endParaRPr>
          </a:p>
        </p:txBody>
      </p:sp>
      <p:sp>
        <p:nvSpPr>
          <p:cNvPr id="8" name="Title 5">
            <a:extLst>
              <a:ext uri="{FF2B5EF4-FFF2-40B4-BE49-F238E27FC236}">
                <a16:creationId xmlns:a16="http://schemas.microsoft.com/office/drawing/2014/main" id="{5A39AFA0-7EFA-40AB-8DDE-5CC55A942FB7}"/>
              </a:ext>
            </a:extLst>
          </p:cNvPr>
          <p:cNvSpPr txBox="1">
            <a:spLocks/>
          </p:cNvSpPr>
          <p:nvPr userDrawn="1"/>
        </p:nvSpPr>
        <p:spPr>
          <a:xfrm>
            <a:off x="672504" y="3660085"/>
            <a:ext cx="7938096" cy="499320"/>
          </a:xfrm>
          <a:prstGeom prst="rect">
            <a:avLst/>
          </a:prstGeom>
        </p:spPr>
        <p:txBody>
          <a:bodyPr/>
          <a:lstStyle>
            <a:lvl1pPr marL="0" marR="0" indent="0" algn="l" defTabSz="410813" rtl="0" latinLnBrk="0">
              <a:lnSpc>
                <a:spcPct val="100000"/>
              </a:lnSpc>
              <a:spcBef>
                <a:spcPts val="0"/>
              </a:spcBef>
              <a:spcAft>
                <a:spcPts val="0"/>
              </a:spcAft>
              <a:buClrTx/>
              <a:buSzTx/>
              <a:buFontTx/>
              <a:buNone/>
              <a:tabLst/>
              <a:defRPr sz="3200" b="1" i="0" u="none" strike="noStrike" cap="none" spc="0" baseline="0">
                <a:ln>
                  <a:noFill/>
                </a:ln>
                <a:solidFill>
                  <a:schemeClr val="tx1"/>
                </a:solidFill>
                <a:uFillTx/>
                <a:latin typeface="+mj-lt"/>
                <a:ea typeface="+mn-ea"/>
                <a:cs typeface="+mn-cs"/>
                <a:sym typeface="Helvetica Light"/>
              </a:defRPr>
            </a:lvl1pPr>
            <a:lvl2pPr marL="0" marR="0" indent="160753"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2pPr>
            <a:lvl3pPr marL="0" marR="0" indent="321507"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3pPr>
            <a:lvl4pPr marL="0" marR="0" indent="48225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4pPr>
            <a:lvl5pPr marL="0" marR="0" indent="64301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5pPr>
            <a:lvl6pPr marL="0" marR="0" indent="803764"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6pPr>
            <a:lvl7pPr marL="0" marR="0" indent="964518"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7pPr>
            <a:lvl8pPr marL="0" marR="0" indent="112526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8pPr>
            <a:lvl9pPr marL="0" marR="0" indent="128602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9pPr>
          </a:lstStyle>
          <a:p>
            <a:pPr fontAlgn="auto"/>
            <a:r>
              <a:rPr lang="en-US" sz="3200" b="0" kern="0" dirty="0">
                <a:solidFill>
                  <a:srgbClr val="05A768"/>
                </a:solidFill>
              </a:rPr>
              <a:t>T: +44 (0)12 3456 7890</a:t>
            </a:r>
            <a:endParaRPr lang="en-GB" sz="3200" b="0" kern="0" dirty="0">
              <a:solidFill>
                <a:srgbClr val="05A768"/>
              </a:solidFill>
            </a:endParaRPr>
          </a:p>
        </p:txBody>
      </p:sp>
      <p:pic>
        <p:nvPicPr>
          <p:cNvPr id="9" name="Picture 8">
            <a:extLst>
              <a:ext uri="{FF2B5EF4-FFF2-40B4-BE49-F238E27FC236}">
                <a16:creationId xmlns:a16="http://schemas.microsoft.com/office/drawing/2014/main" id="{9003D41D-8A76-4ECE-806C-5695B70A640B}"/>
              </a:ext>
            </a:extLst>
          </p:cNvPr>
          <p:cNvPicPr>
            <a:picLocks noChangeAspect="1"/>
          </p:cNvPicPr>
          <p:nvPr userDrawn="1"/>
        </p:nvPicPr>
        <p:blipFill>
          <a:blip r:embed="rId2"/>
          <a:stretch>
            <a:fillRect/>
          </a:stretch>
        </p:blipFill>
        <p:spPr>
          <a:xfrm>
            <a:off x="9113277" y="3802567"/>
            <a:ext cx="2502116" cy="2493449"/>
          </a:xfrm>
          <a:prstGeom prst="rect">
            <a:avLst/>
          </a:prstGeom>
        </p:spPr>
      </p:pic>
    </p:spTree>
    <p:extLst>
      <p:ext uri="{BB962C8B-B14F-4D97-AF65-F5344CB8AC3E}">
        <p14:creationId xmlns:p14="http://schemas.microsoft.com/office/powerpoint/2010/main" val="184624268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Straight Connector 10"/>
          <p:cNvCxnSpPr/>
          <p:nvPr userDrawn="1"/>
        </p:nvCxnSpPr>
        <p:spPr>
          <a:xfrm>
            <a:off x="623392" y="903178"/>
            <a:ext cx="10992000" cy="0"/>
          </a:xfrm>
          <a:prstGeom prst="line">
            <a:avLst/>
          </a:prstGeom>
          <a:ln w="4445"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9303454" y="383107"/>
            <a:ext cx="2311938" cy="399288"/>
          </a:xfrm>
          <a:prstGeom prst="rect">
            <a:avLst/>
          </a:prstGeom>
        </p:spPr>
      </p:pic>
      <p:sp>
        <p:nvSpPr>
          <p:cNvPr id="2" name="AutoShape 2" descr="data:image/png;base64,%20iVBORw0KGgoAAAANSUhEUgAAAPAAAAEQCAIAAAF2A15lAAAAAXNSR0IArs4c6QAAAARnQU1BAACxjwv8YQUAAAAJcEhZcwAADsMAAA7DAcdvqGQAAO5ESURBVHhe7F0HgNRE90/bXm5vr/fe+9F77wKKKCIgKjawF0QFFEFUVBAVGxZQAVFp0nvn6Nd7732vbG9J/i+bZW+5xoHA5/f9+bkek8lk8ubNm1cmkwlK0zRyZ4BZ/+0ZTCYT/O0hNTegWqfTWVOdQSAQWFOdocuqbZX+WtX8cmk9FNIMDjd1VrirG3TOEHtiod5QHudzX6fgi4X3n3333cyfIdNnzbiNV7axBaCwXq9n0/ZoT7V9pfedfXuCY9iSlgGQVg4I1SN0Q12dt5cXRVHTt7x8rCKtedFJtiSLduRfV7WtXhxFCtSGQBEP0ntrW+FvL0ehjDILhIIjMSvgEOVgo68uPv9LmshJGHtfCHONBdfVDlXboNVqlQ3NuT8chQRy4Oovv25+9Y23zCZz0rmLla2V5y9e3B2xGIo1ppZc/mDrruC3mhtb9QadVgfFraAotiYGbbxmSeZcXO47WvzWe++pBoc+NP2Blcvfpc1md09XY5PJw92dLekU548SqPukyMLSAopCmq6UQOaDD86Cv3q9zmg0WkrZGELT0BfI1yGc0EkoV2Jy72UOmXLkyLEDbgUDXKKiFfLok5MQFD+68SnLVQhNUaOTl6AoqiquOzv2q4mFKy8rsvNUVbP8R0Mmn8+HMtaqrVxeF4QInBB9M+oSY37wr+r0+ucPviMiROsf/6S4utDFxZkjFzaV1xuMRook4+PiZs56Ytufm8xm8+bSw0pNzRfVp88N+1zOkVg5bmELw+Vjx0588slqrc6orS/UNpapVKqj3yQVXChrrlYeX3+BZWXS+fNDL+RCYte+vfCXNJnhL5D11NkPvf5+xHXXdJbxIEJQJ8Nr+Af+Ojs7+fr6ILQZEXsiQhfIwQjMqDUVX62EdIWm7nRDOo/H8+EQcDh2+DDk2wjDl0GQTk5JeRQZnjLgq7Jxv92/6XnIYcWcqZrVDCEhwVOm3IdyuB8W1MIhAxqpK2hsrmj5ZOcqDMP7ysMg72OxmKZo5LtohDJzo2ZAzpgWYqvAWS4VV+oad85eZ7mSAVM1juPwFz29HMF5Ay7kflDb/NPPvzS3tPBiKPgJ4pGlSxeqKhWXZ/8AxVz8ZCiGQoI7Zb0xcyskGodHL5FzjBTtxXdaXVgHOSyYboR+YAlHDr+CDnmPFjhCctnyj5a9+zYk+BimpyiMi2+f8GH4qqlSH7mPxB24yZRHkJqaGg8Pj7y8gsNHj480eDwkE6iCPSqGRjM9yXSipRtt2LN7H/xNS0+Hv8A1GBNFjeUgbeeSkpx/nBa29VHIL9p+wTZSoBu1Wbsh0VqnyGxoggRbp516QtGjvVamvf/XqNEjoLRGoynXGi80qJRmylPk0tKqxHc/3e+yYobvMCjrOiICxTAQYfgzc9aTiEdvBMPf+3RVoIiRaBbWqln6HeN8Gnbnwz2EQiEvKCzMyWF4VrnXhQKlSsUTSuL7Ddk8Y8pT3hNHJJfgfM6C518NOzIv7PC8JV8vobjSrIxMkGeoiu05BizxAEvjtFeuXr105QoI9a/FNT+W1vOOpKCHkrUa1absvecuXr6allleXgGdQ9MUFPbb/ShcCH9VSiUcrl//I/w1GAxshW0MYYdQVFQkr1ECdx4nwhKEhAGEH0SdInk4d0LycoRk9MOX2Vs/T98EifdCZvjtmZU3+qf8wkJe1em5LuegEi6Xy1TXpkMsYIf71W3ZE0XL6yZsLa+oUCgU7Kle8fFXU1NBObg4u8DgSklNZfMBvRIS3l+5auk7b0KapY+FXTdeO9FreiTUO//i5/v2HhxUurKf7mDvnCXJaWlwqqioGP7W1tWhv+cr5u3r07v32dPnYVBTZrPtchuuqxoAp9kS3/Z7NSUtQ3v/X0wuxhQrKSkLCgrMLyhwc3VtPFoginAlSfLlV5iRvWzZknb1Aq5jiD2suvAaUtPSmpqbnRzlXt5eTnI5iJ31RAdibWhPtQ0W6q+7xlEm4/K4KHJdpe3K2KPLqlmwFwNASNkcnMCtWV1XyuIGVf8T3Ku6He5g1SjjI9wZdDlk/jnuYNU94jUYT/jLDn3QG5a8G+MGVLfTJPa44Wi8sXoSnc3loujpWL8YSZvdswGcHsyiFzuik1yo1Fbv6WbNFAfRSg/HoellAh538bL3F6cw3ohNSYG5shVuh+uohrR96FDSWkESbn1SS9w5eJnBrB0SnpqeHh8bC6f4HJ7eZGCLXQMqEFzXrLaqoVJbOk2pTXAQ4jjn1/IGCfhKNH2fh6yuri597Hrw1gCEI2/EqTfzz1QYNcbo8Yznx8K+A9oYwtZ7etza0o3nB6SUgrltNqvC60sLmg99XfKpyqR1c3MDb2/QtmemFHxIqhlvy7+3h6cH4112CmvVVn7hnKFz9m4sP9k8IBiOxAifhxEz5cM2BL2kadawrh6EBExJaC+KcgXEpRk/QfqRWU9wLB6sPd+tDGGzOMcWoaHjTIff1M9JKm+sDvUMUKG6ElV9ON8TJw24QHwk4QPLVciYlCWZmVlRkZHq0gaxv8vm0iOREp/ezpEkTdl4wlBt6zpT/m6UI6aNGkiHePpf3JQxc+V84izFIQicL16TtGVM8hLXX6Y6/TQJOA71Hjp8rMrQDIWXFfw+M+WzRRnfQ9pGOFM1S/hX677Fns81iL2ROcfg8PIfWRRCve31cvzU8LLkmuTU1Ff7z+SgyC6B68VLV/8uPHWs4tzECWOhZItBRdGUiTLHiNv6E8AwhL3Pjh07ryanrPxgOaQhWkn+I3fkM/3UTdqru7P6zogWEDw9aYTCva4UX+0diKwLho4BovJG7SYNOjONxsfH8wiuzsQwgOVJm4RMm/bAt+NnfZRfwzYCmnxi/cXL2zKixwYL9z7ybvpGyMNwdL+DA7ptOuYaxTppAHNw1HdceWZ6puOq4WwOizaqEa4AMRmEp7MaB4QpGxtqamssBayofmwXz1U0+uhCDMUojEC+CuRO+c5Uk5XCHQyOGYHQWhM5KbMyXsT9ONi9PdXIJzJU26gdEnH2xAlvby+j0ZQQH/8O4jiolQcJkZ+c0pvAo37l9bcYehfkGr2H58vGQoh3JTl5Z8UFulHz8fbzOoMlumABVINfz/i/Fix44dXJUx9OTkmGpoDkuB1LPVejgDIGJjwwhO+Y9cj2xdaiFkC4B391Z9a01isMZuO7GcVwCOUBbQyBkMDj0SgOX+I0M8HZyQnGx5l6pauApy7MiQiPwDM2mM5/vmzo666EaK6yb+orf469vAQimikrXjjw3ncmdfX59FKjwTBs2BCoqo0hbIrUm/RZysrNV0xGY3l5ufB0zujsyhhnhxJXPxBrTJErnfrNB2WX34qeNVnA0bwTF3TwsRU5G+Mmh4HY6TDp6dOn7esFXDcaAdk5OWGhoWBWnC6VjJUKnvJ1TeDj5+vOjvHqKxW60BSJgghaSoYdfiJa6J6iqSofv1mj14LiBocfbJCtams32o7dxJ5lV2oVTU2X4v2PqXTTM0shM0Dim64oQsx66MBjx09B4cysnLyxGzJ19QSKA9U8kQzbPMa+XoCVagAbPWqadGJnocf+mTUTfgfXnz2bmJDAwzgGysQeVlVX19fXWy5CRCLR6wsX9/r0wWUhTORrX3Wb8BEEASdEcgFozurxWwpay0+JKhLlygEeBhrBYCiCILAljUeKQ9x846Jj/vhjJ2iSAX17fxQ1G6i0rxfQRrUNLN81Gq3MQWpqreY3ZRkcw4saDEGBASASIKnG/Iar8zaNvroYrCJcDmhXKYtOqmZh61gbgL+go/38fMQikTXreg60Q5dVs7C/AdQLhdUaDVt1N5WyuEHVLKAM1AuDE4I7pVIplUqtJ7qFnQ7pGlAv/GVnlHqOHlV9a7hXdTvciwruGv4p0ewIhURHldMOrI8P7jho2LbpqVvCTRPdNttoB6hiV32rH4eoN1MTXCQ3VeMNlVxH9JTorhhZozcFXSpSDQxhq3k4p/KESt86KIxCkL37D27cuBnczN07t5rNN44Huwm32uEGRHdFK1jg0MNPbEh8VcoN6JdW9rKHLENjxFHkIbn4mZJ6Py6R2TdYazCA5Oj1utKycqgH7hMfF+v86Sj122dm/fnmT9OsEUBH/CMDYzQa7SNmAkXlZ3MNFK0aGv5l/rYzirR0dc3eAd/0Ti2xloBLwLgNCudgaHp2dlBgIDCv/K9LOcv2Yzhjm4efXch1ELIlISg693MKiqMD5sSxOfbonu7OibZn8Onxa3UVraGvj74wPnK2p6OZRg42KhsO7oua2vuvjzbNmPEAuD6vvLboi88/CT4414iQV4avq8wpAbf4+NBPzM36qYUfKdLKoB6nOL8rH/9Z82t6/+3PQEx1YVO61E0C3o5PgrvU1dqSduiK9PYyZDSZ2omEtqyZJsmQ54bP9XUGtoPpnezqcPHylfqk0gLL3GpBXsHaNaug8WUTfksf8a0Lz4HD4QAjKY11vAK58GNSEOAiSNLkb+AvP4aOHBPAr6yQugmP9lnJ1IsgDz48W7jnUS6EGxYAJbaw0B7tOd1GMWVCvmcifCbCIk2Me/piCURkoK6Sk1P79OkFZ8L3zdUoTEIuoReYy6ZuYQr/1AcxqhGuCH36KsStlJEETjP5FuwOW4xiyOjkJcUlxUGBQXDrpBnf9ft1Hi7kAc20mWK1ZztCO/K7jWgoel0Dvo1g/tIU/7HD+t/GQZ+gTuH6+7eClmUcX0vB+3ctdDVznd3lF8SNuRM2FhUXObu4SHEDc3+h62VVwQDnKKacBZSJBO+ruqamubkZ3Fo2EyNwtUottJD1W8mR9wo24ShOoBj42e8EzXgqaCJbDGBP+nWcvk4wLCEhyhNDkgZOU2bUKYIhGgwDjoNExk4Ir8qqbapo7fdwXPbpImWNasBjcdCYktLSN996F676a+uvGZmZMdHR7C0aGho5PG4zrgsQuYF/913K9gW9H6qtqW9qUoSHhzXrle9m/fTDoLezW4p1Rm2OsvxQXcqyiLmeAieGGBQV2DmDVqLtyf3gg48Snx7/V9nh3wYuLiopbVI0Wk9YEBsTc2lLFkagNEmbTeTweX05PEYET/xw0clXFjLUFwgC8YRKs7KzE6MiP8qvheDk9SC3+c+/HBMTdf78pS2//QRFbMzKy8tnidaYNUoTM5PhwJOdqEt5KmQySZmNwK9rsDG77eJ24w8g4HLRY+k8DA3hcS71DoQcVqaBaMuwQaSuYkdPh5KrFaDRCB7R+6HIo3XJlxW5XkKXuQFjITaMCA+HWEvdpHMLliM4F1kXxHtoK+boT9WlG3bOA7UHQTgQ3ezq2Uih/gLe2sLKH2P9W7UtGoOm3y9Pxzj67J/LzKsAQNxZ/xtg1R4dKQb4nMneGeP3hIuDB4FrzcyDPx6XW1NbO2BObP/ZzC9ybKBHtNPAufGQdpvo/Niz80e7JS6LfzzqG+uzIQxH03bnlVxkHq2i2x9GOQI6d4/um3jjgVdxl3DmISyCmMymAY7iZQVVpc1N2xUqLoZmJOf4OvtufuxPh95LPyixBo4w5EjS+vCxE06jJ5fSGZuQ12oZpUFTzM+CD8//rNhR+PlnHz196cvv+7zIZrZD+ke7vKYmisTioxPXBm2fFR0ZMXXazNlrnp7mY5l3AWav9UIIPowSdMRKOuIhiGddnJ25XG5JSYlQKNr2504Onzt70tSzY7/ieUiGH3kNs3CXpGl7Tnci01YcegkZ9yX8C4HxrJnTW5WqEcOHwiG4B5lZWeCsQSIuNhaqEZzJNQ0N/7Ck4c0AV7a21Mz0hJg4EI/g0GApR6inTHCJvZsFsSyIWVxcnLV8WhoYI7Va/e33Pw0c0E/z3GEEZZ74BF98J1wiDDmanD6IUWWdyDTAnvTDMcsxDibwdxy884WWllYHBylUzVCJoqAT4K7e3t6gRiorK8AZSoiPf/PKd6/Hz7xYnba25Mhn0ml5joqfUvc38JRzPHp/X3k+f9LGE0M+GXXxnYOR745NfVfR1NTY2KjVav38/D786LPMKfghaSDtNwqReKDnPnrs58qxY0YVyxRLJ863UtOVyrN5GhgXPxy7/L7MFUDfnoglGJ8YmbSIZQb8DYuOPdWkfjCv6nkPJxCd9bXNuYmBTSazuSQfCsDF+i8CHN8sBxWZ9FbUGz5hNU5CjIdkTtzA1MzjUAYT6C+Frok1gRiCuvDlNIqQkLTMgaCkUW9GXnntzW+/XmuTB0CXehpgY7ZJY1CcLoAEimMOw4KgN4EwIY93ulm7rLJJbybjeXi0gLdVqcNp+tcwz0AJv6Si0svTU/91dL5CEOqoLG0VB8X2ah34ESVx2FbVdECpPZAY9MQzC0aPGL7EcU/l1D+g8hGHnhcRvExtXc7oH6H3QDudOXV2g+zC6BK/eY/MsRByHbks2hMNh52aexbA6QJXvzVVzb4C7u7ezIT2yEv5SUptdmKAM5eOPvjswcEffFOwM6+sYs/0T1mV19ioEIuFK35bl3c0PW5Sn6VzXwIdfrUp51LtpS+rz4Dl42GEgTIXj/0lKysrOr43vdYLcwykZp9EKGYWFQwweDKWm7ehPdEs2jQJihZdqPTt5X7xt4xBT8RDTll5uUajiY6K3FTT4mzXfRPcHHx3P/pd/AsERlzNSV805ikb0c7OFqvWBeAWFZWVYNvBdjLH64KI/i+ag+9HZP4decyic6JZgIjbVv4Anr762dmmnNwxP9MIXVlZ5e3tZT2B85C6ZMQlJjs7Kzw8HJRUSmoq+Kv2RLNDAuPgrWlVcIUkwg2IbVA3w1CWC5jpn4ceeQzo0L0Rva93+6f6nQCI7gZANHCdmdy9hs8zt9Mm6o8/d5j1xj/yjmg/9aYy/6KaSgwbRuvqi9gp4L379126fPXCBXBgkysqKusbGqBzdgUuUlTXX/nor90Ri9UqFWjA91d89OuvWyDoZGtmAd6o9d5doztO28NeG6ZnZIJYSCQSf3+Llwwmw2LbwF1OTUsFjgKngcdHjx2/b9JEhaKJx+eJhEIQA4xL0CQFP6ZwB9yAu3bo6UQQ1MiCx+PHxkTHxERbKQaQRrAWzM/isJaUlMEPSgYFBVI0nZefbxN8ymjuSDFbLcB63APc9OwVhjETuzaABWYT1tMIEhDgBz82DfIdGhLCdiVbDKJGNmGD5eTN4aaJbgcYSWzCSsG1aWU2BoE0wSHAzWIzAT2cJOget6GKu497RN8t3CPa4ijb/rIWoId24KaAGo3tp0D//eipRfxX4b+S6P/fAxF6jB1/AAgj7B0s8OOsqduEfyQebIANkUWnzzTaASw53AvCeNbC/xPcOtHtQoSbgs0VuTXcNNH2/c4CPM8jjSoZhhUbzQ+5OdiFYDfGrVF/c0R3FAMehmao9H1TS1lSjTS9PsBtlhezwL6HuAW6e0Q0ENrVYOKi6OCrJYdjfCCNoYjTxUIDRef2DvQX8ac88IiHu5tSqdz8G7O87IboOfU90h5dUoyhQRcLQkVcl0uF/dPKRmRUAAOA9xV607sfrMBfC3V1djY/55eSmg6F4U4kaXppzwcY+k9VVnechlNdzYG8nvb12ebc5JFfO5/NmeYkqTcxUZQLivzapAGi94Z7D3GRgKKAuAYCSqgH9GFYaGirUaXQNr12+PMjj68nr+nHdoAoAaIb60EX6I7ojmPORFEcDCMpMx/j/1SwdXtjyiX6Mf21CrIS/AMEPP65vIr+IQ4cPDk11dfHx9nJib0FjmHjNzz9/ogFAY5eThJn9pJOcUM5uQmiPy9reMnX+bfq5se9nAIPz5URQje+QyryuI1ogDuBL/SUz/NlXlNgJjr4nCOJKyi1kaZox4H+fX98nHkzx4KM/QWqBk3UuGAHd+YJiT1u+Oi2c6I78hjAQVHOySzj8CgzTUOlcCGOIn9Xt9iuRzH0AXcHIzORwEzNVO5Kznl/P0Jaz6MEiqDouKxlpN5EkfTlrRmkmcJwbMCc2E751umEGItOiLbXFWad4WjihxiBjc14z+lsnnpoBOdUtmlUbIGyIk9dOcwhlkMQu3bvPXz42Fdffhp+/BkzTRaP3qhUqeTO8sOxy8ecfUtb0UgDsRiqzK3JeG83TdJjUpfq1cbqjEaT3qxWqHtNtz7p6oiu5OQGA/lEv1UTU95FLZ11Ls7vQL0yr3cgtLLFrJviM5gts3f3gYenPzjj4vLTQz9GaKSsrMxRJstbc5g9a5EH9gd/UBREm0fwhByfeNeggV5Acf2ZPEvBm0B7okEw7BVc798eP9TvQ7cpUQUFRUFC3igXiZwD3YzUni+eNGU6FICO2rDhu5Ejh+4Y9IHeZKqauIVdcNCcUW6pAHFKCHCK85fHWGZCLHdDUbRF2coVcgg+cTj+fbcREflfHoH8b7/7cfWWn4R/P8QUsqAdMTZcR3R7UW4tc8yYN/bDyvhVs1KbCwRcTnJKioDADEbj2DEjt/3xG9QIukzRoKiprYWfUMOpqK6SSCXWy7sAyHRVFTMNCS3u/9czB0OWhr7MLOfFcVyqxUf/dJ0b0Kkfdh3RtjebGKwLRLaMR1pL6PLT1Bf+DwUH04hVs7LGgo9z448sUGOmXsdf5sp47m5u7p4+7n+Pdd81ikZti7fbBgwFqpxGgl8fCWkgBboIJTBpiPvIC4vOPfg1ZD6/4JkF858+fHi3pXh3uG4gtnFaXY38OoIb86i5MRfRKwnvvsbM35H5uaDI8vIKo3vHvDJ/oeSdqM0j3g/ZNaf8wd8DNs3eHbEoPi4eP7XE7DUI9R92acFW5dVqa20WgHD32TRXFuWTkprWKyGestz3QPDS4efeMDQoZdE+ecqKS4qcwU5RF5tzQyQ+veSh7IUdh2Mb0dfJxtVvkEtfITTJu3+D8eQKuqUYQXFkQV5KSrKT3BmUkUgqnHlqmTq37uBrPyXseXayV5/VfV5KSUmJT+yDKCsQkevPNWef8R/JUsYAxMhEgqIEAUuIj7fnlEajlThIilqqVCbVw1c/Zl8++D5mAYZxB7tYptk7qL/2A9GKXswrYAyhOJc7ZBGTuAZfX29PL/fsHSWuOaSDgfPIqgULqydMyxgCcQtQk5WRauQ41lTXPiRJUKiamhoUqWAYk1NTrqZAL1VWVYH+Boqrqmty8/IfnTMPBmVJaQllJi8qcmZcXTXffZATISRQ7NmMb4o0194g7YAuiAblFMysADDuedZ46HU2y4ZzG5iX8v5Yun6x7+vrxnw4OKw/zsUu/5EF1EBk8OyCl5NT0uY//2pxdpHMwSE2Ohp+cbGxnh6eeik42wwj1339vVuAR0hI2/p5ijQaKFOce9zfg99/zn8ciD8fa2NtOytjHTH27stX676Fv97ewx544Ssa+pq+tiLI8ugWzAROYCOe7scqYJ3SQBrAGaFY++zr67vhR+byUSOH0wg9KaPcTCPH43zNCLppyx+Bk2OCQzxNRpPDI/5ilL/8vcVMtdfAxThPJn8FCRzFxrskEHbRBIiuvWRbOW00WF80AbF7/dWXvw3Pzs3KQUhjSkFNSmG99ZeaCr1pqwqoH/Zkn6aKltY6tTULQYC1bKK0vEwoFNbozTvjA98raYTLLl66sumdH5lH/xzirZjHgXn2km2mqZ29397Xd+m+vkt+S3ijr2PETP9RbTezvF9jTdkGov0o3LFjJ/w9c/bcF2vX2AJsFkB3r14JSb+kiZ1EBq0hcXJUzqmiXlOiTvxwEdwJv4e9D9dcMVHGxwPHFxcUR4SHc1DE4Uxuef8QAW7hzq/DEY3dS8UTvkUCRoCjAncxUoiMw7yACgODkQ2CB0YoqTw1wZ15BxrQCadhdLIJwLRpD8Dvyy8+n5lRLjuXJz6bCy6y9dw1qBUag9rYUKwgjSRQDDmDnoxvMDQ/ETjupbAHtWYrV0AbJ9ECkeV9GOSbMERVxZ+fLHitlJM4z3KeAdiUQQrUEBT2Ey5r8gogaaqqqbK0oQSksU35XA8r0RD7sQkbCJrq6yjZE+W70sMRP5VjzWXBCDMjSMWXK9UKLYdPBI51d/125tyrX1do6k7Wp8u4Vm/z/K/pBI8483Mys7QDxQivvoYfBiFmgznzD9tQAY6c6R9pMFNSAXdGemmdVrF1ww5CIIBh1ssjnC0DsLfnDNH24mIDiMVf9c1GBK00wCiyZgJADPrPibX9BjwWB06Pq6vrfa6RacPX+Ijc+F/lYhyrioTWVWXUJU6zLIeCmzlHcMImQwJ3ieRGPYKI3SBNYviQC9k8k/7LMmZph7fYTSgSOvMc+1zKX1SusN3Z3p53kOnUn5HE5xACB4XSrNN4XywEJYBQtGFkzMJFSz7+8H0QQfsB1A4tH59DdUZNaWvIztlhQSFsSQ6GgweN/JCAmPWc4UtQkRtVcNCctxeslVargREJyExP6xWfAM2EuBgMPkFgi3Jr+CiyLNSDvVkn6z0YD5ptSsqPSOIzCIfHcAlE89oKlf37Do2dOkaA8iaffn9NzBP+Yg82vx22xy0eu/NljKSPrfp96k+vrvzoU61W+9GK90lWGHY/jlRegBHGPMV7qQylSTbAgTPAi+NHTwv5/PkvPHOk70pSbRp99R2ugPGFSAuF9gOxE+0BmQjOQbO3Ib6DaWaxFvNSgNaoE3IFs+c+rdVpt//BvEwOwFF02NXiDwPdQoVcOZcZbYeHr9I40I6UwGPNhPDQsC+y/3o9dua2HTumTmakwh4YioKtZE16QWFhaHBwkbo6UOqd99lBt8HBVafS0wpr5j8yeKGn8/IIT4iGerKyBkVLj9D+o3Ec+3v3/rNJFz5euYw9oVKpCouK4HoHB4cAf/9jClUfqTDySlH1wDCcIEDyNHqtkCfIy89PiIpVGbUEhjc1NZVXVLCXA9g7+nh7Ozsz4S10RW1dXWBAwMefrIEzU8iQ6j9TUBzfyGt97dCKaalFlUOZAA+UTCev13egmwEQsWz5R2s++wikB7x76E12cQ0LM0UJMXR4csnBeP8LLXnnfj7k3z9sXOwgkUj08L73ivAa6LP6ek3N3D9APDAuTpmolrRyWSwzs8MiNy9PKBCAHWW6l9QhHDGp0zKuFZ/L4eBvZFeuCPXk4Zg9xYDOiT5z35eGaiVlJMflLMMQuAaDuBHEDijW6/U5ubmOjo5yuby1tbWxsTEwMEAikYQefWn6cad5bz/tQzjxhMKA32dHe/q4YoJRHn28hPIRvgMy390p8HYMnDcEzHh9Q2NDQz0ozZjo6J05Z4I8POM4IkTkglZdxANGnjt3zmAwJg5MFOPW+dV23mknRKcu/LPxeAGj5kAZc/GR599iMi0BdmFhIRC7T4u4cQmMS+iNZj1JTnYUgFBGR0VDt3B5vKZPAgQ84pHioOg596t11LeDXzxUdW6Ed7+D4Usn5H9Q+N2J4GeYlWPsfbdu3b7r7z3UC+F/+QyCQAkG6O5KD7mjDKK7hMT4uFirawrNs5/B6YToY30/ui9jefXhDF29MvvDA2PT321sUDhKpVCuqroacXJ9Oq8mTWtYGOD2UXEtjI4rvQKERj2MAolYbPi+NyULchi/kpb6vPve+N9CfXhy/Ku4+SO8+rK3QUGFm6hGy2uYAA+BS0ZDfphTANpcYpb64pQe4YjefGspCNh7SxlmsWg3E9JGNAC6Hg4BF2f8wBHzm9PBxUOA6OQrycBmYLZjaES5zqTHic9K61Qk5cHFZ7jLzzYpJ8pEbtXFoAr0XwaLI+838Z35ZlVr+l85w7YlxMWKz+Q85CYbLeEHlRV4eXmGBgb7H5j9YuCkL4r3CjFOq1lXPPYXuDvbmas++UyAc15b9JptRX7HyKWNfAAoefgLI2zgzvm+T/WPXjE1+oOpTGxnATQmT6kfl1UxTC6+qNaZSPJgi2aCq8OPda3eAi6chTL8V8vqM/brkzeknzsI9bAXUggaj2NlenOFrHnjli3gU+hJ4wCXmM193wzgycEjXZVrWcZsQf4EodtDzIYl1uPOcN0528w+jF+XgaEKP6zJH8/OymYzgQgFSflyCQcu8ZRcnGs0gT/hyuNYpJ8udmzaUXp8T+lR4bNXgXR6xjb+a+WsbTINjXgr0ndZmNdD4eOWLmJW+0BQ/MjFj2JkAVuGvA9Xb685Z7kDg59iFjzsM+btd5ZYjzvDdURDR4CmsB4gzGvAkRER8GONllgsnusjX+HrzDua+nVC8Im4IOOoOEizhd/O+uVSU16MNOjbws0YaWBsntk64/rKW4unTJv54PRZL726EA6BzUaaHCrxjz+8ILe1dKJL/InBnwJHIAxEvg5Gvo1A9z+3fNl77LUdZQPQvhd4XFCQbW7qpS2Z4Mfln6kAdgYHBV1KThnsKFrn7zrgQs7QlEL8aIoRHG6Lzw1u5Czf0b8U/T3EeYAWiLZD/MN9/Px9/IL9ej3Yj80pG/vr0dYCkKeHL3z0sNdwEUcIFiAmKgoTuROxs3n9FjDrUbugGHDdQGRhNJnIa37g1W3ZocMDMAIROwqgIPCDrT1La6rVt7ldTSaST6a5cGVas+6pK1+XTt2Ul58HQQAbe1sLdQGoE4olJiQwlBhV6KaRtLoePBM4dRNEA+wNTeruPLdQp4BIT/n+6T/HvjjecwDoY7Bk7SasHKTSyJBwI2lUqtWgsMCM2xMNCutqcjJb0h6Q7+/n5+ri8t7yD/PzizZvXM/4gxbw+Hx2SW9HdD5IoYm2VsZPCfMIdzbSJleu9GxTFuRA8BcbEwPUWH/+DqDXgoKCz1+9ZFU0HQDqLCEhPljiGcx1D+K4wVV9Ent9bzjXOz4RfBgokJySrlSp2Ccb7N27ohjQOdEdASKbOvK72d6jV6T90tzcjBKYfP8TApC8r4P5piZ+/RX6j6ngP9nYX1hUrFYza+UBIFHQyKPxH9AYfWH2DxceYXaEeHDG7OnKiAceehTSJEXGRIVHRYYZ7BbTd4PuiIbmotc/1KnVN70d/eily1dLCkqKRn1hhtgRxU0pv6De/ZGGDLmjI7giIKNZ2bk+Xl4lpWVNzYzlA45BI2mSujzrZ68ZiWxV4GqGhofyBYxxBjvy3rvvrHh/KbN0z34+sQvcgNN8PrMizXqAIMPdEwmc89vmP1Z89KkjT2oy6phgJHYWecr6IhZQnJ2bBzzj8Xkx0ZGtLa2FhcwLPLSZCVIhLKn6PTnywymQ89svP/j7+W76te1pHdwIbmdbftYNOh+I7WD/RBnISk/PgH9jYq69w8JMBTGjB7O8xgIeHwj9vv0HRo4YznjV8fGpEJ5YhiPwG0wdZexkyhlgz53u0SOZhtZDjRZO8KGRMcwKyLa3bph3j65pawAUAPHw9vYqLilvbrE6RiyA3x0pZmsGWI97gJ4ORBbAZmuqK6BoTl5+ZEQYNC8mOqKlubWouMR6qjPcFK023BzRAJYrACDLmmUPmo4MD7O1LSDAPygwgE3bw1rFLVEMuGmibQDKgG4A3Nu+AV0NEpZKUA7w15p1q7h1ogFAN8tU+AukgA0DpwfIYr0XtiWQD42wEdoT5XBD/COiuwJBEGxj7hDuCNF3GveIvlu4R/Tdwj2i7xbuEX23cJuJtjkebMJ+4fptxB3c/+XO4d7y+ruF/8qB+F/J6f9G/FdKx38j/nUSbbJbMgoRG4/Hg79AZLsl0SiG8bhcOEVSlG19DeCGS2v/U/iPMZp9jGY9uPPoZoHw3cHdYDSzJMNsRi0THhiGwyF1baq/IzAU1Bkz9cBsKnK7SQN2AwFwd7OZRFFmiepdE/87fhudTgfagPFSLZ+aMBoNHbnMwdBfK5t0JHVYoR6RXCo7m+twNndkcunBRpWepDZVNXFu06wPS4BFNTH0GAyGW34f6mZxmyXapmFZxcpmdgMMRb8ta4yXCkZmlncszeyAZXk/6UCUT5Ha8JSvE7soCCoHSQRAYAF3Ydd0WK64ddgIBjG/LVON7XA7GW3/2LGH2FjZVGumVlUpZjhL6vXmg0rrk7AXXKTH1Yb5rtLXK6zL2172cAzjc2Z5yX//c7vCmSxX15dsuURwOeGBwaVDubIjis8//sg+oOPiXKNlV2gMtWxFy6wg6ynuhEK/PaoDGtJDLqMIysUIwrIQGzTGQJnwy2rrDlMEhjznLH3V1eFFF4cALrPE81CLlj0F2FDX0sdBCNdrNVoHLhEpdZ/2wNRNG3/QIYYxrmF8y3obVswBkL5akSZfNaJV28LBiNhvpi8/to7AeiqnMCg7XVj5T3DrEn2z8gvMHXDihQSHIIrZ3Ux/tCV/f7+lGO41LL1Mb5G3KQ5CGylAlDuOfRbuQVK09HwBdMnaAFcBgjzi6ciWAbKLiotVKhWkQQCFFhCWIQ8F5I6OAh5/wc5l56rS01/YWaooi14/68Lc9aFubd/guimAMunJw9hucIuMhqu6etePBYz37XUts3Nr9kZ7j3Ji9jcFX8Ln0OwHnRNfCH4wXBrge2ROiNhjXdz7g9NK7F9Us8FMIw4YqoOxQlF1A8L21bfO9HQEVZqdkwPi5u7u7unhweoKZhUuqGmlliYpXMAl+FzESK0+9f2i4QsMpDGtOjvMOYDPbXsmBZofxTHwaUAv25Y43RD/8KnWzTEaCgPA4nU/vbW+QrG6qrlsYAj4Z8Bxl3N5II/TPWTQQIW+eXvVaQPJdJKcK+7tPGppWX3HUQpXjZMKn/CUpyq1BIb2kYGwo4VFRSDCEeHhzMI8FG1OL7/86M+YZWFrR1Am0ml4cN/1c0m7FTQojl75I8tsICWuYmWtCm4D1jTh/nCB9AbvarKAoWPxUG9F3/aU0aC2GC+tMzACdW3NPbPCgKTgYF9D6/Sc6vw+waGXCo/G+g5yFAFrjh8/der02UtXkh+Yel9UVERcXExebm5CQgJIFlzC5XFJM/zHOH88nNtiaGVpE3AEYNAys7Kgd2NjYiBTU6E4N/FruOmg358SBzAfZ2uHwp9OF/9wDgWtjyCSKLf+m5+lLdXq1cYrf2aNeX6gskFDcPGKzNqa3HqRoyBmYvDNDuybFfCedo6FFe0BLTmS+MGFmd83nys8/9R3Zx74suRnZlEdjqL3uTiU9wsJvVzYMCh0kEyEo8ziRIVCIXwwYMzns+nxvocOHoUcdp0gJD5euxZ4DI397bffH724fOTpVwvVJeWayujj85uMKkVTEzi87F6d2qqmpPu+wbg4QtHiAFe+XEKZSZBf9ge1QY7Y39nz8ThmXCCIKqvu3INfo9dEAcPQ499fuLIj48LW1Ir0Gt8Ej+ib5/ItoEeMBlHq3LGnEUpv5gZILszdGL/oQbf+IdJEZl+0I40q/ukcIY5ph0YYKFpwOueCxX8ATfJenyffjn4kvITf3NpiqQKAbi3YN2LO6BMnzpSVlT/22KNfxr2YrqqceGHlqPPLhskjXfmOikYF2CJG8FE097NDrKjaULr5fOnWS9d+zBsrALO6TSGpsutYDaMzawXxyMC58QMei4PfoCcSkKraw9HvH0n4oGL7ZVtnANh7wTGoO/hZc+1wszP53akOYC67o2J3YGZ3OMZmJVcqwGjszbeWrvn0o5dff/OzVSu1Ol1ubm50VJTN/+dyOezdgHb4t6WlNT+f2XURtF5WdnZXqokF6EeoCpp88amf2VcbmUXolxbz5e1f2QaU/nWxZMdFVWqdhVdMLD8uaxllNFdUVjY2NvZKTATRAXuY9va2+E8e1lQ0khqjNNIz5dWt8Z88RFvet17/w4bjJ09PmDauOFRnpslVcc/CX0vdnaAnM1mdWxIWXfYBxNAbByE6BbN/LxxZaqFosI/0qsVn9Ab9wuWvbtyyecYDD7azmfaPRsCbnnf5k5OlufIakdasc+M6HBq+Ssa7/vsOOBc5twopO474DEKGLKVJE8u4nkCa4KFOZzY+pgzmMelLmQ3jaBp0l6+PD0sV2BK30eH7A94elbyYJxfvD3gn9rNpNmZCr4NbpWlQpWw6CmSjh59DuhaDboTVhu4kuhMDiHGQDf0QbSMmdKbU9SBf/BnbUe+++h8H0y1llp1gKQQ8ipcqEJKZR8jOzgbzxefzJ02ZDiL5946t0EgYJRsL936cvw3Kvhw4fHbkjA8vf12rVB2rKnTliI6OXeXk4sTwwqhBtowh56Vws3/Ha1NMOdvppy6jXKFNogHAxE5nnsA+M6sVzZTP430iXp8IMgAeYU5uroeHh5urq7UQMxpRQ4vmeL9VKEUPPfmq0EtuXxsX49RoG7KVZQaTDuLMcFmAt9DVSHXCb2jgDSWgc0YDWe2E0Yq0jUjSKuAmJ3waihOUspIyaTh9F5hOrsDd41Geg6n4GK2tRz160w9sNhj0wOhevXo99PDsxFF9FMqWlrz6xDfHVv2UfHWMqlBbL8KJhz16jfQftTJlfaTY64+aZALFSidvTs3KgA729/d3rD1BH3oJc0+g6jOYVX4LchhGP/1T6/VvRdsD53EkMe4hL4yU9wpktnm1iEtmViaKYqCj7BuLcvBj/VYO3vcSuxO9WW88OXL1mMtLEBO5u/p8o1451av/41c/zVCXQ1mQ2kiR98bEN3ZUnYcI8+mgiTCC2Xps6D5w74TR3YV8xUeQgy8wbxKyII2CV4qYUZj5p/HEexaCGKBOEfSMXSyjQaLb5mhQRFWvzT5YtLr6awWpZPMSAqKuFGfgEJpzBQdf20DjDD0gIPkFBRqNBjwN2+U4ig0+uejjqDkFreWDXKKDpN5sfjtpgkOwLjU1NeCrwKEbhDbu7rZmggCdOZPk5CRPSIiD7oTCubl5JrOJdWk4GL6x6NA4j959Tr3ExTkPOcV68hx+rL2ouybIBsp0fsiaY3UpjwWM66i1oTb7pX326ITRQErXkT6KXPkKubSOMWcIjQeNw2SWXRhQ3Jz2K22yTk10yujaPEXppSqoAO4odZJEDA0UuQhAh7ZUKrNPFuECQuws1LXoW2uUfR6J4fCZS9RqNQQpYAOffvZFlUYTERaSm1cAUvPX1l+1Wi2EiFAVNEwkvPa9IRThcrgCoUAsFkNc0a5pEGo8M//lT1Z/IOEx5X/e+NvIEcMC/P3sGd1iUO2rSrrYknNYkfFKyJTtFWe8hS7PBk58M/3Hua591tWc0VNkpMjjGe9xkfJgH5H1s9U2dONcd8LoG+9aBQFWbQq95wlE12Sxh+3VE+ocQT+yx57R5Sm11VnMi6eB/Xw9Q11Ob7g8eG5vnpAZaJVZtY0VrUG9vIuvVjZVMD4fKMrEaRE8MTO3UFZW1tzSInNwLCwspGgaQ1FfX1+jidFsoAo66jew/k8992JLc0v/0QNXeF4S4NzG8T8YKWYSlUDxzYX7t729ObJXZFN1o5+/36I3XobIsB2j91clXWjJSVYWnxq9VqFvOVefdr/PcBIhD5SffShwrNvuGYf6r0huLpztP4bZe+J69JTRnYZ/QPry5StXrlwO1TYYlc9m/BSxo3nZ+0uhsOV8ey7bYDQZs7KygNEcLnHulzQoh3PwoY/3PvXz5aFP9Dn986XI0cGVWXWKspbR8wcc/eb86AUDjq+/yKoBB09JxKgAuKNGoy0oLGBfd7TUipRXVDQ3NTEf2UMR8dm8XmK+K4eIEPG/r2qsGRhmRtF5zzwPjuPQIQNPnDwDjheIP5CqUmu++/aHt996A2JPth4W7VQHy+jzLdmHFZnWEhZQzKvP5KqIxxEaUxq1z4VOMVk6r1N0ahuvYzTjhHcQcGD0+8s/iHhmaBDPrVBZKuTwz35xeM3qVeBUkCQIRGc20wLwivLz86yM3pgGt6ZIauQz/ZP3ZAf19xVIeCl7cggu0WtqZHlGDWmiPEKdz29ltiiAa4MH+V7m55spcqr3ILgF+IJf5O0c59ErSOIFzgPQHBkRgSH0+NSyoTLxZ5WNL3k5/VrXUtY/xEjTYJSYe1E0RnAQg9qc+SfdkIGa241RGol/inaJtDEa+hKcE41Zt6/qPNzXWgrKMQyhDRjuRAjHuib6r53ExQm4moMT2x5ZE+9u3W3EHjCCO071tVcdXfob11BZWbn68y+0Gu3PP3ynN5mPNKlbSWqMo8iNxzG1q+qae2djNAupq7jX1CidylCb3wDhjlekK7A7aUuKUWvlhUuQPGgAY+g0pD63pSxXXSnC+dN8BoPqAL7YGM1SDrVyMdRMW9/ItkLfiqyPQziWTzODHUNR3DWWbMhqM+NQ1cTvaP/hLKNh8IUEB2+rUjxXWGMRHchG1wV7zPSUc3g8UPd/pu87WpjEXsrDiPXTPxq/4ellY16ybclgQ1fBS3tG9+ThNLTtvaL6z2ubTcxMIzOzAVdA+BrJ51zqHWRrcFeM7gpwX5FcmHB/OEFhOrMxW1nqK3DZWZX0XMiUL/K2jXBNcOAI3QRye0ZXZdbXFza5hTkpazVgSBMfjGAc4cL9yJHXGDLBDfUbbio5Bgnu6A+NRxahQlcifIopY0s7RiOUeWIj+qSXk9po6u8kNZvICqNpfVWjnqLKh0ZDqAPFgH1gvXAM91g9tv6No0azoa3b7NCVk9fG6E4VdKcACSJOZtNjE9FDyfOcxGviAh1Ops9zkuxX6jJ6BwmvTUSwjI6JiSEIXN3YucsIIQNXQPBETGgOPKqsrH7prbf4JoyU4KVzXK8M/7jZqP615MgL4fejQKplBtnGaGjm+V/TveLcwKhCGwpPlw16MoH5Uv2GAUzUCkPYdxBZcoITOd2UvU3waolujR8neqYpfy8m86cU+faMJknzmzqehqIfcJWNc3NsMpllHGJQUjYwTDkm3vvg8687jdCm1OXEmZaET6+oKQ7w7be+pnmyo6ifTHhth7Tr0FFNtzG6S68u+Qfk/CqE3fQJhuHLlRD1leuM4VeKgeOQB/9DFfAXVEd9/1CW0RiGgpasrq6ub2iQyx09PTzb3bgb6M1GAcf6phaEFUlP/tR0gflip0Oc55Df52dnMNv2sBKNsbuwMKDBWlmTVeeRvx9nxA2UAPxFUSJuDmfkcsOGEZjEGxXIydpUqjEXebUa4gCQ0+SUFFcXF09PT1Dt8zLLj2ZnmAiuTsbs1QEd2Dg61oygX371raKpeeniNwkcG5Na3pvPCRPxQh3Es7PKygaEttOZgI7uRw90dOrPaGs5PXw5si6AmX8D0CQ6bSvtPQCUBstrG3Qk9de2nRMnjIOI4MVX3li7ehWMErAbEI/oe/Y+IQugSqVSZR+9nLP8wNg1czCw8JYtAVLe2cWfEe42PpplNMj4V998v+DZp/ZVn32/eF/ayNUka5zh7zehlrfdWNjaaJEKj17ItD9BaIDLaenMtmKg31g+gF/LfndBIpHk5RWEhQWbzWDxmTrZbwJAx31ZqshX66D0JCfJfS4SMA/2+Ac6mnmmyXgMyFf+yCtVyKn3kFLQepYyYG1mHUbsHCbQZO+mfBOd55aRmfXqqy8UF5U0NCpO1aWsnPV6K6l2vH7OCOp9vaBmbZgn6Pr1FYonvOTE9d1WeSAtbeH2Ab88bsZoAsinsXNzN3CnBXrP6MsymsCJQ3XJm9/8TiwRf/vN5+1VHyPOBFKXgtanI4SA9hmESH3Yd79heNXV1VXX1Li6unp6WPdQgUyQbhcXF41a2yjX/V15aZRHXMH2lAXPPHkkZjmzTyUjMExJHEUK9i5YW1IPXIBOEGFY5uBwaAWcAgUNapopdD2uY/QNnreiOCMph19GQyfT/qOsmRb1n5eXX1tXHx8bIxK3fRQWkJGR1agAdYkOHtSfx+UaTCYI9nRaHY/Pc5LLoQAXRR/PrkxS6XL7hRRrDeGXi1ITA0LFbVEsyFH6yr/zd1xWIYaE+/rHv/dAdhYTELKMhraDvEEx0DNgqYBTAPbCjoDyep2uqrq6VamEYsHBwfafsG1ubikrL/P385PJZBB/xsREgbe38qNPgXFjlT5Rr4yvOZwpjXTXVCuqDqbn67W7hkRI44L6iwXLi5kPVlcPjzJem5ACkQC5ZtM2XMfoLtW0PbSNCFcEAsIeqVTqz9Z8ufTthU+99sqn7y174aU3dm7/nQ0soTFKpbKouBhuAcbB28sLxiMjl5Y7wl8Q3+8rmt4oqVcPDTeSlORs/qYwjwfdHN5f8TGEFdk5efdPmTTtgalCoQC6p6CwkJ25Lsgr+LZ07w7jZRzBoCJQH6/4TR2BRIDzKxKJoP+6mtmBxgOAKvsmwyGIQkVFhVAoDAsNbTulbUBEbhYtj2Yu31XzF6NhAMB9XMi59N2Mb9R6Py7ocDpFrc8cEBYoahOOTuPD9qoDADldPeFGCYzUm1T5taAiJGFuGIwRit76x7YryalgTy5dvvLV2s/c3Zl5yLT0DDBPYWFh7F2hPcD92tpakCbbAIehIBOLndzcQLKADvALCQz/MX9vvr7x8z7PvPjyG5998sFP+QcmevcTmTksoxv0TYk7XowQewwJiKrSNgKvORq6v1f04qLNmeN+EFq6H+MRp8d+zvdy6PPj49UH0tNe/HPkpbe40rZPLEJvgTyVlZeDGQDCwsOYl2cxFGM8aHCDMrfQweORunRU5IoU7KcHLUJIE3Te2bPnS0pLE+Jja2UaPWUe79G346KcnobgLED9m0wd5jow9Ej0+8zeLACaFkY68z2k5la98mrN2PR32Yd1AKA7KzsbeApMYQ9hPDY1NUOkFBoSzOPwrrRqmnQQQTCRG5dHDJSJuChdWFwCbYbWghUC3hkNhp179/26eeubi17JdlKM9ujtQvKK9q0Nx7LP6uk3VKiTr28/L78WkypU4KqjDC5Cr48LdqxPeH6EV7+Kvy7lfnBgbOZ7pN58NHFl9KcPeI6PBYKbW1rKysqAxXweD5SDk5MTq0nvf3CmgMvP6k0XRaIUaboy5KNIMCSqaoTgobWpdMQDwMyz587DVckpafF94s4VXokQB4KRDAjwt7T4OtwcoztqajD37Ecj3UaFcuQiUIM8H0nxuiSOI9dYp+O4CkccfYNi1mcyxkQiFoeEMHuGgampr68PCgxUc/itJvJKq7afo+i5/JrLGj1rqYP4nK+C3DQmsq9MmK42DHcUZmRk8AWCiLAwG1VURZJxxxwtxStvwsOcdShlPtjoskHrDJ53yggPXaPZwUH444CXv8jfPi9g3AjPvuxVqqK6c5PWTSz6EOTjxNBPopZPdh7Q+dIZYP3veUcOnzrJy9J++/lqOu9vxH8EqsijoSptPWJUonm7yL6vv/Lam7HRkRmZOaNHDd+xa88vP3/XafwMHABxsR5cj04YDWg3gQfj6epLW5rOFk/OYjY0qEvKdxsYWrjpbM7KgyCbMFRHX36HNlOZWVkgO9GW2ZnC4mK1StU3MXFzpQKMxNrqpnS9cWe0/1QPR5DlYp0hWMiszfi9UjE7pxy8ofOx/uAUxUiF6ZmZYN+s/hZG6D/3w53DcNdoI813GPUG1K87tIQKf5Dc+yQ/cGyG/0u+Xt4uLsxHu4wk+WR2eZbBtNzXebyzlI3XtVodWDlfX2+Cxtz3zyCufd/UBpIiQ0Xuuwes4OFt5guYCG5feHi4wMI1qAf+QpeAyQW91ynHoAxrAKzHHdCJxweAGmEU2GZGmHnLtTNHXlh0YMCKv0PevjTv1z2RS3I+ZLhsAwSW0DcBAYFAB6SByxHhYT9XNMKtl1U0FhvM1JiEnfWt/KOpguNpYy8XLE4vmXIx70KrmhyTAET0TSvVmskjtS0xUVEQp8FIZyqlSTx4EqnIN5K0Qoe3fJWgXD+oRRRafmA1KGcjTZkos5EyGUhThVYnOJOdwON8F+J1VKnvd7mIw0w6rjquTPb28lzy7gqUi3NQnIviPJQwUWT2uPURQg8PjrSfxC9G4Dr13GK/Q3OsvpsFNpYdPHSEx+FSKPLg5U+XfrWqU9cNeNUxFGyHziWaRffzHu3qBYWTm5fHPhDR6fW5ubmJcXEH61V8Dj4hq6KXRHBlQDjvcDIHx5a5y4r15nMaQ57RBC6IdkxCxJmsXL2xqFegwkTGOQhBFOG+bbfGua1/v1p2+VCIQzPcs0wlAWENkCox/xGZga/5eHk5Ozs1GMyxV4qYpQEoMt9dtjzYffVX3/SeMXCYZ2/IAtPHx7k+Bx4FiQaLN91r0CcJz0E6p6Xk0aQVzde2KXLnSM4M/5L56hdFpWdkMJacz6+srDp29ARUAhfC4CA4+MsvvdBObzCzG511gD26Y3T3sx+lZWXteA1V+fr4wBADgLIGg0PJXTUU1Wg0T86pmucu+zbaf2NFw7M5lS97O6+ratwc7f+Ah+NDyUV7mlQGmmYZHSbCIg8+zS43NVmfFdFhHPdVbnOjYqOgZvtJpZTUVB9vH/Z7f0Dt7LlPG42mmTMe/P2PbVKJZNOvP0KmpQZm1n/QyZfqTSohxpkojzzcnFdvVJ4ftTZA4lWlqR98/FXgwniXhLVxL4Avwe43mBAfT9vpEwT6A1xSy6Jsa8413FCcAd0x2h6dxjJQe8HZMmYHXkaFoZ5RrmInIVshKxTOzs5yd48mo7lcZ1xa1nhJowcfTkbgUQJels7QYiYhXGWrasfoyW59BCj+TMj9jbrmvyoO1etM+4tTauZsATXZkdEuLs6fr16XOkxTqlJMUYWTeUpBL5ftWLqEx38wO3juk7PZW+AotiB5zaHGdEiwOQAI2YU4V00a3g15eK7/BCBdo9UWFBQEBwWJZS5MMExTROBoLHSC8fBbqFsMPe0Pxrm2qGxQymwlPUFPGd3p8y0wkqVXq33i3BhNqTXX5ilMenPEKH9mrtLSDewDVh8fH1dnp5/LFcPk4my1HrrEG2LZDgDBdxNwEh2lXrseWRgyrVhTPcI1ESTxSM1lOSFbm7anfu4foCs7lWhodkVFJQzzQYP6g3sKh+fOng8NC4FTHRvIxzi5yrLUlkIuiiXKw/1FnnrLJzihjRmZzIMVRpbhKrCcPw9ADC2cwNGIewyVs4dsykeez2c+29utJ9cp/hGjAa016qzDRY7eUid/WeG5cgd3cfS4YIpdqEhw2Yd1oCKB4zCKof1SqVQmldrvW2cDKHcYg6DuQNUeqbrwXPI6DamHASnEeR+Hzg3WusbGxUANXakOe2AoajKbwcbYVEdX0Or0LS3NbIDm4eHh6+NlW8hLMjPrNPPNz9oUxKxFvAYwk5fXcKcYbY+OTGc1FFsVH+POT1ntgHH9RW7lreUrer1m/3gNSrKFOwUoHEVTEwTELCttY9M+BO+G0ay+goSrq6uHuzv0HJvfKYAMhmBmBtDKAR6Xe9/9Dw8fOhjqyc0vmPberHGufS0PXKzoiS7uCrfCaABc1VWYDoBIulrbwMEIB46EixEkQkGb58x9Gpy2p5587L5JEyBTYWh14IqhEWjWH/SR1xGeFJcHk7WpiFc/5OFdGG0GJoIvFR0VBfeyZzQENSRFx8fFtmO0ZTM4FZRBcSz304OlPyYxXYqj7IpIiLZGpy7BCLxVpfo+c2e5uSlb11hiaPKkeAdGLZeKJVAGGD1l2iNs95hNZvztxF293jRYpRgFF86SuEXcIqMB3Tt/LI5UX3kqa6ORedZJvZAafN/48ae02duNaQRKgFa/Mnat7utwxKTlj19ruvID3udp1DHAfOhNsj4Deb6AxojU1FRmvZJMxjLa18e3pq4OvB2EogMCArw8PUpKS1hGs85lbGwsR8A9GPkuQiIJG2anPrmZRqmYLx/OemU7uNyjUxYDoyE4mDrtkaiI8CefmJN0/uLWP7fv37PdNkDtBda+dT1x4LrHrTO6HTp5YgC1Q/2WmRdmyOfkoigmEgm9vDzZs8xM94ZBiKaON/YTLOYRBDSMstq46ymyMQudewaVeCanprq7uYHqhIGcnZUVEhIaFhZSVFQENIeFhmTngObPDwwMBOlWqdWFBQVxcXE4j3MkYQWzA5zJ7DE1XpVb7TDAU3GsVFfWPLFwJWUwb9y4OTc/H2oAakGVA0lgP++bNN5K0jVAf3SveW4Wt43RgG6ms0+eOrNtx26QErBO36773F5wEHUNsnkcGHfrIXjQlAmddwmVeLGMdnJyTsvIJHA0LjaWUR0Qo5MUqzpS09J0ekOvhHijycQymqkZRVoyKq7O+43UgJwyD4HivnzYdUg4iKj1FjeC5fnqP5LfjridjAaAmAArGUGBUMqycBQygTsHDh6xCQiB4yNGDL3hfUHcWEa7u7uD6igE1eHrV11TW1ZeBoPEz8/fx9uzuKSYVR1qjaaN0TcPMAYswZDmcLi3avC6w21mdEf0RJV3ChujQXXkFxRmZmaGhISEhYYWFTOqIzQkJAcUSkFeUFBwXGyMTXXcLKP/ufLtITqfVLqNAJcIAOIMLYIEuJ83FVABDAZja6syIMA/KjKCy7U+PbE4JBFgEiEgAu3BZnYP6AOWABs9kL47XAbccUYDoIVgW9jhCYegSaCF7UwNHHYljMDc8DDrRzHaATJDgoP5vPbrr+AW7eqH3gX+srew0cOeuju4G4zuFNBUYLcNcNipvMPQZs9aj6+BlUdLgnk+zmYCmLoslbSr377MfwT/4dt3BCvvAJDAdn4CZNqk0iawUALYCnyFBBRgM/+F+Ncx+n8V9xh9l3CP0XcJ9xh9l3CP0XcJ9xh9l3CP0XcJ9xh9l3CP0XcJ9xh9l4BqtW1bnv3bANG2bS7JlmZDcFu6Y4F/J1BDZ4sI7uG2w/pY4R7uNP7Vw+1/CfeM4V3CPYm+S7gn0XcJ9xh9l3CP0XcJ/0YdTTILZpn9TazHFtgvYbU9OWQBheEsZoE169+Hfx2j7deVAa85ltdgjUYTef0WPdxra+Ps1/wB96EP2PS/Df8xRsN9DQZGQoFl2LV37btZvddDgFDbFiyYGZAohvL+2R7btwX/GUbDTbtZXn0n8B9fifCfUWp3mcuA//iUzt2QaFaNwqDGcbBvzIbq1hMdABqEWbMMhRCE+fCHNfv2ACoGjQ+1kmaSoikgxraS7y7gjjO6h2qXg6EFakN6q1ZO4GIOrjSRjSYyXiYME/PYDUfuBOwV+p3GnVUdPZwaVBjNf9e2unKJYyrdvKLakVkVzxTVntfo3bj4nrrWOrtN+m8v7ubM5Z2V6J6Ic3KrLkbCfyCj4oRK224JuJGmh0uEu2J8UpW6PrK2DTduI+6aUN9ORkNVrJXr+cMOlZnioEjE5aJG9iMKdgAnmdmREUFkOJbRO8hE047sbiEW/9pSP/PCMM18veGf6nMbwXeO77eT0TfrBeMo8mOFIkNr+r6+JSfB3/N609RgMocml7C8ftzFob+Y96iXHEJGFMNmPvq43mDw8vSsrqmBmPCF+c+MHTsSuM1e+A9xh6Ke28Zo0HfgXVgPegYzRYOu4J/NhbFgGhTGOZcLrYT8cRKBE4GtDfPyuVjI7uxgoGj1oDA9jQhxdOXyVSVDuJJDDQ01DRDyjHpuSl5zxXAsZOrUSUxRCyyeCzPC4C8X5xhvZic4wJ1wum+bMezGaesKqWpDvdHctgMbhvExrK+I78EhfLjXvbIDsl9lMGdqdOeTLqkmSFRcFe8Br0B/v4TEmAN4Splrc0Zutv17VJ+e+mHFsa8JDDeTJvdPR7N7JfQcd8JI3h5GA5d7SByO4lyMedsb0rSZqtCb8GsMHSjkDxXzH7F8tAU0xq/VTbYaQUIVJrPWQPYf0Id7qHm6vC9+QLHyg/c8XT2mownTqPiQgECSZFx1ABRePHL+8bKrT+9cKuSJNkxeLP9kBHkzQt3pO5P/ELeuOowmE3mjV9rbIU9Z9mTKGqVJO9wp+vvE188plDiOjsgsN5EUOTh8fGYFSDewGBQxKNztUT7uFwuAPdAPYAmL+wTXG03REub1nqbmFrnckZnIoChmHzvLdjXAGrYtUCAqKoqDEY/8sbBeozj6xE/ZtbkDf3k2+7mtrpJOPkN0Q4B5hP6zHtwqbvF68BFulsslqqpRSW+/FvhAAF9epa2LPDaP2YjZAh6O9UstkWKoGFQ2gohQ1BXH9DTVMjB0nqsDFMBoRIxj4ZaNB01ms1QqqW9oSE1joGhsBM46ODiwnymDn5sbs61ok7rpQMmlRQNm4xi25Ni6Pi6BXrJrb+zeJG7W9nSKW5Tongwu1mEwW+oHXTHn0oqfEt9EUaxEVb6v8sRfjSkfRS0XcwUg0e16G9yHhZ6y5QGuJhp5t7Thi5rmLwJcQWKf8HGCU9DFWdnZIMsSsdjP1xfErSMlxY2liT89cfnxH8Ldwwb9ODtI6r5l5ueG9nt13wT+uVDfHh3dETwM9TyXF3ghX3DN2PkIXCNPPLujZF+A2M9HGlBrVLdznG2AK1bXtBBn8yIvF66ubh4hEfSW8Od4MVzWaDTpmZmgheNiooODgti5C5wPfymzzkAajBifgzGbzhK587eGuAXTCP1w2PDfHlltz2UMZ/Q4RrAfEb5LuBWJhku6n36D3pOcyV0d4ArxyIeVitYh4RDj4Qjqd3gOB+VMdYrdoUiFYj/Er3boTKJZgJSC7v4i0G2AVODJ58i5BPMecmGhWCRi99VDQb3Ut6a/taP5QilCM9vhMFeRFMdREPL6KP+ZA+w/sGdDa606+zDz7i1c4uAuiZkY3BMHHDrmHzrXN8doGKSA7j05DoZyTmTtjvKZ4CIFkdla3TInr4YcwXydjIdx9tWcz2kpArrB4vV2Gu8h5L9aUt9RsPwJfI6HLFos2FLVPM9HDkyH+6ZnZAj4/PDwcKAZ4xHnZ36vTKlu94EyGyiSHPj3ArGfs/XYAp3SkLIzV+wsNGqNZgMzojgCTu+HItm9iboH0AwDiPVqrFk3g54y2v6R3Q0BNg7YHXepUITjSb0CjBAlW88wz1PgjmxX5WuMhZrOdT3EiHI+0UsmhHEA9EHbMrOy4Cp2tyNg7tHeH9ImkjZ1ZifAILCboZjI+G9muA62bsMP/EnbW6BRaGVeUr3aQJtpkwH8bKr/nFjbI54e4hYimp4yusvwGkVwy6az7BFlYFwRPoZ6nMub7ixVmsmzSl3xgBAdxXyEe+++gz9v/E0oEM6cMX3atCmp6elikTg4KBAuIQgC3APoS6gIZAbqU5uYLypDmk8IQFPl5uUxO3eJxRiBn5n8ha68le/tMPSP+Z3QT9GH+n3Ifs6SMppHJC3kSJgJKdAtV/7K9ol2l3lICB6nMqvWpDXVFTX2mxWLdzEsugLI9c1OifwjRoOWzFt7uGLzZVJtRAiMVBvuq/oE05uEp3M+9HN5xd8Z5OS9wjpwG1qGhG/6c8fUmVMqWmuq9M1hIq+qzHIOFxeJxEGBAVDTM/NfFAoEk++bOGbUiGWZP/1QcUyEcw006SNwSRr2eU5+nlarjbd87EpxpST56U0ohkkjPYZte17foNRUN1vpoRFJiBtHxD8x+0vQLcqkapADwoE38swikG6G0X9mi52YTzETHEKv1vMlfEVpU7/ZsT1RHfbAcPxmn0PeXE+2Q8WOK4bK1vhV07j+YudJgYwQWYKL2oGhr/s7P5xe/kRW5Ypgt/L+IaA9YPgXtlaszt5Ramilrm0tDgDxXb3mi3Xfr/nqi88uXLhkRIw/Vp7Y0XfhH71ff9J7OAeFOBEFZ0MmkzFKA8eyl+0BLlsvBiUjFQjcHdgf30PKEVoEDZT4tR3fTI1aQ7OaTUMNTRUtTeUt9UWNylp1U2VL30dj2FM3BWbM3SRundEgIJU7rtYezqk9mTf+6DtNh0oYv8wCRw7e93KRhqKL9KbRKaUO16Y3/cQe04NGPRc4Jkjc9pUpGFF9+/Ra/udXNar6ouJSM0UCTd4STxeRC0rwHHE+u4sXMJopjSK6MtunPRkYmtS62hbrr6bFpLUGF5TOGk+hHLxqXxokQGxj7wvt9VBkr4ei4Dfgsbi+j0SDO3hp3oauvhDcFTq1K92jR4zu1JkD6XDqF8jzFDVnlJ9++NuBfz6Ni7m0mYI4xScpP1bM3xfvd7pXgAzHwy8WcCwi4MKT3efZOy014+ixE9i17RRr6msPi9MX9J+Rl5z3y4bvxJhwsGNY76Mv9zv+6rqi3d8nvmo0g3NIszrRrDXahgILVUFd3cl86+9UvqGJ0eyU3oxy25qmSquFv6BYM3MzahtruQICflAPSjBf2jOr9Ufil7fzXmD8tcGa1wZgtPkmA+PudDScAgvWTQEg9Ny0dersemYscdDhpxYqDToUpVv54mARl7KwBIS5SKP3E/L+3rOPS0AsQew/cKiyqnrZ0rfBGQHjZjAYYyIjrV+bsIDA8EZ9i8LQGuHgZ2S2CyLT0tMjIiL4PB5EJSf6rWL3C2d1NHtJO5yY9QUh4becqmB7xXN6fOTbk4DRV5OTnZ2dfbyZzxZBu44krAh8fmjogtGlm5Nyl+8fnbyEFW3o1LETpoIxvfSSvEWrXBRy/3th05mKOqDnVrE7RvdgIh/4S9BmM6k3ciSC8pJyvU5PkmaJROLl5ZmdmwuOhG3jfKCJ+UwIRBZM41GQiNS0NNYYAq9zcnM6Ex0roAZwn3vO6EMjP6TB92uw0h+7drrrkDCoPzklxdfHx8mJ2ScPrGjT5RKfab0zV+6Ofmdy9cEMMKRCb+YTD8C7SVOmg2kd+PH9Kr1mmEvcCLcES02dAKrtSSzTpeoAObKmOgVGILk70G3T6Q3DkN8nEpk/UQYjqNHk5JSvj2zmiphOhvFlr8sgbTKCK2wyGuHHaAMORjCfWaJIMU/o7u7u1iWYc8T1O8p0D66XWBThwvqc4HG6DY+AhE6vB6ZIHZhZKgDfRQpcPj35i9rdGSdGrvacEMtyuQ0YlrPqVNby43Uniqw5naEbSbVHl4wGAbSm2gElkNSfkS+8kROL6YZMRFWFNBfTl75A1gWLzyx8dPbsb19ZuTv9GBNmdA1QjxfrMyakrBxycUnEwXk+e2b80nDEx8OL2ROs7efuzte5n3vV/dxL7lwVQdzEGgzL0LBS4DQqhPXeKisrgSk2twy0xNF+K8XBLqMvLnEaGnw4sU1Nw9DS6WBw6k2k2QQhjZ1au2XcpOoAV+P423TOdnb8M8BwxKSDoIU9QqW+9GMnMIi6aDozOxtURwQTMVObNv8xZ/ZM270OVCa9nPa9vpn0FEifiZn8/tXNPAER5+S7c9jKtk/c1aUif0xFBM4IZURMGvTBv2iPXvaqQxLmNnzni2zZdvg7+C3GvWM+I0WOz17OhlEpaalurm62z9u05lbXHcsOf21CxY5LvtP6Fnx3XBbnI0+0fiKB1QZAMAwCZglf16YP7+yjeh1xc4xGG7PpP6aiBB80LULqUb4j//l0urVc/8MApg+ErrSuEe37Ct3rOaDPxujjx09+9c36d956o1/f3tBBBE147pqOY/gkxyiJQBAnj1ZoK1ZcPgh1bo1/eVB0H2Ywgfv81wPksJUoh8/N/QtprTC1liIz9pi1OhujQWQ7nTYC4AJG/GmSGp28GJxuICYrO9tgNPZKSLDXZjiPc+X5XxuOFzr28u636Rn2Y8AsYMxBBaktJa3aRoh7JQJ5omOQ5RMi7dnVQ3vYperoZGYDI+jDrzHameBzIx/kRj2CSTzJ3L9NJ5YTwRO50bMI38GMDFz8nPlu9TVAxunTSQ99Om/Xzt2/bvr9ncXvNxmawZdIvu+H1UMX5uhaXkn9/vHoWfmP/yJ3FB2ruZyekVFeUYGBAEDD/n6UqL2qH7TUVH6G2eGxHSD6F3A6/YEIy/r5jst+n+VyeXk5NCc8NLQdl09P+VJfp5qY9wG4T6fHrbF50xyUWF+0b1Pp0TJtvYfIxVvkXq9v/r30+HcFezvaa6jzBvbMgk4YDZeBLHdyMXi+zcVtaZOWBqUBI92sRQytkEAxGEE0s8Wovi2mSE5Jy8jIOteS29zUmpmZpXGg1Xotn+BG737i46vfoqT+udDJ36ZuTNj9lAk3JUbEgO/V1NQE7MbGrkFxLnliCf59DGJUMTeygIY+6OqH0Vxnkf8zg8akL+3z7WOUkdmxurikRNHU5O3l1W4mqOZYptDPcdCf80Ed9f35CYd4n8rdyZAPGmdjySE/kRt09lvZ68ddfG/MxaWvZH6roXThDr4big/qrn0TwAboxe7njQFA3XVjAfqnyyc3OA/5wov5C6BJRlfwZbyH/0AMav3v9zNamxU6yoQ8nYryJKzqAJumVKocXGWqxla4F84hcCExesfLshaUNpK9Q0Lvixvz7pVfmiRmvdlYct9vKIqBZwIjHXRfbHwibVAjestUBsbBBE6nGrJqEfVElzgJ97qPctkA6gJ+kABBhvbn5OWRZjO7ZS9bwB7QAoqkNFqtUCAA1xNsJoHiX+fvSpSHvpH5Xb1JBd49MyJY4woRLyHc1PutM/UZTwVNMtGdaO1uZvXaS3Q3Wp+RVo7YmmR4ihIRD6AOvqhr1LWcTuDoKPP19Xbgi729vXz9fVsztZnb8p2qSK6W4pnRzNzCXw5vFxRq3K5o1smeZhxtGLkcThSEMCRZmJcDUTjzzSr4CeStRtX8tO+HiAI/TPkVMVEgsPCzTJa2/Vhvp1WpzMrKht4CNsXFxtq4TDDfTys4cvQEK4DAWbhLQUEB/GU9k1xlOTidB+suAJfFOOcVz6FTHaNsc5PNZu172b9wMc7JBubBRUd0Y/DaM7rdmyPXAUQ1Ypo1DaAp1CWCqrxMVV3GZAHWzK4BRCRtSGmtVWM4JsZ5IoQnpLlChKtqUcYJwz4OXexcLr/yVw6GM+IDvIbBrlKrtTodDP/q6prq6urGOsXLshE+Eo+hrrFQn5kkQZtnZGaCbrL+0tMhJElJTS0uLgY5hFgpJjra5qdC055+9sW09Ex/P58XXl6Ylsbsnd4OF5ryezuFb6g8DmkpLoBx4cqVsFN7LLuTWvIGuUQVq2ttUwj2YKS/C7RXHYDuAkJw5r4KYv4yQDl9nmM0MtNonTn1V0ZxA65XHRb3jgb2ndto/UIyxGwh/QN8ot0QAtwGqvhKZXlGtUeUi0lraq1T8yW82InMkypgUHp6OlgzoUD0xltLxCJmTlmr1b218JXevXuVlpU1NzdDhVKplLj2NB0GBLjJEqmUdZbbNU2lUn386ecffrAMYiTwE6ZOe2Tnti3QWOiq6Kgo5ukJiv1dcmyQe3zv069KcN73Cc8fqUu+2lo82DkS06tVJv3vihQzTR3v/0FSY/aswHH20wYADvRkFx+eA3TSLe129bwOYJGeuoKQFocEHMzUX8zpm+BHZu+wcrkL5J60frSFK+SMfK6/QM49s+XKiR8uXtiR6hnl4hos17UaDFoTaSTVjRpVI7OzBVgLb29v0LMmsxk6jENwhEKhRTzRouJi4LKvr29CfHyAv7+Pjzf7Ax/Z0dGxSdFUU1Nbpm0o1tTZf15AwBe0NDb/ULwXugD4KxGL7J0QFtAzrEZ+JWjyCK9+b0TNfCPkgSf9xytQmiOALhVYhIar66yxzLfwukYn5zrxN+zBkyIvlaMHn6fzdtNmfSeq2RZxXAOIc2NRE0ZgFEUPmpWYvCdb6iIe8lhv9mzS1lQun5M4JfLE+gvs8+n8U6W9HoyEJkFMD4eurs5Pz5vLjknIjIgIyy8o8PPzA83bkVNqjeb5l15HKLrkNf8yZf2FIctDRNYIJV9TFt03+spHhxTheUlnLv6+eUNXLQVRBe1kNBuSalL6u8bWaxsf9RnuKpCbUeRQ7dX0lmInjqBjuGg2mbqJXNqrDrAS7XIAX3/znd2jYnrek48LRSIE5zP+gL7Jmm0DFBR7wJC3qQ6dinkkCgLtl+Dl7OdYmlwVMzYExJngEjwJz8FVrChr7vdIfPqB3NZaFVQAnsCgJxLAOgGXU9PSHBwc/P382Lohh/n0GYLAYE9W6d4qZh7sclHk0wC3cDEP7gyiuu6bH0A5JD46SKXXjPbpK+EK4ar0jMw99IUp3sPiXcJBh0CdbKAAxt9edewqOTbEPaHX6Vegw5nXL1CcpEnIh7uQNG2iTCnD152oS33Id8Q1T+Q6dLMb9XVDAKjsyGVgfVxczMI3Xn1z4Ws5owTBY3pXVlaBaCFmHfOdTrFX+5/Ey6JG2ghRK3TAZajZxR+4XBk22D91X+6AmQkCGZ8gMLFcGDLQv66g0SWgbU6HNFvlhbB845RNA4D74Py5u7lBba1m8myrdqKTNEIkGJdZcUXJKBzQM+cvXDx/8dKuT7Zufucn8CkhExh94sSZF3wfjnYMBs6CE8ZyuStA+AfeNIQtEKGyf0HG/flO6SO/PV6fFib17ZTLABDqrhzqNokGCqANbNoecOX5CxcmjhrndeDJOKH7k9IRoQLPkJBgOJWckgxuL1usI0Cfgs0Bia4vaS46Ww73iZ8UUV+k8IxwaShuwrm4T4xH9vEC72gPZb1aJBeqGtQg7HAhZaYGPh6Poxg0D3gEOUCkJfxlYrD0zIyIsAg+n3ekWdOsMxspapCLQ1JDy6EWzW/RPq0q1RPzmCe2Xl6etbV1a9es8vIE1cFUY2upPTpK9GD3xFp9g813BnAwDh/nnWpkPjo03DUuQOxpGbZIV6uB+Z19rqWN0SQ4pp2FKsDoK5evHnEuihV7woByahT6OHiw36dkOqZDjSwgNy8/H+yqjdGQ6ejtEDM29OzGq8Pm9Sm6VF6T1xDQ28crwvXoN0mjFww8+9tVk97iw9B0/7mxn2T9uSjiYUtNSL2+ZWv5yVfCHgCBhaAxMiKSx+MqTeSEzIpEEf+UUjteJo4XcR/1YPxly/pdpl0oh2Muu0QXH0RVNWw99qDHfwEDh2U0eIFcDgeE5vv8nRKO0L5HmA/ioBgPxcNl/j+f+WNb/knIhG6Q8SU5L+40dMbrTsOW63R0pwoaOmfnzl3XzA4qEAq3bdv+/IL5iYnxlpzOAVfZdLSN0eDYDZ7bC5yKtAM5MWPDxHJBc5Uy+0ThoDm9tC269AN5LDec/B0jhvqvy98VKwtKkAWC/+DElRyruzrTb7SZbGM0lCzUGMZnVGhI8g1vp0X+Luw6PwYYgaZtpE8uZeLYLkQBebEYMRuA0aD02VZb9mRHVSQlxsF+M0t8IINdSQKnwY+GUMXi9tBNKkX0D7MrX9nXkdEWLd2Jmm5vDLtzopnupTdv2Xrs2LF5Tz4xZujgNKXurEofLeAMkYsN1z+x75TRAFALfR6MkbqK6woVMPIh4ewnqytqzDpSyDzvtljCgXOZLuRhxHeFewc4RXkJnU7Vp071HgyahFEddowGECCHKGL7VDQD4PLfc+nKc0AF4+aD/hG60CYN4+Dby/U1RoNEBwUF8TlEwvm8EmYCj+FvBI93rl8ICBeIJwfnzN76KvyFi0BfP9vnYX9H794bnuyE0Sgq6OJpy80xmgU4MSUqbfjlQuh/YA5QY6Log1HeQ+XXAvSuGQ2AO0Jk4RbsLHIUKBvV9YUK1n0FAJejJ4RIXUVQ87uZv3wUO+/P8hOeAnmCY9jPxQfnh9xnrzqgPPC4PLXWqDX5xLkzz1stQPP+po+9CecweRD3wc3MZ3r5DnRDDq2sNJ3+iGopsd7MjtGJMTFeZ3IcucThvuFXlRp/Hnd3VeP6GkX1iBh2oUSlogL+wmXLzv48LWRoX++YmB/nNLx+uB2joUhXj7WuM2Ud3dJOYTYaQy8VMgmaWesFwgQDbXxWpcIyv35DADXA0Jq8+sILZQyXmSzmDwh7/JQIsYtQgHHNtDlA6Lqx5PBU70FBYu8iVSXzHP06kWAA0Sb85Yo4OUdKtC0Wc49zWS5DEsU4+vX99F9Hm/a/bNwz37DzCdyPmchlil2PfLW+yUzu7h0KhDTqjH9VNDwW4F5vprJbGbEDyfB3C/B09PJ09BZYJrMcxfKKl/d01BvtpNYebYyGQj1ccb25pkWEY9VDo9UjY990lr7n5vCBh2ywiPd8fk2Xa9iAgM5+cFMKdCFJuwTLhz7d65Mv1zww+zF01wOS3Y/GOgarTOoT9ekkRV5S5D4TMplirmkDON2OXhK+hEOaKKm7sOwqsy4J1bcwM4sA0BgST07YFBh1mHscwhExM+l6Nebga7naDihSotZDqPR3ddNP5XXxUuFDfq5axqekqw3Gam0DjmPzn39Vq9buqzoP7oD1oi7cra5UQlvprhzAjigwmJ50k/1U3iA7nubK50S6yt6vbbnPQdhgAonuhNOOHpLoiSGd/hIfjOw/O2bQkwlB/b0h1IKe5gq5D2wWRjc61eqbXwi5v0Jde0mRMy9ictsjLjuo6jUogUtcRE0VSgc3MdNzEKwyjaIJ74Hm4iNkXQoKoawFqNDZXJmEe/RqH7vSyCBnMUnRT/i7yjkcPoFvLKvPVGoJS7i/tmDvwxdWS8Wi76oP76m+vCB+an+f6E01LWvLG62Xd0Cn8tp5t3SPaU6SL6ubQAf+HRvAFfIPVjY+KhOtqVfaXvsBgKhKxWK28wgeLnYSdPrjCTkQdoMmgWJg6D5d9UHMM0NoL8EK32mTPPuaaPKJwPHjnXrtDFlkbO2wtSfETAYq90hx7pEisbPQK5Z5owLlCBmJphGUJ+HGPkb4DmM+WA99SBo5ASMxnpRqLsJcwplQy6In4aagygQE8YK3s8fRFB1JtqiUSpKcm1lqaQz9ecLTf/Vf6OziMtth0Pq+r0S4BSVmNP1e16rGcJ8LBZ2yr1MN3GYMO5d5nIuscWPGHQMaGbIUiZkNhn7w1eJUHRNcATXs9ZDoI+QdTQyAsApIh2rhb0oqM2MXFBjYzYx4O4BnVdfa6O7owqhyitLWtRwfsRrjEZTBPHTvCyI/5zZjiF57VA8GGbqKpQN8g6/DLLymYHhDh4PqELxaSCurjFsfwr360ka1ufQEkvAM0v9VKF5XV1ddU5OYkABFkxTqp9OLNHUVKheI/VDg1s4Yv6HO0iZF8zff/xAbHTV16n1qE+l3qWCpm2y8p9P0rPKtYZ5RkvbWzzKL134a7zqvoxM/mmG0O/JaLTM1CryEmzOTKTSHMn5erni3vFFv13u9hbyzvYMaGhWfrv4iMMB/wfynIaLJy8vT9Vgp2QMYLaG52TO3cMRcx75eLSk1pmZ97w1zavham9cBPQFNAqnkYriJmY6xEF91Cdk12zqXi/O4k760TjfiXOPOx5kWmQ3IK1WQCbeAboOoKiqSmcOCIg3A+LraPomJlrkd2sSEK1YJhQJQUm2m/C8VLHGTQfHV9crKASEMW+wAZTqdWrqO0ZBur6lZRr9SiR5+lc7fzWo3lCem5+cgpInHTLfY3YdGTBj2wktvfP/NWkVT81/bd86d8ygwTEBwwS0zszaqZzCbTHWKhmPT1nkPDAkfk8B4NhiqKqrP/+6M7+8PhweHAaO1Wi2Pz3/vvZUvL37hmeRvfur9kpwrYS4Gos59SKf+fG1m0V50UGaK5smLzCMbhPnCamFRUWhoqNAy4IDvWVlZMCIT4uN0OgOcdXFxtk5LgO3j4DTJdM7rWZWQ4UjgSwNciQ7Wv6uxe52SgTtZU/ZgxQGGYP/XkVdrkNdq6OcLmEAAxSBI0ZFU24+ioAKdQfd72TEILdj5eDNlDjm44LUrX9/U66sw9rx9fOQqojGtoiy5UFPVpLhaoUgqQ2mU1Fvng7Ra3dwnns0rKMgvK3or5AEnrtXowZijB72DPLCF0RvW+WhLu6AhDn7IC8Usl6GxwGWQPpHQum8CyJnBaPTw8Fi4aOk3X6/f9Mvvb7zxDuRjXDz1rT8PhCw5FLHseNi7r5wtXBfpvSLYjWcJIC3xpBWdM9CCG0k0gOAjpAE99BriGED3fQn5ZQjrpUJpdPyXNPNUyQq4yUVFRm5NSelfWUHhQY/Nnrln7wES1A0Pie0bHyDxbDeHe65ZGyHiyrnMVgUfltS/G+QOnp71nKV5e2PelQS7SEYHEgKCp8OV+fXVBzN9fn8oIiScVR0CHn/5lnXnthxfsWxxbGy0fVsYQPytrUcrzyO6ZkQeSHsNAE7YXI709HQQ3vj4eKY/LCgrL29qaurbp/fuvQeOuRSNcI3z0kpjQyNTX/694Wg+MBE8HEbiKMRt0ai3wlyL9cybHdDqrTF+CQ7W3upKovFly5ZZk115eIzwomjBXoTvgHgPQJI+QuecRCOmo1EzaKm3lekWQDtTTqY8OmTK0BGDY6Kj8vMLP/3sC6lEsm/3oQVznzRfv58aAELq4ItFj7pIXXjECwV1SS3qGe4y8hqvwLmWRLrXHsrRFjVW5lYY8xTGeo3fk/1N7nwXZxeCwDUm3fyLX34+/pXg0CBFY51c7sTnX7+QBZQVSIk8GHGNQSTeDI8sJhp0QlZ2NpyPj4tjCwJA0QOjXV1dHRwc8vILPX3cJ3gN0Ct1cmdZ8denhu99SRTuTHjzeZ5ixwE+n+44c2RAOE7TT7rKQHv0cRBBJMPWAwq907mONjaBFrWmOgJYOGEd3f8165FAzv6YEMByMun8xbS0DBiGkyeOB4eXlayQkKDnFzwDHF/42svMrnU0rdZowFRWVlVbqkEChLyGQaFRySUnFeq8/iH1JmrQlWL2NVAW7kMj+v34GIHjmtpWDWmI/+zB0MeH2VSumCP4sf9retIYHxczYsRImcwBmAh+SFcAqkBg09LTQWOIRaIEkOVrgLOZ2dlwObuiF+44LWBE0rkLv27aDLfDhRxzqx4EOXHRdEpngopwGnnIXT7X2/mkStdybeqcBTCabX47tKkO6NLup8MZgPx+HYi8WG5V3AhSX9/wxpuLFy181UySH6z8ZNeO39tNakP9FZWV0EL2RmyDrZ+Sh4GGoQEXCkY7iL4N91xfqXitpKFuYCiEDFAM6LFeQuDpGekioTjAzw8ywU+Ii4rFOZjGrJMQAgwjTMyqcHN5RYVKpWIv6QhbvkgkCgwIsBc6uFdGVpbRYGC/aQv49rsflSoVsIw0k0uWvnkwEgY9DSYWBhk4msmEIXly9N8fzE2qa/aQCgOPpRYOCvfkt3katzhN2h6tZYiDP9wYkkATcHnlind37dt3aP/RWTMfkkgkvXsnsgUZfVNYCI2HhLOzs7ubG+v3wC3Yu3DAgTuT+76P0+sBLq/n1WxuVNYNCj9w5MTREyeqa+p6J8b16dO7f78+UBL0KcOgwEDozvMpF19p+KWZ1GAI82TAWyD/3ne+QWsAv0oul4OoAlXM7a8HZIJrATaW9dVsANqg56CfIiMj297/wThglqxaEUMOhb2HWfaoYFSPmfKZEd93eEgcj4CAv8ZkdifwSwPDwRFkCvd8mhRu2elzlk4BVK74YNXjc2d9uvrLzz5ZuWfv/siI8PDwUDilUquLiphlxQEBAfZPUW1cAAXxbHblWLnoAVcHhdE8OrUsu38IWIPHLq/5fcBbB48eGTJ4oB6CWdIol8hsjG7StUT9+ZxEzhNzrEzRKAxK0pQ5ZZ2LozMMWjZTXd4o9HSEoQACWHs403VYOJtvD6AExllJaSmIakxUNPST9QR4tJe+RByDEd/B7CJCk/paKIeiPEcRZoZ4jPy2vAHC9PvdHMe6Sm2TtJ0+W2HRntGAbuQa4xKaCoW+QSX0kEFLSAN0JP3IrCeAKa2tSsDqTz+Erqqrr6+pqRGLxaHBwWzj4faKpqaGhgaonGU65Ah4PJlc7ubqCoegms00Xa6u9RK67Ky+wElumTB+7K6qM0eacjb2fTk5NQUYHRIcMv7YwtSK8iMTlq0p3IGjmMBEzPIf/WjKp/2cwrYMfpfxalCkKbX84vQfhh1/VRTocqz/Ry4jQmI+mMZ44hawjFAoFKDQgBIwfcFBQZBgH5XBaSTrD9SsZ2yxey9E7IGImJ0nwJXcd+AQl0NMmThx1uWPf+77Bh/643pwuNxuVst3wmjQ1KAKrQfXgOJY+fbLOUv2ohxmSgNcVZqkYj59wHNiHPjLLS2tQgEfJwigmOWyq6uLl6cXVA7mqby8vLGRmYKBDpfJZIzfiqLA8dbWVo1GA2WAiaEhITASd5Wd+qXyTKm+caVh4sgxw07VJasoUx/n0NaiepFIHB4S5vf3I9om864xi6Zf+SRR6jPSOTxaGPps9ncCjJsz6Rcjbao5mJ7+6vbRyYtxPudIwsqA+YNC5o8CLoPwggSANQaXAxJAjEQsCQ4J3rLlj9bm1roRokuKvOPDP9Fn/IbqW+i+L4LJQjI2Ip79Ua7kQlb5xUuX/Xx9gM5MQ3Gkf8SEqEGgtSyMaQNET9eFb9ejE0Z3nPQAKchde6hi4yX2BTfw0WVDfSGz5Vx58BujfR/sY/MEINqGmNvZycnbYr5JsxnsDCQgCvDxcK/WmZKVWnDrLPSgYRJeiFjQ0NJSXFwMZIDAgi8IZ3Kyct5d+XGvhPigMVGNYtOC8GmpRzYJyg8HCRSjq+l8KefP8W9darqiMZkEGCdCFvZs2rcOhJBhNGI+1mel/9ODQp4bkbv6YOWfKaOvLKYMzJrSq8nJ8Bf0g0QsdnJ2hr9AwRdffHPu4qWaILTRHS0NoD0JUfmQ5UaJJ3LmQ0TojMQ/gTYXcV1DH5/3HKjvWY/M0PvR2bvTUlMzfvrha7a37AH1d7NQuoOOJklTB98DQs8j8R9Ylw/TiMNAL3BpTfVa+ciA2j+zxuctp0zMCID+TE5NBYvHTh2Argd3FSxDXHT01RatkiTFOFamN7kSBIkiejMp5uBSDl6hNd7v4ZiZlwfS7e/vL7OuuACGM3ML4H8Yv4vLr+cKuKS3WPu9wu10k9AvNhLrE0HqKZREJ/slDHaLjz30dOHkzUbKBESeHP6J09CQmOUPlP1+IWf5/nHp7wExwAW2pfbthfQjC55BtSRioptjeJ/NfzPGKRy58Dkq84NIhxa6IUFjuXzR8y++ptFqeyXGB/r5HTxyDCzH99980ZHRgG7mztobaAidrSk7NF0tYzbBEHG9p8d7TY+Xx/qK/JzMrYaWpAoIllTFdWyxmjomYXsNi1162ys29ruyBhgJLhziVKvu+aK6MVkV47MqZhXUbKlXOuE40PtjRWNUWCiIc2lpqdGy3ofLBY3HxbkCw3cJNGmgaYoyMZbjGUkZD0eq8rIvnz+8uzxpW9HpQ/XJGS1FoHYsJCCU0Tz85JvKzOqSX8/6TO/T68fZB2OXAfGg0+ByljAbYFBu/vY72dxIWoR/MvmFGHkocvV7iMvo8Gl04rOouhqtSzOrG3x9fZ556ons7NzDx0+MHjVy9MjhHVUri3b126O9RMNhx/iw8XxhyoKtMR9MDpjev/zvq75Te0Hm32HvYDizv1//rU9LwtyA6JTUVIvJYpZ8QFAA2rBXfPz68kZHDgdC7V6ppVD9IKkIzDTcc39d6yWLNf8h2F1vIkU49piv89W0NCAA/FmWKrouw/DHAxCaCuad47sGm4tPEoHDS7cuvJxxaI/a4VRvT0pP8eUEeF08lEiftNFEmdjGMItegLEWA8hOserNBg3ZTiXSUkIk5ojMCJlfXhzs4w/3ROszaI9EysS8XYlzeGjpCdp/OMR+23fsPnj4CHTnozMfGjpkEGvPO6Ibie5ERwPArbKvizSZjyWsjF31QMD0fpWH0rzHMZFrO0ZD9+Tm5YF3B3oK6oQAzMvTUyGQcDCUj2IhV4pC+Jz8odFwYZ3BiCOoM49DUrTP6cwGE7k+2F2MMk94J8oFObm5wcHB4A5DSXPSZ+bL30im/WzI2oP1eY4rFBnOf03SHNTUTOX93Xj/qWaVJtES+2AIuqNWsbyyMZrP/THci7bIN2itoqJisBaggH4vO7w0/3cm9xqgCBg0uHBp6IynAifblkMyBikvz2A0xsXEQM1waMlEcJwx9V3JMtyr4xy0PTrx7QHALBi51gOohcvxmpGQ+f7eszO/L914Af4em7AGtJ71tAXgvQFZ7DPg+vp6SHu4uWWp9MUaQ1xysQRHgcvprRrscHLw2Rz305nooeQyraF6eAzU8mRBdYyEHyMRiIXMl9Krq60xOqMrYchrGgR8vrk6TX98OYc28Sk17hoFBhU0MnDHQJrg90153WvFdTwa4fO44jM5YP6h5XMee1rAF3z19XeNjQrL4i4cflwU29Z/MVhRAsXhN0oWerjmwohTr3EhSLkGYC7LX1B9H3606uNVn3708adrPl6Tns4sVuoIEOTuuQzonNEAuIc1ZdEnMe8/ELRgqOJiSXNKeXNahbas6ZpWtAJMGcfyKiCQ2NTSAjeGsTvAURQi4uloentsALjJcRfyuBBb0/RkqXCtj1PQ2WyoeWOED2SeaNFqSLJQpQdjCG6PtZ3h0+Au2lMfVVIeVce+MhYd1es1FWY35YnPLPe0AvzN72pbEgTcB2SixX4uIHKVOiNUEjQozMvdfeHrL+0/cJgt6cWTwdmFKd9kjF+vp0xT5VHQyD4SX3AoF2eutyl6G4AMPz+/d9955/W33vgyIbe2psZ6wg72jOoGXTK6HSgzGfD44PH5y/tseSL6w/ujP5jK/mI+vJ/vIQWCTGYSRihb2Gwy83k8hdHUbCZPK4HPSF+Z6GhDKx9nxKa/iOdC4AeUOgkHv9iiGeEkgT440KhqNJDVeiNfIGgz6BjOGfMZrW+pO/uLWacEv9JQeKzh0p/QOGuBa4AbM0yCHi2rA7/Ii89V0Vp1TcuCD9+ZM/eZuY89yhZLdAzZ1G/R2XHfCghBvMjT8ryL/rbmHMQ+GytPcKwL7K8DaPBeJ19Znbt1vsdAmWMnL8KArFhT3aJLRnd6PbhxDhFe7uOi3CdEe0yMYX9cB2ZdLE0xH+iwlrMDiAmwgIOiJMlowblyySARv9FEHlMxAShIN/uQppUkUQjPEBQCxT69e9vujkc9xJt9AOHwmWksCNjgZ01cZ9lEKHpSrV9V2/qdQl0zIFRlMG4/vffjJcu+X/bJrxvX22r7u+bSmpw/vs/fCemDo9c2kvrjrUUQE8IhByUqtVb3yQa4ECWR54ri3JLMvlmin37eUFpaZj13DV0ZxnboZPqDBRs6d4Wa2trmZuu+LyzAStiWBnM4BDibTlyOgaIHSyH8R36ubHzB342XUSbF0V+aVNUmigDu0vQguWRxbqVtahQ67HjVxWbjtX1MEDpA7DnQLY6e8j0qceAHBpOkmUxP40VGM6FBcR7ExlAMeutkrwDoL5zLgcEE7YbhPH/8XBgZQAZbFRcD54Tx9FOVZTmqyiJl5Se9X/xr2MoFFz/bV59skQZQ+lZDB21hYzxIzJnNjAYgrKy84tKlCzee4OwCnXsdLLpaCwJoam5WqZhF4/YAvcy+AFxbVwdReJ/ExD+qmiQ4PrOgWkfR5tHxIN79knJLDcYmM9VfIkjqHw56WXw8nYeh/YTcNz3kEh53TebHqSpm/Rj0tJkmYVCbaNMn8lm93CMCAwOh5ban4GXl5S0tLez+P8DZDRs37dq9NzQkGPyf8orK+c8+NW7sKJu41eoUQ84uBPZF8F0TxF6bG5J7OQTsGvYhRVMfZfy6vuwImNbSsb9AaRiXySkpMpnM3z+QeabOgibB94JTHeUX4k32cU/36FJ1AFhjCp1pPbaD3NHRz9e33c/2mrWriytcVV1bGy3lB4i46YnM9lSco6lXWjRXBkU0jIijxiYkDQg/06RiucxeZQ/wgf/o+9aBQSu29F0016v/942HdVSXogTth2C6xFQXGORfUlpWU1sXFRNxrODils1/2oj3FbkJMSKI5wRuxtbGFOg/EO1Bh1/8KPNXJ57UTJn7SAPZeVGtRbw83N2QvL+Z9yrXeuF7n0C+DkUasttxGe4LA6snXAZ0x2gAOEngsYGLaD2+HnqlIe9Uad6JkvzTZZXp9bZWYRgqFoura2oixYIzCvXVVs3leD8YOIOvFHKPpESfzYo6k0UcSRmVUtQplw2U6dyItRXaevDbtpUemB0wNbu14eeKQ512OQBUBBosPB1Ul3k/7iCSOEocCiZi5yOai/TVQD9bxkiZLw77KlNT/VXtWdZwAqoMTd+XHFqZ9xdI+o4By0G6IVFQUAAc5PMFDN8xDsp35E5ah0v9kK0TEYOSvRAAbAEeQ0nr8Y3Qo3JdvZdhNpLqBm3wMD+4n1FruvwnM3/EIjgoCEZ0Wmbm/ADXciNJ0sjVeP8lPnIpjuXojNk6AyhWE0VBXMT+bFO64KsJcO7PhbszVeUV6vJwWfixmstOBD/n+lX49oBhV3mu6GGvXrPQhKeefvz+ByZPIqJme/dtzq6zV4x8glc+7jdvrsxAmdkVIPDXSJt7SwNKxv5qsqyGKKuoAO0UFhbGXEiZuaM/4j34m/7rWGL4Yu7k9UjuNktNjA3oqte7Qnc62h6d6mtVvUbsJgLXwag31+c1kWYKhMC/l1WBmMzmzMxMgsDjY2Ivt2i0JAXuncJgdiJwCCjYMvYo1xqd+Jyc5pMrcn7fO3C5lCPaVn5iivdg0NTD97z9WvCk1wfM6kpHQ0+fO3chKCjAzQ20FlJaVlFXUzdgYL+OUz8QpOjM+vMNaaXGpnChZz+nKBTDGVnGsNKysqamJk9PT1cXy+7Hqirk535E6GRiyCLy3BoTaJJpW5nH0z2IAzuip5LfKbhizsXf0mqyGrk83CvWpbVGSdqt3IVxEBMdDV7dlZQUb4NmlIvUT8DloWi9iaw2mjv+wA2XcvFnQu7nosQbad+BnnaFYYtzFiR/yUGx6R6DrfV2BtCeAwb0dXV1AaZDLOnr492nb6+OXAZAt3FwzlD33o/5ju3rHM3M2KLMFHxqWhpwGeJ1K5cBUl80ZIq5YD8icjHlbEe8+iG+Q9gzPXTp7PGPJBpc4ItbMoAjnlFurfWqlgpV/9mxENgyIsYsguBAiMxISmkpBOhQHqyro6Mj6Db28naAoB8UH5QHb/r+U++cb87HEfBi6QHysOWOjwiEgm68DmsVFsCghhzmMRj4dt22DmqzPBdSAuPg7pGREZxroRBUAiEYs9ZJ34JUXUTc4xGx+7XlOLci0T1lNBQDujsWBl4XnatQVLaKZPzQYf4EF99Rk/RC6jpglwshzhzzg4ldRQZxeVNTvd2jrK4A3lJggL9MKgMtCP3EwQjgdWoaMy/YE0YDkYVFRT30doEq0LbQ9+5ubsC4pHNnf//rbxcXZxzDuFx8ynMzQoWd7O0Nl9hPBPUQPWW0DVAemtGOWYwQMaaFSf9VdTpM4l7VWn6o9upTQfdHy617sAKgGKObuzYjIIYg/lqtFpyWkOBglja4yPZwthtGQ7HKqsqGhkZgWaC/v1AE0eKN7RVcy14OuHDh/N97Drm7uWI4RpKmOQsedyIsi/ksuAUptsdN62ignonKrgdD67X+muLeb9K5ZW/kbd3blB1jx2W1WgNam5klbgcEowxqqi6daq3kCsRhoaFBQUFqtbq4tNR6Zc9QU1MLXAZTFh0VJXKQGFrUrZlVrZnV7E9V0mC9HUXhCPZb7pGN+Yd5KPvhHBvowqKSM0kXTp1OAl5ntrQRAFL8T7gMuGmJZgEjFCi2HnQA9F6eqjJS6qcy68QcgZkiS8vKX3jpDTh1aP9OsFF8jFOiqXPnOzJrnX7sjWhqcZdISllN65uRR/YgrrGNjY2VVVXsXnf2Eg03PX7y5NDBQ7hcjr1EQz5Iulzu6Ovja9YZTo1YTapN0P/M4zeLWEt7efb7cR4YvoNpp/Y0X2mg9AWGJggXX3YZ89aQWczzb0aikz7/8gd2GAwa2Dvq4UEjXayrmW7KZe4U16296zmgYd30EJyAcAsoe/nyV/sqz+tMhgEBMRCMPTF3Ti2mnHV57ZMpX5MoNsa9N/JtGLSLf/9PeOBIImIq7hxJ7n0GiX1MJHOpq6sDC+xs2QwQ0qAWneTyvIKiqspKYL2bq2tLaytofHd3ZpvTispKKBwRHgF++NH4D4CC/n8/5zWjFy4ilGnVMAx5nlLvKQlAWtKRpEjas2J3umOy+gmXIYEcl5CQIAvVALq8vNLV2cnF2alf316jowfZ2gh6oyeKqBvcYi/ZIq5uAHHV3taCv1vz5+dufvLK12aT+ftvf3gh40cjaRwkCw3gy5kN10iQO4pSFJgufk2TRtS7L/PSw9E3aQR1cHAAZW2tC4CiWTl5rEE2mczZOXm2+AVYoFSphAIBdH/V7hSMQ/g/N+jig+svPfgjz8MBxJ0tBgC+gdQHBPrjBOM7e/l4yuVtM5/e3r7Lly1Z9t5i+A0bNpy0e9XlH4oz4BavhxuzrhjzOmUXXQ1qu5/U70DfN5UTf/46bJ6j3HHU2JFnhn10YtgHa2Ie6+fgj9anA5OYokIX1MEH8+lvmW2gUWU5JGC02gQK/iksLAI+QmZQUCBEv5CGnLYC7BpOFFXl1gL/m6+We05PkPRxdR0VQRktbs+1uXIuwczeSMQioVAI1o17vb2BCllAGopB60A7d/MksOe49Y4CKqDZ0GbgOMCaawdwzrb2Wxjl4KenzBRChQQHBQb4sS+qxzgGJTqF077DLKuVaTzqQc741YimEdFZXju8HmaSLCkBu4RKpZKQYEZNg//n4CCFjoT866ISmnYeyuzbqLxS1ZRUJPZyT1nwq9uD4dBRrsOZjXAAh46e+G3TVqjNyUl+5Mjx37f+1am0AnMtzbrukd4/wS0aw45gXp7oYtEetOS99z+sqqoG1rzx6kthYSHXThDIlvGoqpo36UtIUyWnmHdFMzahDr70nBM11ZWgmiMjI/Pzi4qKC7w8vfr0ZoI91r0DFiQnp4A9DAkJhR7ML8gHEQVriXLwEwM/Nqvb/GhRmLMqu358zvvsfo4d2Qo9Z01dAzAYxMh6cJtw6xLdDuDkW1MdAG2rBWvGg2HKO3LsRFsbINCadYQOHq/f9qj+z4eNl782pvzIaO1ra4IB4HVIJGJnZ2fQrSATcG2TZSslSMud5BBzC0E3C9rGE20iR5xb5DjIn9SbgLOkwYxi2LjM91guA4Ct7cDm2+O2cxlw2yQa0NWDAnCKLWOfATQsLq7tbQwLUITgMRuQ2gAU0VRNLfROXUJ8PLQ6LY1x74KDg3Ny87Ozs8JCw6Ojw0tKy8C9Y5dag5izEm2tAZQrF6dNFEqgtBnM3k208dYCvxvitkk0AEQLLBLr29tPYdcAx+ob2V99g6LDAh2aeQYIkmX7Xb9+kJUEkLKsbNbrQIwmY3YO81KJ5WxnTARXw2BmvGsjeUMuQz0MwRbKgcV3gsuA2ynRHQE8veX6bRINaRDYmpo6Ly8vYIder+Vy+cDD2tpaJydHW4HrJLrHgAr/YcjXQ9xOie4IUMrW1D8ASZLFxSWQkEisXge4L6C4QW4tXkebt3sLuDtcBtxZRsOoZAf4LcNoNOXk5IMad3SU+fl6s+MD/vr5+jhaNmvLzcsHfcIWvlnY67c7jTvLaAC4SqD1QP2BdDP+gUAAaeu5HoDH44rEIicGcnstBGkniJVdnFmH15rbLUB4oTCAc42erh7R3QnccUYDWCPDOrAg3pAGp4A9dUMAQyHMcZBIIGXNsoNYLA4OCrDvgK4AN2VCRwvA6tnouWu4qzezAcINa8oCaHM3Yt49HzueBX0CtdmrLDbHevAfwn+G0QAYwiBWAEjAKGYT/1zKOBzmeRjUBn/ZBJu2nv7P4T/GaABIWTtBA463M54sv0AmrcfXAL3CXgt8ZHNAsEE5gDfMHgJYQW53i/8U/pOM7hQsZ4GPNpXKApQLyDs7NQoDgM0EQCbTE5Y5gLvmq90C/nWMBrQTahsYDdOz9Vf/QvwbGf0/iXuMvku4x+i7hHuMvku4x+i7hHuMvku4x+i7hHuMvku4x+i7hHuMvku4x+i7hHuMvku4x+i7hHuMvku4x+i7hHuMvku4x+i7hHuMvku4x+i7hHuMvkv49zKatrzUxqaZV8CuLZSxZXZV4N8J9Lo3n/5VsDwMZ9nHPhe3pTvNtKX/nUBv7SMp93CzQA23uhvTPdwUUKOxp/uf38M/AfM9KmvyHu4k7uw7LPdgwz0/+i7hHqPvEu4x+i7hno6+h/8p3NMc9/A/hXsCfQ//U7jnctwRAFdJy8cYAajlFby7/Jbu/1vcE+gbw2QysdLJHoKAgnQSBNGpjFq2lep8MhTEmtPF7vJwFcC+L6ByKHxvGNws/v8KtKXd8H+nAmZFN9LJAi62bPrHqGQW1hPdgrnGIqlUt3thAqAYl9kHoksS2cu7KfD/Df/vBBp0Lchoh1aDV4BhOIYyQQWcZByGf8/DEHYAWPYNAMFlnvrbWwwboIBt84H/t/j/JdDGzr6j+78EEH0elwc2w3r8/w//OwLN6FVLY5htfzuY4C4U8/8mcILgdNjommVPV/z5n8H/gkDfdr0LvY0zrjGip2i1mdSaKR3FfISIQBA+jokITGz5VA9FM9+b+y9lH8g0+Cf/e0Hnf71Ad/8xh5sC6DQQ0HSlLkWpc+ES0RK+G48A9rSaKdU1LklQRMYoP6RGb8rR6BuMZIyEHysVsNeyZf6LADL9L9nS63bhv1ugb5du5mFoilKf1KSe6Cp14xIbalp+qGnJ1RtNNAWaDGc+mmQtyWhly9QCaOsIAfdJd9mTnjIQ60P1ygSZqLeDwPzfxk/eP/7cyb8K/3aBBvJYBWxx/KxiBTlmkoRQnz38J+BgaLZSd65ZM9fH6UyT+pn8mnITyWUm4noE4J2Ror05+JfB7uOcxH9UN8dLhTFSAXjr1hLXg22CPc875tx9AA3stLqNGJYeOPyvk/V/qUADVR2/dnbbwUHRv2qaA4Q8Hz53QnpZht7IQRBfLuHFYb6y3BVAW1cbyRKT2d5UG2g6ks/dHe2jNJH5WsMUNwfrCQtYsTh37vyZs+cNRmNggP/ECWONRtPhI0dLy8qFAuGwoYP69mW+y/3v7I7/Is/k3yjQQJJeb4B/rcd3BqCbd9e2Bgm5NIKOyShvISkzRT3u5vBzqMenFYpUjaGdmsYQGkUgEKTBvV7h7/JDZdOiCgXEj7ZC4Gw44TjItABFi7WGCW4OUBhE2WQ2//Hn9oP7j/A5HKPJpDUaMBwzm0moHqQEXCYBh8fjcKHVUx+4b/KUiaAX/4WdwrF8YcJ68C/Gv9GgWBTzne1RHEVLNQaEpINFvFeLahUkiVsEE25MUnRSq+53hWqb5be1UbWlUbmlUUWQdCKP8CWwM0qdjqKh/HXybokpG8zkwqI6bwEHer5MY+BxiKKikqXvLpdGODu/1W/fI6ZLTwlCnx7gKHUYNmRQTHSkTCZ7aulTsrf67JtpTHqCe05QvGTJ8uqa2k7VIQi6wWS4UHrVZDbimLUADJgWbcvlshSMOd+OotuJ/5b5+3+dQJvNZnA2rAd3DOA2VOnMfhJeidaYqzWCNFhP2EAj4AcDd15zlaz1cnrRRQJFTDQTFJooOkdnbDB10sE4hubpDAUag7OQW6hjWkGamW9GVRnrRaTpMae4h+RRfgJHF1fn+6dOemz2o44yh3JdnRQsg3P8Q44RQVJXEFCSUd6diCZknS9Pfunwas/PJyzcv0pv1HJwDgz+wwXnZv29zGP12C/ObkQR2ibrtxdwI/abhtbjfyv+Y9YNGARg00ADAA5vLzEcjKAoskanqNE1UAjtxnf2FjoTGMdImcDfSGrUOHAxNUlPyirX0szINpDUY24OPwW7T8qsANIGSXjpOqMYxTy5eLnJrKfoUB6n0Uy2UNSWCO+vKxWLKppA8OxFj6QRuMG+KB8leE0UNdpRDLKp1ekOHTyamZFN0RRIW6/eCSNHDeNZnlGDiBw6dCwtNd2i/9D4hNgxY0bAADCbYNSwVVoBARuzKTyOczFOTl3+ywc/O1uVOc6/9+fjXw9w8ocCp4sugKwXNFc/GT1uxegXJXyp6dq3tG87YNQBIMEOPPgLh3fUPvQcd1ug4WamO//8GUT5WO2lRdkbSnQNXIzAUVCdGMiTiSKdOKLlYbMe8Rt1uqG1nUAbKXqYVPB7uKcjBwfRZGhl++haAv6ozeT2mpZpno58DD3RpPm6puWcWgeCwxY0UPQ0R9Evkd7761sHOIrd+OCnWE5YhMCasphvtUbT2qpUq1W2jyBZBrW1dLtOgUMehxMUEiIUCCBNYASMr7cOrdmQddSRw/1q3Bv3RY2BYk1qxbN7PjhQdjVc4rbh/mVRnpHmOybTHQEC/W94UnO3Bfo2PtUDt6HTz+VxUPyjnM3flh942nv06yEzhBzhjtJ9pepKEGsoflldfrKl4AmvYZM9H5VwcRVJ2QSahRE40ilLaHqsg3Clv4uYwD35HLa8GEc/qmh+p7Seh6HgokTxuQdi/XLVzO4QQ53EtjlpVnupVKq6ujqVWs3eADIh0pKIxRKJBLQvKw1MyS50HVgwLsGtbq5eeHD1zuILcU6+n499bWBQPziVWZX1wv5V5+vyR3vHfDlxUZBLkN58ix8L+yf4N8j0XRVouNc/n4yDzuZh2N761i8qFYv9XEY4SXR2FYI4mCnTk1dWnWspfMZn9PzAqUbK7MJ3Al436hXHqs7sa0hOUpX6i1zeClnkKxS3msl2At0NzJZn3X5cYq6bdIpc4kRgZ1t1S8sbK5hZcXqWs2R9uOfhBpUDBx8st0oz3Fen01VWVYE0s4IqEopcXV2lUglEfszYuZ7/TBmmFCvSNPMfWw8INE0t3P/J9+l7J/r1XjNhYZBLoJE0agyaudveOVh29YnosR+OedVRJIdMy7X/EaA83v8ngQZRNhiA3bd4R1DJOIKur1S8WdJAocgAEe+UWu+AYV8Fus70dASHgZVr8DdO16c8k/qFniZxFBssCRwqCxni1udsc8FXpX+3kjoQyhCR+5shC29WoO0B9wL7AK45SiMPO4nXhng0Gc0nm9TTPWQg0OBpgGgqlcqKigqjZUU1n8/38vKSSiT2DAdXCONgZo1RXdzQnFGhyavTVjQZlTraEnGiBMaViQRejpIIN8c4X5G/M1ckwEgmbrb/Djz45dBMMwVjqnNNgeGo2Ui2VKuVdWqj1gSDgyvkOriLZe5icMkpm1d0O/Afn927SwIN94BAB3rCenyTAGnTkNSHpQ2rq5uccXxtoNtMDxkTRiH0+sqmN0sbwE94z9v5ZV8niPagV8FyQ4D5Z8Xx70v3l+rgLLPOgrj2+X0TTYaJ3JeEvQMC3Wwmx2SUGW6OB7QQwwJ53Oku4jluMlcucahRpTeT49wcHAgcFDPcBQLB0pJSg5Gx+yKRyM/Xl2f3iX6MRxgaVZW7U6q3JasLFFAeIzBmvHYDkFYzBd0lCnXxfbSP19REQsCjjDfgJ4ZjDUXNRUnlZhPFNJ3R/qwFYACiTPDw4EE+zv6y2yjWoKH/g+/a3BGBBk0MjjKAqfp21I+jSKXe9EWZYrKzZJSzBOQ4Tan7paZ5vrdTsIgPZnlXnTKpVfu6n7Oci9s71qC6CBQURnsagNsn61u5ONLLQWjN6gGgPSaKUpJUtc5UpDcYzLSvgJvgIJBycNusBEhnbW1tTW0tpEFX+fv5gYtsZTIjuSjIceGaY4Z6NQa3vzWAZTCaBP7y8CUT3YaFM2LdGY/hXqVXqivT60CBE3yO3E8GQqZt0Spr1HAWmMYOb/CWfGLd/Xp7wKi3XHdbYbkH3Bf8q04n1287brNA0+BUGJmwynp8WwGsgdjrqEL1XEFtscHszyVKjaYYAe+HUI9+MqEedLK1IMNGUBLAwaampmPHT9XW1sXHxQwY0A9yYKyBqQBXvrW1FaSTw+XKHK57TN0NQLkREPdYdI/F5bDe0d7Wg7vc2NgICbFYHODvDzLNlgLxrTmambV4D6k0gC8B45wQ8wi5wHLRjQAj2EwZa9WMzF3TrwDwTDiu4vgvHnZK9CcN12lr4IBBa8o8WKBrNTi4SfziPRQVLSBWXAHjDzSWtfAd+E3lzRQMRIoWOwkjxwaCtr4z/daGu/AI/TYLNPiL5M34FcwyNgxVFde3plXq6lutuRaSaJJyHhDi1MufMpHMKEeRTdXNrxXXqyn6LS/52wEuQhwDD3hJYd3XtS0eXGJdkNsUVwcTTXO5nP0HjmzatDU+PobH5RE4Aa4GNBPsRkOTIic3b+niRQEBfrl5eWBDpFKHwAB/VlfBX1AllZWV1dU1YKx9vL3d3d0YO0PTOAo62His7uqe2ouV2npGvVkoJWnKXSBfFfOcE1cK/nRtXV1NTQ3kOzg4gG62VQv+bdYHu6v/SsW4jDxRRlKW6NP/x8d50puwD2U7r2R+uJcjFZhadZQGXGGraIOG9p8/OOzlsbSZtKlqYKxOacg6WAhOc9zEcCcfmbZFp2nVy9wkZhNJmijwqoUyfsqebFWD2j3cBRwPkGzrxXcMoKrB9bIe3BncZoGGcMVk6lGUDd1sNhizP9xXueWq0Mcx5OXh9cfz64/l870l4jhXA0Qwl6rC3p4Q9NwwUmckUORyq25xcd3Drg5Pe8lBuOsMpsONqvtcpI5cDijaNWWNx1u0q4PdIsQ8jMPd/PufGIJGTUo8UnqxTN8UKHaX8KVas26iV5+fVq6fPGViTExUbm6uvUCDKj2XdOHb73586om5/Qf0gajryNETO3fueeWlBX0Te/1YuPvdvM18jOvPk0WJPAQop1ivyNc3Npk1vgLXP/sudufLWzWq4uJik8nEFwhCgoLY2IiRZprKWg7SnGbzMRiBjvfut34uXy6Gw5I/zpf9cRkCRPZsGygaF3Kj354ki/SGo9K/LpbsuiCJcteVt7ScqWBshFWkEcpgDlgwJOyVsTav2irQh4qMmjaDCcRAGv5CGhIgwVDMN9HDJ879LkgzANQzKGnrwZ3Bbfbcr2mNGwFFSaMpbdG2qj9SvB9K7PfTY/4P9O375ezQN0dwfUWavEZNViNE79bClvmyBKngYIL/fG95idYwJrnE83zB/KJ656T8B9PLGg3mtwJc9sb7hoh4UJIFiJHaqKnUNBaoaiqNrfVmXQPcEjqyM38TyIb/zp0+7x7uWRagNqGkSCC8f8p9QYEBKSlpDYamLeXHoBSf4K6IfWqG/5gHAse8HTkzShZgZF5kYeQF/rY0N1uiXtTZyQkcHmvNHKzmUEbt3kzMOnPdAez6WB6K8tv/EAGKwN8esBSGSvkvF5qulmCcawYdfBMM5Qo5XBGXL+XxJcyPJ+ZaElyJq8g71i1hWsSgJxMgAeaPNJk7GVG3G+xYuqO4nRoaOgZ8055UCLw26wzJL21pTiqHnsYEBD/IQeTpHLNwksjbqXjzuZzVR0wtuvAlEwKfHAIaGi7hY+jZZs3T+TV5OuODTpIvQty9hNwilf65/JqjLdo+Yv4PYR4xUoGBApeD0dCgcuY+9ih7O3u8/uY7D0ydfJ2GDgzg4pwKdfWhqvOVJ4urk8tMPIqHcg1a/ZQpkyZPmggy8nHuli9K9oxwjhnj2QdEBcSXQLFSVfWmsmPz/Se+GvqwmSKLiotVKhXB4QQGBIhFIoYPoJ7NZOa7O2v3ZLWJWgcN3XC+sDm1Atwd9mwbQJtycM+J0UIPRzgq/etSzleHuM5Ck0JvatCxRWwA3ew7r1/kW5MpPTNLCMa9paWlqroKaJDLHD08POz7hRnVcATuHo9Tfyona+luXVETz1MCUabn5HhmtUrXnWgRSuZiKGMRT6uMWmq8MYA/nDs5r/dPBRout81pWLN6BtAHmrKG5Je2QhSJi3m6omawoZTJLA5xdRsXpsqqJZxF0cvut+w4hEJX76xpfrmw9iFnyfIgNwGB2WYVuBjaYiRfK6g9qdT+HOo53EkEPNu05Q9gr02ggci3F793JTmNy2HeHn3nrYXhEaGsQMtkMm8vr88/X+cQLB88anCMLJgNyOEqOGubZ+SgRK2+8aeS/Yfqk8HNgBwnjni8a695/hNc+HIzs+sBWVxcotaoYTgFBQUJ+HymvzHUpNEnv7yl9UIFiCZbFaCdQPcQjMvx90VJtLuutLmdywGAoNDzvtj4tQ+T1wRa0dRUWloK8ufk5OTr42Pf0UAY8L9kS1LBZ8dItdHv6QHBz40o33Kx8IsTUGfIyyMC5g1l/BOyLdgFQHCy9c8d5y9cBC7CQI0b2WeLLLNFzzwwMpPGeQHjngsY38MFJLZ5j9uus29RoOGqf/7MDwC2UlfXWr0/vel8iaFRjRG4OMTFbUyEy8BQnEscO3zi6LETjnLH5uaWMaNGjBs1zEhaVjDRNLvyC7Qaz7IPC/vMhX1PBJjV0NC4bfuultZWZjhYAB4tFAPP2NXF5aEH74drCwoLQQpZH5p17AwGo06ntUxZdM5lyMWZWzF1wuhjJgjYE3BIkjU1tTq97o4KdOluRqDVeY3K89VMlh2ZEDoHvjI0dP5o8KfhEBpbX19fWVUFaXd3D08Pd6DHUhB4TpT/dSlz0U5Cwg9ZONr/0QHAP9BLzEU4Wvl3Su6KfYZ6VfjSCYHzhrGPeFhAPPfVuu8OHj4KbTQbTKMeHrfXv1KhUcLo0FHG+YHjXgicAD6YtfTN4DY+jrkVgQY5Zr6xcEsjgQFGMD+KhI5FDSqEnfPiCBCuGMFwUPjQORwcv3Qlee/eA++9+zYI0d6SM0d/2P/0w3Ni46Mg7tQbDIVFRQa9XigUhgQH26bGegjobLVGU1RUBALtIJUFBlpnOfR6Q35BAQS17OEtAMiAvgkJCblDAl2w8ZQwSG5u1Suv1NpraJqkuW6ivr88IfSSs2oV7g4sUqvVMKQDAwM7PqEECWbWyOG4qqg2Y/GupnMl0jjPmJX3y+L8mKlpiBc7aGh7gYbYd9J948taalpVrSDQRjgcPmbyyHFm8lYEGgCdaAs8/gluVaBv9gk2eA0YgdanI+m/0SXHEU0dczlkMt4EC/DBKObHlSKeiUjkI3johIqqht1/71IqVS5yp9ZwWuoue8hrtINAojPoobeMBoNAILgFgebj3PrWxj1pJ660FtcirRwHiIYwOd8hXhY43D0hVOpHMhLSAw8KhiWKI2YDBAQ0h4/gfIZ+ymQzXLddoK2zHGUtLWftXA5oO4bEffmw2/BIdpYDZLGhsbGyshLYAj5VgD+zvrQdcD6n/lxe1rt7tPkNrhMjQ14cVboxqeqvFPCko96f7D4mGohsp7OuF2jz+HGjrlxNAeMJ4wIM5swZ02c9+jDkW0vfJP6TAg2AAWrzL28AkGN9M3LmAzp3B3toybUDQ4BFuO0BmaQecQpHx6xGPHrRZj2O4SqlymA0yJ3krIbuKNBguMB6gjx1RRsHxTcW7luV/1eLQY9qUHAZeFze1gmL91Qk/Vx0QEjwQB4NpKmvLPiz+GeDHfy69AihUQX76HMfIi0ljEwzxNOMzZF4IoPeQsIfRCwXdifQCSDQj/MdRdasHqB026W89cd4XhJjhdpQpQKxhUxQoriEl/jNI/Jegaw0g3i1tLSWlJYAT0BEQkNCQP7sexnjENWH0jLe3ElpzT5zeoe9Po4jtjzfoWnSaC745njpd2fB94hYNsnnob72Lge4vFeupBSVlEBfQNwEwXRNbZ1ep4fxA7YuKjI8Kiri1rxQoBmIvGXDaI9bFGhoAPjQ1oMugTJdmvwdff4ziy5htjS0dMM1usHqSb04g15H+TLT2c+o+ixwOaynGIVtkXKzHvEeiNy3ntHcFq0Jze4o0MDrCxcvrf58nVardXBwWPLOwsiIcBBrxm5aGoijeJ2ucVbSB4W6ei5KmEwUV4cPcQ+IcfJ+Nm5OemP2kdIzWU2152vLjDSNY6gBMy4IHb804XGUAOvMwEIVABqFIsffQdJ/QdziqEFLoFVE5mYMAwNtImuTaXUdEjkDGbUKegkKdirQ0DSUizsPDpIEurAO1w2AopTR2HCmQFPSDBy1ZoILbyZ95vSJWGR5DdHiz4NkNDY2VlRWAL1cDjc4OMh+DYkNKIGbWjWEkAd62qjUZn24r/qvVLcx4VHLJgvcZRBfmtR6rkxIm7sjDkOht5h3fWz1AxlAHAle401Oa0P3gUBbD/4ZbkWg4ZIeRISWCdQzK5DUDQjOZWSX50D4jwDtRKmqKXUtrW1ECB7xf+1dB2Acxdnd3bu93u90OvUuy0XuvWLAxqZjWiCQhARIAqEESCgh9BIC/CQhlITeMdWmmGKDKy64yEWWJav3U7ney+7+b27PZ1mSbdlAiqOHOG+ZnZ3y5pv3zc7OjjiTVqURHgcd8YavBb8du4wuk9FkwJLEG1YKsRAlxGl9obDkDUpjgxUclNAgj9PphiNYu7923LixZ59zhtFg2LFj53sfLJ8+fcrpixYKHHf11se/6KrQsahGNl9hWmwd3Rx0ftS1q0SfYw854/HYkswJakb2blNFV8Dvj4RQK7fnnDHXOJZVytKtVvTdhDeowoibXv4zylXHn/SgUHAqlDIlVUnc9Wz9J0JnRbx1A2UeSS15k2LVCD44ob8LyESOOGtSFPx6bv6PZ5IkJZQuNuIc19TU5PP5sKvRaAoLCsDvxDWDQCJn/c3dlX9c7lhTrxuXkX/l7NY3tzo3Nhqm5Ix56DxDWWa/Z+kiWEYa4iIVrrr9vrY4F0PeoRJkMDyMBDzm4KxTvBzWg2ZyNemTjCVaVhUj856OzrHvyy88NkLDMMPsDalbAYnrPqNW3kRMLKqcEFonzT+ZhtbEDdGS4f/FQnT+XMHTJHhaJcWL+JpPafiF6KyJ1aKxEWtZLwTsCZ0apst/LJz8pwShqb6ELhsxwm7vuuPOe/0+/1lXn/uhqX5cg7b6nc1Gq+nySy/e39mUZ80aVTJCblRevP7u/aGufLVtjLEwV2EYr8veH+h+senrMDx2gRutz78gc4pZrtnkbGgLOzf3VoXj0WuyTrvQONfpcZP+QhDgg2ZnZWn0JqFtM/XJVVSol0KmsqYJJWdylJTa9CgV6ICHQaWPpc574yChrwehW46P0KRycOM4GdqBtDCMy8y6YFL6/DKpSnHwoWCix29rb3c6ndgFiXNyckxG4+FqFubZub1hz+0fBvb3WuaXjHngHHWOBbFBioR7vVX3fmz/pFKRox99/znpc0eQKX6kMqBBmM87v633dxpZdYCLjDUUZatM7aHeWl9re7AHBQjhlaE0l2hz81XpvVHfdmctTHiYi6ilynOyZmhYFRgvJuBwQEbISN53Wxx+SIQGiSGakztDhERObXmC2vwY2QBAaJlWYhsvRNxCoEcIuQQuAhssKVrAWIpRC4KvPV7zCRULwlthlEZanUYrzFxPJTHkaA98jE4rF859DQRCF9eX0KNGjlzx2ZevvPYWiiGvLD9vydj6N7d1t3XrdFqkecrls3d8ulVwxG666/rrap6qDtpZ2A/o8xhfqkw7Kb0ELubPR/1oe3flZvs2bzy8sqe6M+JBT4rS10kVr0+7vdxUwlFcIBBobWsLBgMoMdwoJzfXaLZSXbuFqnco+w46BCZBICUoy8coy0jhtCcpVoWkygSJr6Yj6gnxNGjJHbVS+wLqgtWrlFY9a1BBGxAVFiMTS5Jn0bJp2uf1tnd0QGhhFzzIzMhMS7MctU6RB+/+TkW6XmZQC33eycWFOIVGGGx16kZkQNXgoIyRftbxbUuoh+P5yaZSjYS9a98rm9116BWl4DnpiA8CF5BReZ4bp8u7t+wylUS9qqvCKNPA3780bz7M2FCsNYC8HJ+qPjqhj8H/6wtY6O3PUt88nJDFgyZLoBQGxgQ2HyhNb6vg60jSoh8IoccK5746kNCQHAdzTp7yCEzfR7gIzQnezkDNnvqHKp7sDbtQB6nkgGEQmm/f8NSyrZ//c9WbSrmSUzABvcRr5rMNln9M+u1oQ1HKL8QtUBAtzS1enxe7uGlBfj5sNoiMc4fkEbRAA6aox/cvu3f/uxCqpUprtlQzL23UT4oWaVhln3mBxwAkAEB9Qe85XS6HwxGJRMQjEBjoOkhiBsSMAKIkI+0hYZv6drA4i/qtb2gIhUKDe5AU/VLDF1qpAkFnmMuu2PFYbbALFAdBVQybI9Njoy3iDUMWJq84iJgQN0k1T429JsYLzUF7MB5dkjPbLNcnRvqPDqQNDgB+k/tDww9GaEZKeZqpj39OuRoGGdkA0IemjaSNhaKrB3MEAc11VhCi9yWHiCMSOjXKcRCEY3Tn3p7mXXZoQalE6ud8T3e91B1zo+tMhjmASCwGo4s/nuJxtkiee7r+lBx5ttqmKpiapTIp+k4URrQwh40NDdFEmWTYCMS74xS6y0Qo8vzFEfEs+uaeXGXa0qm/l9Hshu5dHzSvv7xowShDIWqU1BP+EiurA+JVfYEoE2fi0VgMxA2DceEwqJzKqVTKGvR6S5pFrVTi0MB6hCatq2945fW39uzZK9ICVC7Iy7300ounTJ4Qjyc9bELo+oZgKAhCjygt7UtoEPej1m8ifAxWoEyX/ePtf3bGA8haXOBHK9MXmkagv0C8+PvEWVUfdkI74yo0nJTZxjaaxBOjrzTJ9A2+Dkjwc7JnSxnpUOz08RnpIUmO4zXSLNWxjVrxayrY05/TAgcfUTLx5/hNHgH4KLfrDd7VSC7sh6ETGtkXqKZtHR17e4hZOlAa4JA35kGPL2WlMhXLKllGQnNRLhKMxcMwJYKSVaolalbGqjNUjJRxNrniif5dqVOUzsvXWJQpxx1FDGY0NjbBVCNAWlpabk6Oz+f/53Mv7qmswk1hgMFEtCKFhIWjlpWb9etfXQnqk+4DfgjPuVyunt5eUHQohQ+gatFUULtqlVqr1cASi7Q73OVIIfDXJ59Zs3bD72+64aSTZiM9CCqVSCr3Vt3/0J8zMzPvvvM2pZI8/TkcoRma9kb9K9u3xPn4rPRx/2z85NWOdXKGhUlGFpQMW6pKK5abkdnqcE9DqBdGWimRzdIW5MgNlcHO3YFO2GEUf5SPTzOUPDLqFzucNT4+Ni+tPF+TMRQ9fRzmGRgSoQEYiSH5gv0AcxgLUGvvpva9R0SIyC9kRqqUnfogYx2d8P8OAKkPe6Nf3cn37oO8Th4UMTRCg6O+nlDVV/XxUDw1vAUiShXSvPGZmWVWVk7aVTQcC/siuLOEZVQ6BXn9iaJCnnDtty1Bd1ifrkFkSEvIG/F1+eCjg4eZo60FUzP7DkYhTHNzk9vjwWZubp7b5Xnw4Ud9fj8Cl5QU3nzDb558+p97q/aBiHKZ7Mbrfz19+jS/39/S2opfXI6q0ul0JpMJagE8E+McgGSFioZfzCNSwxALmMwdVNNAa4fwXV1dt91xb0Fhbvr5Iy7IPzlNbhC1E1jy9tJ3X3vjnUcevm/UyBGwU4cnNOMMe9Z1bvPz0cWZ0+6uevmT3p2462LrhBdm3IaEPLn37UuLT2/1d27q3v3rkRfFuOjPNz4ciPoLlKbKQFd1qCuRfBr+4gRN7uNjrt7ravBw4ZnW8gJN5lEJjXQen2v4AxNaBMxzzE9XPC/sfIkKOymGjPMcQuW+IFWVrK2DGAKhwWB/T3Dvl/WplYdwUCqTjllYasrURUOx2o1N9v29cq3cnGtQG5QID9fQ0+VztXskUonKpASzWVYilUs6q3sISfqkArRJH2EumpGdIg9uAQEAKoTCIYVCoVZp/vq3pxqbW8RqAImhZEgKBMFiNt96y41anQbeG06BN7Doer0uYa+PAsTm8XjuuPM+p9MJmnLx+LQFs14rqmnxdKIMkd7Vs+8fo8sZOINCzso+/eLLZ55+bsLkcdoF+R1y32W588vkOW8ufe+DZcvPX3LOz392OdiMXBwToWUU8+K0W06xTUKA3b3VcESdEZdFYS7W5zZ7WnN12Vu7K9MVBpR9iaHwJ5se+MqxF6V4c8G5p1onbXPUSGnm9OyZ2iF4ET8goRFgCKPOSStyOKDgyJv+YDao2VsttG2iunaSx2wRD3nANpDB/cDHaXOZsPjvlEwzOKHRD8b4qpUNvu4A7DSugDVVm1UTzxoFq1yzvrF1d2fpnILcsRk45e7wOlo9sNNqo5JVSLvrHai9sDcSdIfGnFqSVmBydXh3f15NbF8foJxK5+ZZCgx9tQcMYUfiFZX09PSc7OxB6yChTxodTieisFgs2dlktj6SmEhmX5AhA8TddyleRIhO4KZbbu/tJYSGOT3lzFOqp8Tavb2QBJCkT4y/Kk+VHj/woB5Jgr3f66z7pGV9V8RVoM0a583ZvGFrW1s7tHhGhnX2rJkzZ0wDXSBCxPDHQugKjUSRpzCxtASuLU0xHSEHoshRmiNczB0PQJAEuSi6gkyFScHImkM9dUH7DQVnLcmau9K+Qy6RTjWPGqnLTaX2yEB6ULPJnSHjSIQeonRGoQeDocce+z+NVg16iRHif3Q3ZHYgTfc4HLv37Ln6qqtGJvo48SoURCLIsbRC8XnyYA9WEJPH7t+3sp7YfUScuH35whGWPEPD1rbGba3jTh+JbXttb+XKWku+sWhabm+z09HigZULuoJjF5Xp0tQw4a2VXRPPGWVI19Ztbm7e2dF3wISP82lFppK5eYTaCSAlPp8PZIVQhn4oLCjAEfFUCiic7u5u2GbQ2mQ05uXl4aCCoVc4/edWtpG1O8Q/MdECZVOwjxRYL7XpY4mb4HKvz/foY39xuz3Q0cRCT53cUN/U090D6wh/4Nbf35iRlYFOCYFRDnurqu+976G582flzC8ek15arM0BvUgdHOiy+lU3jh+ThZYP6t8PACgLp+U82/S7yi5b17PXE/P74qFzsmbk9Gl7QwTcBxB7UEsxKAYPh9IPh8NDYfMBkCIYN27cueeec9aZZ568eMH4BTNNs0r+oPrqN/KP6dEWg0afmKB4EA6Ho6mpsbmp4Rj+Wlrw19Tc3NHRgaoVK0kENuHekV4kcQzUgGFW6sgQuK/XDw2ts6pQTW2VXXI1O/qU4oAr6O7w2YrNOWPSYZuhOhDSmG3g45y3m0x3VmgV/Wfc01Q8CneIF28BoOLhn5WWlo4cORIqom96UoBNdbvdCAn7CvOcCoOopTS1xKzdMbkkfOoE4bQJwqJJjvljny3Nuru596ZaO/o7MSjqoqu7p6PT3tlpxy8Mdq/L0dnTbe/t7urtQVtKeb6or5FlpW+98dKvr7zyrOL5eeoMUTfj7ogE6MfmY4KMlsBZVtKH/dNI5Oky/Rxj2T2ll6yf/ehHU+8ZpSlY2bWjO+wcrS+4ruTcDKXlWNkM8DwHuYtWl9w/Gga30EO0zSISFjr4+ON/mT171uqs7s3d+y7Nmrm05WuWZkoUZhWrWKSd1rG9cdacmZmZGShW8ar2jk6nsxdmRtw9JiDJyCdSDvEqWmhE01XvqlvfkiIVmDdiTmH26PSeRteuz/blT8ounpYL0u/+vMZj95qyDQqtHALa7wjmT8wqnp6HOt/xcVUkEJ18brlcxe5Zub+7wXGIheZ4uIZF07JBjLZAT7bKgmbUr/SktMQV9cf4mFVhROWBvijG2rq6UIjo7MKCQoWCzKyQM/RqV+CGWvut2RZ/JKpl2Zo4l8lKmFhMw0r3huPt4cgzZZkQFYgd2qC1tQ3EJTcQBK1OB1sTi5L1YmhGkpuXJ5OTYTuUSHIA9KggGi+Z7KNa6G/sO6JkMR1eB9IO1mJF4IIwH3cJ8ABjElrKU3yAi6hjVJkyUymVJ3iMIORyRC6hJYVpBWoFnO+j6NgUwBO5fEhDeIeVHEP3AkFoFPETf/kbqg06klgDcQ4Sii4x4ctitqxdv27yxImLF59mNpsPqDfyQwIdI5ArSA6wpK/kGEhoADVeflopXEBPt3/np/skrGTU/CJTFhkohA7m4rw08dYqmArLXbupyZChG7toBEx73ZaWlooOImkPAOFlKrb8tJKwKvZk9Yc/yT9lr6/dGfFcmDNXIZFzAidjpHW+jhUdm8/JmrnDXe+MeH9auBAlOyihEaGUpne4gz/d31ETiFASBrtksiYKTqB+mq7/S2mGUkIP7jQiqwxLeVvo6g+puhUC/JBYkHB0KGWJW6P4znxBKDmdSix+lyI0XFv0IUajSYI2fOC+SI03GojyUTLNKrFMVPJECjRtNBiQNcJTilawChUjU0rBPCYWj/5j+3vftO+F0E8GpqhoPLK9c1+U59654E/Ts8ZAeSdPHA1oZkd20lI4koYG8+AOJneOBrBKKj3kluATHJEvV65au259d1cXyg6xLVy48EcXX5g4K6AWyVO7RE2QsVuBLIJPdo4IkdD9NPSghAZAVku+aeRJRTKFNOSNNFW0wwWEciCmFykAOF6hk2ePzsgeZQXjvT2Bvatqg94wGcNOAXUlYcpOyTdmaNFYwd2OsOOd5jUnpY2DRdrq2l+otjX77Uty5mxyVPtjgSW5c+E2cYmnJ4cjtAgWPBaEpmC0MxqD2c5TyNIVLAphcCqDx8Euev0Dwv6Pkrv9AFrDFuJ4v1JIQST04meE4tMGEhrbYij8I2NoeyT2jTe0LRDqicWRHpSHSSqdqFbM0amyFWwkMU6BS/Lz8/U6nZgplOnh7ozgUMO93p6fffjHSnf7exc+MkRCw1zChU3uDAFHIjRwTNpjUIDluAO07/79tXq9fvK4sVGGWd7le6XLvSsY9nJ8lBdQWCqGyZKx55k1V2UaC1Ty8OE7B5TZ0AktArSWKdmMEdb0ErPGpOpX6lyMd9u97VXdjhYXqHRwfmYCkDYqk3LkKQUKDSv2kNAV3ljAKNMG4uGlrWtyFOZZ1rFLW9bY5IZFmVOjkOE8J5OwQyE0QBznA7WA8NgYhM7IHtTw6juovW9T0gNr0yA1sOzaTFptJRz0d7Lz72dypsfWPRzf9g8yhQbkhsWQwEAeyBHugnsMRmhRcowcMUItl/+9qevWOnuI56UMPUGrmqZTaSWSxnBknduPtn2WUbvFF/ppluk3eWlojQliE8ilsvvX/OP57R9gQzwC4MbuaBgK5LlFv18ydlGHq/OYCI3kgc34Te4PAUchNGyqqBC+O2CP0eh/Ud2x0hOQHWIAD0FEIB+VeqEk41SLFmYgebQPkL1jJfRBEPGdGFVAMDFusAkYLDl8nJdrZMWz80zZWugTHAGVHVHvX2vevzz/1C+7dppYzSV5J3EU3xv2ZqrMjojv3ZY1E41FrSFnb9j186LFuMNhCY3+gac69va07e6KR2IMywhx0pbUJlXelAxDhvYgrZG3sIta/hOqe09yphcgcIyxSDLyPN6+i++tRhjpyHMkYy6hWAUVcnKtm4m+zptDyTXxzU/Gtz+ffFJ7RELLZbLi4pIr97W/1+NJl7HLJpWEOP5Tu3OUTq2W0jW+kCscG6NRwgw93+HAqbMtujfG5aNaU5UE2Y2/5E6iaGFfr1nxp3f3fvnC4tvOGbOwx9fz5zXPNnu7/3jqdaOsRbGjva+F5EFsDH2IA5Dcc889yc1DgXIfyvDzEIG+tcofXrSndUcwAmfRJpOOVMry5dIMVhoWeD3DZEolZgmjJhMqKBcnvNbt1dHMXKMqtc5GCsgkPCSny4WWBqNiNpmQYfA44Ao7WzxHITQpY0LfQ/76XEMMTmIJQ1uZpfy0EZoc2StvvrHsw48bgt0r+MqHat79sO2bW0rPx2X1vrZFtkmrenat695tUejfa1mbqTQa5frtzv2LM6fMspaLFhoF6HQ6QWu0OqPRiF/cBTcNecK7P6319Qbyp2SmFZvMOXqlQaHP1EaDsbYKOx8XDFnaRIpI6uj191MNqyipInGEpJJMLs+eTsfCgrOWd9ZRUT/fuonRZzFZU6If/Izb/QbftBY8FhpX09Eg77fjGpJ5APGVnEmZiok+SewhhS6XK8bFlFLJboF9uM2BE8smluz0BMwyKUK4IrH2QKTGH7quJGuN03d1fnpLOLovEO6IxGZolcUaBfRIohTpSDS6acsWmBuTyQgTIaHI9JhPa7+p6mk4p2R2aVqBVMKeUjJ7SflpJuVQpyihllG/Q+f0IOFAZTIbJoxu//thM4CyXNrrbQxHL7DoQqeMW1qel6lkFax0lkp+rUV3Z7Z5sVkL22xlmWss2tvT9UapBHbCAbF7FIb2waBkPfKfhJFI4cWwGovKWmwqmpEz6Xyy9srUS8qLp+W+8vprl/30qo0bt9S1Nr+79ou1z39RW9u6LtQ+bu1t1+95+drSc1E9XcHe2ZZRY3T5BeqMzb37Rutyryo+U8dq4gm6HA7IE4gbC8aUOrmEZSBSIoEoCE1WgdHJQb2wF808UWo0IwSdQvP6g4oZbFaYpPknxzu2RSuX0vo8SeZkkZ3iBYkNgJdkz6B1OQIXYYsWJiz0ANvQF8Tno9LkMjlsCg9ZHy7VKHa6/SdbdJ44F6aok61GWCVYOLVE0hyKkjwQD5aw9pX6z67Y9Nitu154bc+KbzZs/nzj6mt3PFvw5bW5n1+1x1lPnvgl5jBBWykZRiEhq+gM/UuQAAwrurghKoVBJMexP+UGlZJb/XEgcng8z7Y5b6jvGqVWvDu2oEgt3+IJODke1nWEWq6VSp5vsG/2+NOkkkxWsj8cf83ln6iSLy/P1bCSlEoTAUsAXV9XVxcOhSRSaVFhoUatJmGQimMopT4g0Q+ivGD+O9s7H9zwan2kS73BLbiipPZU7JU3/mJx+exInOg/iBB3LNDobx9rLuECEfuGmrSphTKTliwzl0jqoJKDkdCudm/1101QNRKZRG/TyDRsLBT32v0RX1SfoS09KV+uhmRHphhICOrdJZS3lZASbFaa2IKThZCLD7sJq2iJxJDPOWq4jq2yk++XjLs88ua5fNcu8nIQBE/zWkqIS6zjoE/ijasE8rKFhD79WaFoQUpygC7Qb6h05HdsWdnSLs+V+1qjgnCJzfSnslwY5i1uP/S0TcYuSDPsD4R/XdnYFYuDkLDM747NO9Vq2O5qVDBsqT6rurL63WXLMtJtl19ysUTJ9oRcBrlWJ9MQ0nf0/rHJ3hqJE0rwAuzIrzNMd+Wn6QbU7xEwlOfhgxD62BxBlHLdZ3TVUlL0CWocBPyp8supwoXkcXeC27fU2Z+2u0nb5skQh8i+GAWnkIbyJ1dgl4xTEt9/plqxbDBCAwjv9fsbGhrQ8JDDjIwMa1oa4kNeBmbnuwBxgrKd/p73Gta0NbcvME48efZspKfvXRhWEurx7nngY/vnVTD5QoxLm18y9u5z1NlmbA9KaEQb8kUcTe5UNDgiU0qUOoXaogLdDwpocoahNtwn7Hg+KTlwuVwrMZdScgPZhVPtauA9rZSElS9+gik9I/bR1VzLRmnRQpoVXylHVAxoHW//lsz6ShtFXfAexapEW4PYfT5ffaIkxSVKpAwT4fgH6+3PtPd64TnEYxZfD8tzAYnUq09PrHxJYkRNgdDvE0Lr4dbDmnBx7uOPVzQ1t0BGn3LKSWPHjoFNFev9VzUd7zp816Xp0yRMnlZxYV56iBembK4OxbkvynNzlTJUdyKpRwKSOhQHcXCnECI1NsQBO3Ei/7r76LJzqYm/RIQHaY2oNTZKZQF/xQPos3b7QjfWd633kjcssHu41IHWfQktIa/l0MFACFGr1SqUPoDyau/ocDgcCI9bIcwQhyqPAwl3h3REUlamVCiQBrVaLVcp3Ps7d921zL2tBbQmBZnIPQJCRagLTWPuPNs8vWh/TU0oeNhRjqMDhEafv+JaqrGPjBaBgpWp5Yv/QpuKaF32wbN+uxB2c7veiO16lRzkomSQBPdVGKjz3qYsZTAxYkAkpqGx0ev1wi7k5eZC5YvJQz6gCniKru3u3dnQEIjGtQZDWkaWeFUKI7VKo5zFJfANtm+vWPXValQp6kulUv74kouNRj1u4I3xF+xt2xYI/cqss7EMeaQvCH5eeMHh10iYT8tzilTyow7XMhKJjD0CXw7iSKMcsC6w1smdw0Ek9Np76PE/F+bdS470VKJADxjsVArgOUgpazmlNKPjlNBUbyS+xx/eg256MG2ENp8nk15uMyhZaVdP7yOP/h8rZRcuOBnmauVXXwcDwVt/99uMDJvoMaDTRJUEg8HokB+QHh/EAsEvCk3g+KbnN3g2NOlUGnO2SVNkZo1KlLsg8HFvxN/oCra4Y66wZrTVeMN0QSuTs7K+hEbdIOWbN2/duWv3aQtPyc/PYwS6PdjzYtNXelZ1ddEilu47C568gklt/Tu16TGyQcq2Dw73URUaXf2BFh4LUoULqEV/p1h16oEi0tDS2iquZp2Wlpad1Z+vuH1TY6O4AFVeXp7RYEDicRUMh2hTkuESSJDtIOFI4hOj1yD0OZWtm7xBnZQkXTyrYOiFBvUDhVarnD2yeWYYiUw2JCqLOBKhgaPLj76EPuk+HKC/uFGo+ZDOmU1lz0iVHTEPEjlVcoagzzt4cAhA2T3++N+cMe/iq86aaxzHoTGwkmf/8UJ3V8/tt92MfCL9sJ1dIednPXtkNDNJl1eqz00W5w8A3JFAyux64pPK59aG6ZiuyHrSg5d2bK7Jn1PeW9GQNq7A/k1NxpyyvX9b2f3VfvJyyryMrCtnKJSqwoICkdCwZ2vXra+qqpk+feo7733Q3tZ5+503u3XhGmdLW9g5ylh4dtb05P36AgQV4tSO56htT5NZiijPo1azONBbeiY19x5KbU1RHzmALYDSCAQS6/SZzTmJOYB9gQbn7HU0t7ZgW6vVwldpaW3rsnd9vXrdth0VtvT08845w2Ixoynq9XqRRYxUwsXirt2tzo31/qYePhaX6lWGUpttbqm2MI18cCkxgVEcI019E+cIQDr/5ePQsBa+dsrdQNZYMRSSA1/cJNR8QE+/WZj2W9K1kb/BUo5Uwmb3MzaHAjkBL79t3vXeC++7XV7j5KxxpqJdGypw4ve33JCVlZVgM+OJBeauue2RkZcusE55fO/b0ywjZ6aXH3mcARBFPJkAcaAAsEuedsNpOcwH41KgWcnuPy1vfvlbxMFYlNOfvKz6o02jL5rT8tXOotOm1L3+TeFF03fes8y1qw2RCjMsWb+arVSrC/OThEYMaKjBUKizo7Ny1953Pljm9fuKCgouu/KSGWMnR2JHW8FVKqeiAaptE1W7grZvF/ydSVEBEKssRTdItHLRQqpgQZLHfcgDcyvOesVdkP7c3FyzydTP3CIMtDXUCGofzmJZWVldbf2evVVTT5veFuj2xMOOeABqO9ep2rpm63W/+SUrl3lqO/fc8aF3V4dEJk1y9gDIW+scn3nh+DG3n6FQyf3RuDvG9XONUBl6VipnDo5qA2hUZBz6+yL00dncD7gxFOSXBwg9/SZSyp9fR9V8SGkyaVZJ7LQIIv5U1Cl/FjImJa3IQAjCJ5992alyyLI1p+fMydamhxPfqEw0WaqhoekPd93vcrmTc1biAszDrbf+dsbUqZFo369TDAIUUITjflTZ/pnTt8Co/seIzDwV/BKqORhZtLulPhy92mZ4pNimkUr6Tk3uCzh/EZdvyy9f89V1j7v7TPOEAogRMoeTeHBkFgCCRDyB3fd/HLB70m6bzeYaZVL2EMlB0f5Y8HP7jq8ce+4ceWH7rqZnn3+pt9eRnZX58ysumzxp4lE4nYKoK3BbsdbJRTwZxSPt+ZAYwFH0tp2dnfA6xMhhX7MysxLt+hDgiMfrbWpqAsvR8IqLinQ6XWVlVV1Dg25S+sr27W4ukqG2yqTSmdGcHWu2X3vjr3q+2rfzxnfVBeasM8rlaTo+Gu9aXx3xBSRKGZkSIwix7kBXvWNlnnLpT+cENSryQTsyg4/WS8iTB2ecUzLMx+MK5pg1xMXsCxjpY3m2MjiheV6IRo/9w84ioSuep9o3UyPOFcrOIbb5i+up+s/IUFHx6YeoPcRNzEbyFihElB3STeLgBXilKE2IJ5yB7OmXEjCmtbXtzrvu73U6jXo9TEivwwGi33HrzZMnT4iSdc1JhKSiEklKyA/sIZqD8cAYdIRj1+7v/MjhG6OSPz8iY6pBgy5hhyd0ZXVnRSB0ikH1bGlmoVoROcwgJi2VtH+xu+rhFYEmJ5qTVxaNktqhtDFWHqUlJmXJ1XPzfzKzoakRov+QYTua6Q45N/VUjtDljtDnimlCpmrr6muqq1mZbNasmXA9j7n8DwUpgcRzE+gKkBhSGNuIE+WcYbNBNOPswFvgYHtHe3d3D7ZRpFAa+MUllXv3NTY2nXXG4sSEG6hGUju1dQ0ffbri2muuqrxrOSuVjn/w/C2/erVt+U7tWJtxenbu4kkSit32mze5aCxtQaGbpd7Zuv/Ls6e0j8ih4vxIlew0k+49hzdHxs7Vqd7p9bwwKneuZQChE0DhoJaTO0fE4IQ+tpG7QUDYQ37BJ5HQi58WihYP6r4grS0tra++/vbOnbvgVOEIbp1utV584ZLE252kDsSQ/YALEw2X3EisG/iFftSe34/eHN0L4kn1pNgwGAwwNv1ig7uBQJdWtX/o8FlZybJR2ZMNailDdQZjS6ratvhCY1Wy90fn5Krkh/NdQGWBoWKuYFd9W1NjE4y3rTinqHwEMo92iTT0G7ZDepFa8Vokpp/WJzlJsBAVEEPTJB/9Hvy+A4HuFBfyHPgTIw/GIpG+lYgEWCCWzWawc9AiRe/i83mbWlo43BRuosWSchNR1FVV+75Yufr0RQsgA2B43n3vg1Vfr0UNnzR39q233lT10Cdtr20zz8jPPne8zKSGpYKR9lS3exs7KZYshFLj8KytaxfSdLf87ZflBTaUOW4oZei93uDcTVXOWFwvlcJCzzSpByU00vadpo/iIAiRYsPxIkHor26lmlbRpz4uFJw6kNBg5EuvvP7556tuvuk3c2bPikQitfvr1n+zyWQy7tq9p72986EH7oItGVT5iBUPwwPzAxqnUos40ZpRfwAUGCBN2H5x6EcMA6BsYKRf73Bd39Dt4bjbssx/KEhTSpgYzz/c2PNAm1PJ0I/kp12VbZaw0jBZOpqQcv/+ur1V+844/TSj0Qi6iBwisfV5e0Wv0xUk3l4BREJHwxGlXBE1MxvclRWO2vaoO8bH5QybqzBPNo841TapUJsdiUe7HehpyGob/SoF8SS3hgCaIQ9AkWGFUqlWqTQajVKpFEncL9oUUDY+rw/+HyodIXBVQT5ZM7tveKQBtCbrnoGtCfFNDhJ9Q8W52N4HPm5/uyL5lQLxoj5Jpnmhi48unZS276KZT00fNcekDcSJfdCykgpv8Pwdta5o/JeZpr+MzMZtBk0iEoMsJHeOiMEJLQKnYKm5413xNwmIPGQefdSAG6EcoRoffPhRONE33fibbVt3vPHpB7pc47yCyUvOO3vpO+8v++iTa3511fyT5qKgk9ckrkKVw61xOJ0gE2ENTavVang2kHoodDHYEfJFqkEQ/tTU81CbU8XQj+Zbr8w28bQgfgng9R5vnpx9pth2Wpo2JpAh+Xc+W56uNufl5ba1tq9esw46p7AgT6vRQMdr1Zprr73aYCTjWYMSGq796j0bH61dVhFpVepk5LEEbp9KWmI7EuVigfgcdfE1OYssCqNGr0VeVCoVckpi6JMX9AYwa3yEjBuKRwDQCCTmo6DIIVk+QgmIQPwoWLvdjpJEYIRGpnJzcqAxBlxLk+Gs1vXU/k8ocwk15lLyprM4WoUU0sL+p1fZV+xF8hKBk0DDYvUqbYk1bX5Z2pSCGMM83dj115aezkjCa0rknZUwpxg0j5RmjNapBtpm9AawTWicyf0h4EiETuG7KBCUNfHCEhUDkNk/SPeBm4J/oMhTz/xz9KhRc2bNnDJlgkqlhF7asGHj35/5Z/mY0bfcdAMsLJkih6gSyx53dHSKr6sgq1Am6EMRSd/OhNwsoUBgPMVeO2FKU/ablkilclYaoSWdMb5crya6JJEeKU13hmMhji9Wy6MwQiQm6q2GrxqDXS1Rz+PlV5g0+reWvrfhm00PPnC3Vqmq87XfVvnqhZmzLs6dGxO4foQGXdCU/1r17p92vE9xtEGuvHn8eRMtxX2eApIxFjouIAHPVH3yZe9ulVb2YPlPLy1YGD3w4CMFRi51723be8cyz97O0feemXfJdD7OMTJp97qavX9YHnUGJjx7qXVWKd9n9duBEEsGvYrf7+/u6fX5fYT1KEkpa7Oli2+IYTcZWgRxNxmq+kM65BDKzqMbVgqZkylvJ23fKoz7GaUwi89ocCH+xwaKF9WRmnMHzYX/4C+3Bey5apuELBlBHhKLOpK4i2SdA7F6DwGoLH6bIbk/ZAyJ0ACa8tBHPEixsZJAq8P+xZ6etbXBBgcXTGQbedApNGVW67xS68kjVRkGLjH9CIzasWPnyq/WgKzgO3rJyZMmLDh1PlRv6qaddjussrgNA5aZlQUhkUq8mPNAMOh0Oj0eb+zQkS+SnsQ/+MHxvqcA9GXoZE1mM4iYahuiIV3ZvkXFKsuNRWu6d7/QvPrtWbes+uirdd9sfPj+e1oi3Ru79lxetPCx2uUg7i1lSyB+GhobUoRWSGWft2+5bvvf/R7Sz43SZzw49fK7a96q8rXCokb4eCZrXJIxLhqLzDBM6KYD99W8hdvqpaqXp94ywTwiuTIBxCPLdK2prrr741CLy3Z2+ag7z1Ra9TwXb37r29pHV8YD0dwrpo347UKJXAbJTnJ6gARiTpEd1B2cCpAYTS7lYSMYpEi6NR3qDgdhHeQSFjbAz4URQCWRx9DcuBhV+RalNFLZM+jqZULuHMo2jgo66H3vUOnjBKma3r9cKDufMpXAWqMYt27b8fqbS3Gb7OxshVLhdrnb2zsmTxjPzTe94tw8UZ3/5/IrrArjUBaTRy8Bi5DcORYMidAIM1DYDQr0MvFgeP+TX7Uv3cFHuKSoEoGr+8SALpJRskXXzSv42WzCncSpRCdLxlhS90K5u9zulpYWVAxIlp5uzbBlpBwpnEVICE9wHdUm1iX0Fiil1+tBU7lUAmuBOky45uQS3IAlBkRAA4Uy9vh8brcb3iS5JXmrgkEryszIQCSIyxH2rrbv2OqujzPMjwtOmqwvfurZ53bu2n3XH2/bJ2lf0bKlwttWGeouUqUtnXJjGqWrbWoihNZqC3Jsclr6SsvqP1a9GvUJ8Wh8tC7zgSmXvdjyRVQIh7j4NEM+WVeJ50Jc1MxaOqOeV9vWIkNKRvqXcVeflj0rKsTRplqWbtn/51VIK1hbesOpcALi4Vjt31Y2v7hZopaV3nIKTLWA7iph4pB48UNBJJ+HAgVD/CqZDOpObzCgZMBgUPzFl177avVahqc7C6gds+KUlCOD8IKQp0p/fsKv54PWDV/CeRPKzqUMuVRPDb37VSFrKlVyFsVF6JpllKeFMpcxxQt6Xd5773u4uKhg/LhydGJoKiqlKsJFys+daEtL3/j6Op1Sff3110jIBIFk3R0ZQxfN/TAUQoPNQ3IQ0QN2rdm3+5b3+WCcjD72BS+oysy6KZmkfw3FwSmJig3VO13rW+UZuonPXKorsfXrLsFO3LSxqcnr8WAHNQFPRXRuxLPRSKS5pcUf8GMPR0wmU4YtXaNQ+uLx3d5QfSAqY+gcuVQDBUPDJtBhSmApWoa00BR0RW803h2Np8mkE/SqDIUM/EbDQC8Ac4XYcFF2dpb4sBdmG93DE399Ck1LLGVRNZ1/7tmnn7ZAoBj4B9GmtZ6Nz7XV7OFjETUby9QE0bm2RJWP92Tbo2xATqmKsh887xaonUg8HBd4uFc0T2awtoa6oIByNBmPVr+90UWWYvnruF8SQqMrRyalTMeKXdUPrIg6QvlXzSi97lRYYj4eb3h5Q/1fV6NfLvndqQWXzSAeSsKdCIfDPr8fiYRfmFjWQgr/MLEyEyhNCi5Veth/4cXXPlnxOUKQ19HAdwggKd0ykW0ex4b5WJ5M/8aE34wxlcTQ/Fu/oZvXCWMvpT2tgqGAalxF8zFhzI+JsOaiuNFrbyytqNh1+uLT3nn3g59c9qPln6zIn1FUYMtx1znXrt9w/pKzl3+84rJLL54+ferQtevxcfrohB6i2IBD4Gvs3n7lq5EuP+w00cqxA8/gUOcSWj8rS5Gpda5pjvaEJTLGtKCQkTG9XzZw/qh+Ys7Epy6V6fqsH4f7xmJ1DQ2RcBjbmZmZVqs1VRlIT3NzM7p4bEtZNic7J82o90Tjy7s8BlYyRqus8YedUa5YLbOwUhfHNYVj9hgPzxq22chKCmQSm5zleKE+GAtwXLlWCYFS4Q5OMarH65WBaLS5pdXrJUuMghB5eXniF3cSHDjQNSRSiG3C5q3PxjY+Cu8vwCk6fCq0ezUbz1QHEVpKCw0RxWOdtq4YmAVRHuuxyVpH6DkpHfdykQhnkWnun/Lj8wpOUrJKKS15peHTe6pe//v4axblJAh9ABDQzm2NlXcu81V3Z5xdPvLWRYp0I2jW8cWeffd+Eu0J5P9iRvE1J0vV8r4C/aiARQeJ/7rzgy+6K7Q1YWG7A5dDD6jkymuuu2ru5Blh1HvtCtrbIoy6iKr7nNbYhKKFlKuOrlshFJ9OO+uo7kph7OWsLn1nRcXjT/z9x5dcuHPXnsbG5rPPXKRWqVva2j/97Iszz1gEEkON/PGO36ODPSbhCuGRKPVjwNEJjRSA08mdw4MhH2ffW3nLhwlDKxT/eu7I6xbChCRPA4k78bF45SOfNr22BRaB2AWGTJWEtZ7y0s/0ozNTRhpFUFdfD3uDMs/LzYUMSLEZVIPZJgqEZmBEM9LS2oORj+yeky3aXf6wlKam6JQv2t34aycfsBGLo89oLzlASgnxKWj6FIPqjlyzlGJ2eYInWbQb3UGrXLrQog1EIvDwiBShKIvZkpPTf6oDiYiPxj65lkOnLJEjVn+Y75UW60rnyKmgumMVFfWx+XMpXXZ7TWVFQ/2qqL6DRuqouJKpH2vyCTQXJkt8MCqalvEKNG6KfBxNLZH/LWWhDwU6QF+d3bm1MfP0cVJVciBC5HqwxZGxaCzMObKJvDGHWW6lHxLvo5GnPDDNnzVu3NxRybSFzy2bDwcG5Y+2SjWvpp37cRMqa5pgm4DKI14c/mNYKuSgaz4UGBkNB33keRKl3tHr+PvT/2xuaj7ppDkZGRmkvnm+al/N1u0V8+bMvPyySxUK+VD6+RRgnqGLvn9CAwgTjcb4I86OgFz21XVtu/LVaHcAimL0XWcUXjwDxwWO23Lj6wqLbvzd54kh615Zv/ehz8BUkWyE0MoEocckCY3bNTZDaRAbmZWVCcdFLAjkzeFytra0IgDabnFhkVIuf7fTVaiUeSBdKcEqYy/Z114XiaEQlDR9iVV/RZZlAhQjeTVf+Nbhm2rRIR5fjNvuCfyj1fFhr5sIVZQdRT2Ql3ZemvbTHu95Vv1HXZ7zMwwWOdvc2trT04MbQ5IXHPgYfRISGbfz1djqO8kgABdjC+cr5v0hwlGs1irTWZNhkJdYKNTdIDBSz9a3lFUvCrTgiDHuwlPaii7w+YgVT7OmGYz6VINDGy/QZlgVBkgz0YpAy0vIqyKD1BMxsYlZE6nHT3JG9l7Lqsfr3icrIyTCDArcDh2CUaYrUttmm0bPsIxJV5jRg/Bk3uuhtUzelAHzyVBQS2srTAx4lpuTo1Ao0HbIvBE0vANJQ2pwNhwOdXeTtVUNBqPZZAApY4n5iWKYoQDljKuOQ28AQyJ0XyDD8QHPokXAhHR8trvy9mVCOJ57+dTRNy9m1YfO36WoiDuw58GP2pftTvmL/QgNWelwuSCOUUzQzan1tfAbCAQgQniOI69zFhXJ5PI32xyzTZr1rsB8k+b+pp6Xe7yo3yKF7M0xeZONZHq7NxZ/r9O1rMsd5oUbC6x/rO0oUMrOtRrOsxnViUHTr3s8l1c2d5EX9QWbVLKiPKfSF56oV25xBacZ1CUaRWNigiVya01MsDyYcUYa/+bP8W+fonhOPuFyqT6X7tolUZr4eCSozlcWz6FjASri4/e+I1Gno9YDUovMnBX6+h6ITknhgo7y3zu9QaQ2KzMrteY+7GqY4+9p7H6y000ePCDjCbEukdA3ZZruLrSSAa9EUYBjX329ZvnHn6LzBNVs6baf/fTHJSVFUoGBbrmz5g0pqHYACWbTMSHOCbyMEP0g1XFXHITM4AV+nmn03SMvH6nLjwzoHHBHdNToM9FlwQ1A4auUymRR0HQkHOln7HCCPNk5xqf3x2eS++GYCS3icCPT6PXCDl/Nn7/o+rgSrbq/awigQwST+hzuR2ikBn29R5yDm5sLV080z0hnY3Ozx02+iofj6WbTii4PpHBDMDJOq3yguef1XvKxnJ/aDC+W56NV1PnC5+ysrwpGZBJixBAtjBxMnUlCj1bIIBECFP3W+MJspSzC8edXNHzq8iFZZimzsjy3whuaZ1SvdvrPsRnklFBbWxtKWCZSkalV8iWsYN8V/fBnQqiXUZqU8+5A3sI9TZQ2m1ZquPX3C4Ee5ZzfSwwF4Y49gtJCGwu4zY8L3bshuyQFgxAa2744f0Fl61pv6HyDao5awdH0T4syzHL2wcauO6vbTjZqPhiTQz4LzXGPPPqEWqe56YZraDJ5lvb7/Lfdec+82bN+dPEFL9d8lCI0yIrTiBxi/aExVyzKmvlc7bL7q5dCZuCUUaqcrs1TM7I88nVn/hPn3sqgfZI277mJN/dbtutwhIaP8fHHn7a1t52/ZAkUBvpc9JMvt6zpCDss2wJTRpSffsZi0ck+MhA/XEDUbHL/O+Cwb30fDSSHyc2+IIsxy2wLRhVff7J1QRmjlMZDEfEhlhBHh0YCkMmEff5EmZG1ZKIiXQfeRaLR3l4HIkdjzbDZxH4HGcbxLrsd5FYqlZk2m5+jGnwh0DEa57t4/r4WR5ymRqvkb5Tna1jpdpd/xtb9sLvwAnE56LtYq/yJSbNIp5ypkVukkk+94ZpI9LV2x3lpeqtCNt2gfs/uCvGCDzfmhSVW3b5AJF0h64rGijXKUDTq9/uRA7lMrtEc+LKgQL5Jx2RO5Bu/FkKOeP1XrqovGvdVde1bF6xZqaUTX8Bu3hCsWt5UvbezapOn8jNVvEuKFs6TFQh86bNCCWmk0+rUahXiA/PgyL5s93TFuBFyNlsmhau61eHd2ONe5fA1xbl0VnKRVa+QMKxM1trS9u327RWq1nqqt0yXvWNLxboN3yxevDA7M2uno+Zrxx7YDY6P31t28dy08q97dsf4+BRjSbmxaIKxZFP3bn8suMg4AlnQSOXNEZczFqgPO6pDPbDfPTHf0tY1M41lWaq01Ixl5AXZd7pcYCdoByuD2iFpZpi6uvpoPJY7YUQz5/pV1XN7wq1yKWXnegtCxmxLRkFBnmiPjgzUMtpGcue74Tgt9BCHPgCaDASjeMnzwuShgRDQD8fBdRQcbEB9QwPMv1KhKE6suYEUkuOhEMouHo9pNZqSoiJnnNvqDJpVMg/PN/gj1zeQZy6zDZoXRmU7w/EsleydDud9zd0+np+klP3IqP7EE1rjC8/XKmD5nnZ4HRwPxjxYYFuYpq/2h3MV7JVVLau9xAWco5a/XJa1zxOyqmSBOD/LonV7vS6XC6d0Op04kCemmgCUZKRc1Qfc+gf9zu6OkJGnmdQoB8DxdJtfHYnDZ+YzNUG5hBcOIznQe3SGY2dVtu4JRiysRHNgZjDo4Ihxc3SqF0dkpsml7pD/M/uGna66BWlTNR2S6ur9DMtMHD9+9JgyuHhyhk1JDrh6LEXfNuLCK4rOkB76UYRtvVX37X6pN+opU9raot59oS5SScmTZM39qfqilyb9TsWqRE6j/A9noT/59PM9lbtHTB0d5qIKRiqXyGGn0Qnv2LAtPy/v4osuQjkclSqI//uy0MdDaKRvKOMeg4JYQDK0NPhNReJCQHMDCB2ORND1w0Kg0wehwxSzptszSqdsCUZgNC7a1xaBmWelX04sKtOpusKx+Vv37wtFp6rkFxph/+ggxzdH45uCkdpoXBTvEV6YqlWumlysZaWbnL7TKhoi8H0FYa5a/lJfQps1sIlJB3YwJDWohPV53E27N3Dd+7Th1mxN6AChqeYeMvIsl9I5JqmchVmMM+nj29IWOj3+voRGcLgmLaEoEibeDGWEpFplUquChRQjz094fsuWbXAtxo8dg/sOrDuFRPZyw6d/7KOhEQLmmegHgfpZ3in3jr1CeeDVw/ZA1y07nlnt2CuXkKdIKUC2s7T0oxn3lqqzYgnhcThC4xRYiLOplGAXrs4HHy7ftGkTAoMnF1980dlnnXlUTsNIg9PJne+A4yE0Lhnig8OBaG1r6+7uRhEk9weDWECQFqUlJSKhcRA/jc1NooZG07eajNDQ6TK2MRQZq1Xe09S91EH4MU6lWDGpyKaQxXjhT7Udr3Y42+NciLzFiEjJ5AEYHJxCBd5TYLu1yIba2O8LLdxR3xaNweVCrvoSOsRR43XMpRvu2+ptkNKD9IkwKSzD5qrMZ2ZMP9M8LdTlD8XCfScnoasZ+NY3LkSjdTqdyEtfp1AEDoK4ML37qmvMJtOECeMQoKOjo6JiVzAULi8fXVxUCH4MWv4yhl3Tte3KXU+SWSKJRogN6GO9RL7IOFIjkS/t3j7ZVPp/E66xqSziJaF4+P49L7/SvBqUEtstSDxKlfH6lNsNB75YhYwEAsGGhoZYnBgUEFqUgocDag1ZcDpdiBLd2qBJ7QdoGFyV3PkOOE7JAaCqgGO9HEWT3Doa+sWMC/2BAHnhXhzlIF9zY19vdc6zaNc5/PPNmnsau1/r9ZF3lQXhlpy0u0syFIlC98TiW1wBeyQ+x6T5uMdTrlFMMag1iSEOdzT+232tL3e55Qf620EJ/ZOND23zNkppcgmsV5SLa6XyTKVZKVUGosH2sCPExyYbcsLhWHuv97acs6dmlefkkeWiARTR0AkNlsC8/fO5l9at+QbbPEMm48dB3jiX+PqzBLExAhxv6QUXnXvB+eeCfv0UKkiMrNy86+l37ZsUjAxFcaqhZIIm2xMPvtO70xkPk0XTyFhKdIw258lJ1400FDy2981XW77+femStd27V3RXIHJOiP99zK/OzprTd7ijqbnZ7XZjIzs7O82aLjjr6bZN5IZJCFQsRMlUgrWcMpeRl8SGsBCjCHFaL8oquf/dcPyE7gsUa6Lcj3lG3sBhkMQ+eewxcAoW8uxwOltbE+PQECSFhUq5bGmHC/944mR4xMJKL6lua4jEQesoL5gkkjMt2rPT9OP0ao2EdkZi8P+gR791+Zf1eFa5/F6OT1FZxBEITeZoCtTNJeednTX7/ZbVcOS1IDQXyVVapVS8PdSz1dm4r6s7EI08MOaSX0w6Bz7B0AmNI+i6P/jwo71V+066/LTft7xjj3rnMXnmlR5nh3Pq9Elr130zddqU8edNvbnhLXc8fBpdrP6s+4Lzzp01e8bAYQSw9tGat59o+LhUlTZaZasM2tsjZPpAv7KGVk6X66/KW5gm0zaHup9vXuXjIlpG9vTYa+elT0o92cF1be3tPT09SDncwbzcXLJg5L73qVU3Ex6jsrgYrTLLr/g6vu35+MbHcQFlLKRPfUzImpZ80/FQINcwxmifyf3vFd8PoVOAFOlnMw4H0MPbFaj6sj4WjsOVUBoUsWAsGowzIA7cAwmTVmDMmWCTSJDC5CUACrfPk0I6OzsnM83cGoy+Y/ecZdXV+ELoYcfpVC/Z3c/b3fbEk0IICVyI40gWrBPRHqQSBseghL4chPY0SBnJcxNu6Aj1RrjoVPPIFxtWwL+LcIGTrRNbQ55SfU4kyl+38dkYF5+eXvrWgjtVUgXM+dAJDYPw5N+eZYrVTTm+eGKivVapytwvjzYFFi469cP3P9JNSmvO8pOlzinKoNJqt0TTGcMvrvrZoONi6E8cEfcD+15b1vUtXBA20b0cDjDkUSGulyhuLDzn5wVnoHRwBMdRVEh/Y2Mj+kYk22w25+bkkAtEQq/8LfnutUzL5s6mWLVk1o1c/VdUx3be3cJ17STrgSx+mio+5DUlRPh9OX+Hw/dMaNTKEP3FBKH9jVs7cidm6G0aJMNrD7g7yIKtfJwH9bgYH3AECqZkGbK1B9/MFkuZ41paWtADYhvKi3SCJqMjEv+s26OTkrkc1YGwI8rlq2SZcqkjzrWHY13RuI8jX3c9MnCfHLn0FJNmuzNgU8mCHDXDqLh+29+W2bcqGfa1qbdu6aks0+W5Yv497vqZppHrHJUzLWPiPOeL+bPktivX/dUfD5+dOfHpU26WSVgkeuiSQ2TPsmUfb9++U59uQA/l7fXNmjn9zDMX4RRK9Z13Ptizt8qUbuQ53tPjmX/yvEWnnYqGfYQahIcA6d8a6Py0c/PKnor9gc4gF4GDiN6DpeDqSvWsapy24FzbjHnWCTqZpq9VRrTtHR29MMwJm9p3AgJRFHWf0evvZ6dfT6nMjNoa3/t+fPcbtC5TNv9eWqblA3au+iPONpma9CtC+gOAYRbH+344fM+EhrVArSR3jggQ2tcTrF3fnFFmTisxc1FeQt5XJ55MxB91NHtDnrC306exqEaclJ+8pg8QEr1B38/+mYwmG5ltJ/fGuZ3uYGc4hujS5VIjK5FKGI7j4QuK1x4VCGeWSzvC6Dz4+VZDk6/zJ5v/VBe0Z8lN/5x0oyPiXdGxaYKx1KA09IYcle6Gs7NmwQReu+3pJoczW6r7y/gr546cxh+L5OhbC+iLRRsGssJAiAdF9DmFM0PqCVNAaTA0IyH/klJG74GmAJ+PI+Y4eXdyhqJ8fn9nZyfUvHjEhmK1HnyYnwBNppttuF/Y/k9KwpJvqGZPZ0//C1/7RXzrs5yrkYp6qZIzqAVPkOV9+2QNPa9c/j0MZRwB3zOhozGynFty58hAvxYXQOjeJpdULtXbtGqzSmdTq03KaCDaUmF3t3lR3sWzc9NLTDwniD67CFSGuIHiRm04Dp0PLZfL4VkbdDoy61dKFAeyeMzeKyka3DIhVBLm6tn9y56sW+7jwjqJcpppxGRDiUWm7Yp6t7lqt7hqIKaVvOwi5dQl1pl6vSE/n0z8AI6D0EeFmE3x97sDt4YZQgo9gNcrFiOSo1arsrKyNGoNCZIMm0Bqj5FSER+19y3ID9rfyeTPFVwNfNhDFZ9Ojfs5WadlwCN05Be1k9z5YfA9Exo4Bk7j9gzdVeds3tYRDcTId131iniUD/tIJ6WzaYpm5qgNCokg2dC7+x/1y8krFWQATpqntp2RPnW8qTROPEeSfrF2g8EgvEbUC2qoX76OqfoRGBBLX6PR6LRalUoF68jSUlfYs6mncoujqiPYExfIt8EzlBZI6tnpY6VRZn99LTL/HYft+gGR4Bfdkdfn8/t8oXAoTt4wJWPSYoDjxsAiUsjler3eZDZr1KrOjrb33v84EAzCrCSNSSL4zJmT586bR6aZphIgrg0iBhIGWRJEBDILAS1m54fD909oEWKJiz3mUUsftMZvLBKHzUZ+4SNCJSSeG5C0KRjZW+1r7t770nlZs2USabWrLgaVLQgyRvbXCddbFSbuwBNaEYRHCZsKMgEgN6zOwdIfApBcXBiOREBE0eVCOmCnLWYz+l9xaDzVY6Ra1BHe+j4OQuNaHESYTrv9gNUkT+bQxhAVmEFeHf1u5JAwZLxMJpeRMQd0ZYmaAnBKLpOtXbf20f97akRpSerbZUht1b7qEaUFm2bFf527YKF1wsBpTCmQzOMC8g/5F0ie+IHxQxF6IFAoqJjjuJ2MYdd177iv5o0r8hfCE0dF7nRUdwZ67LHA/WOuLNHnDVz1SyzJfgL06CBTtBPvqANoJAJZDRbxgJQ9vb3d3d2IEOlXq9X5+fmo8r55QbDvkdDoeNra2xxOB5oNYNDr0ZCUCiUaD8Kh/RMTcBgyk4QnVqceCLK8gUCH4xGVTBGDtTnUEPSFSOg/P/738jGjc3OzRb0OAb9z557i4tzoGTmnWcZOMpSK30Hsh+/rEcnx4V9HaAD3Or5HjFJa0hnqeaL2va979/j5iFmqPjN96rXF58Ix78dmFHp1de3rby7t6Oi45OILT5o/B7XY945kOJmiD04lA30ZGeWooaveEVrXU74OKurDUbI8nLGILjlDKD2LUhgpLgryeT2eppYWcBTXZWZlWS3Jh20AaHcEQofDYRjW1GKNCH84QuMSSKam5mZiFGkq05aRbrOhx6ATT/Gc2xrbl1W4KtqiPX4hMsin3PgoZ5iRM/mpn0jY5BNWYhoFodXdtbZj52Z3TVWsqz3ud0YDVqn+ctvMi7JnFBmzEC41D0lEgtBrHv/Ls3Dj+nYD6K/mzZ1RcNHEqcayTJl5YJMgXccPM8A8RPyrCQ0jfWT5cQSAiISOCUcQkbUFu79s35quNBVpM3PV6RqWyNztFTtXfr2amE+KfMU1Lzf34guW0DzljwV2uhs/6dy6rHPLmZnTHhv781A8DLeG3v60sOkxpIzR59OsglZbGU0maCWEHLynjRDE1UCprNTiJ6mMqdhFFsBayFmkB1YzA2xLFCBSNZDQIJPP79+8ZYvb5dZqtVOnTjEZjWL2ByU0LnG73WAzdmHRiwoLwQ+BprhIbO89H3V+sIuRSyFeWYtKN8JGSyWBhu5wmxsbuBKXA0lCP50kNAqkvaPzjbff9np9SADaFToZtVrj9XlZGXlX2BPyWyyWKy/9cZrZ3FeVoQBXr/76z48/BZt+KKHj806a4T0j88eZs0drsmHmkyeSoOXyH3aY+aj4lxIaQBMXLdx3BMtI19orHqr5AHaMhjggM4R4KSOZZxmpXNUr8HRhYf6mDVtyLhr7F896Z8QPdolz28Nc9DeFix4ZfVko6qM//rnQuoFi4Owp5afcL+hz+I4dxHmHLOY52pDLaGyxVX/gevcRR2fe3dT4K2keOYjB6KKrAV2KiorUiRnS/QhdWFiYGPzqgtiAeIhGIjKZPDMzE4FhcxEArO1HaMSAsqlvIBOA0GujSWjUaij3YIdr2xUvh9vJ+zvasRlj/3px+9Jtra9/Cx/DNLeo7LbFtf/3pf3DPeA6AvQjNI6gSSxf/vELL79+7113vPv+hz29jjtuvfn3t991zlmn6/W6p//xwu2/++3cubNhaEix9gH6OqiSREdxSEfASlkcHZQ2yAIkPn6T+/8O/KsbE6rqe3F10QH3Rrxfu2vWuKu3BdrgNE1PG3ljydm/LD3rgiXncXx8R8XOxWcs/NWU8z+b8rs3xl79x9yFPzaPO1NXjL8xcouA6+u/ENq3kPeWkzFK+bYtXMVL3K7Xeftu3lErwEInXb5EXe1+g7wuShNHSqshT4JQ2SBf4vRBIKDL7d67t7qluU10KJFls9lEFp6En0oeCbVVVVU7XeSpUL9SCEfCxP+jKJVSQaaz4RBDty7dGmp2kfeOBcFycom/1t70z/WcPyrE+ZC9t3vdPuvCUbSM6AoxEpLmPsBNEh0a0eWin004mvglpCQH0AcMApCZvDNDJEdCsx/4QxbIhQMA3YxeZUCe/tX4V1vovkjdmvyTKGIY76GnhxM4OcPCVMM2x2CjBQHdaEXFrgcfepSDfaXJimFnnbHol1f/AtGimHEEigXBiICWyOnGlcKnv0zwQKClCtnJ9zHlP0pGfQBC587YF7/jHNVwtWhDAXXOq4IuhxG4dtjexKo3tvT0jIwMxAlbC+27bft2l8ut0WhhjHFWo1Fb09Ja21rBe6VSmZ2V7XC5fF4y999u70R4rU47rnyszUZemsRBGHXYeC4e16VEi0xa/8zq2ie+YsjEU5KijAvG5V8xO+oJIOFyo9pZ0dC9usq/qydqD5BVwsLxjPPHlj+whORLIA9idu2ufO7Flz0uj8lkCIUjiBzaA4lEekBBt8edm5P9q6t/kfL8jgpJYhoG0pZibp/Nfz/+nYQeFEjP8TmOiVKl33tv2f7aWqmUPF+Fo4Me8PLLfmRNswxSWxKWXv1HYdeLhNz9CB32cOseggZH7XH23VxvFRnxOAyhwd1INNrRQRZ26rR38BwPkVo+ZjRoKkksydx3lEOpVKB12bu6q6qqxC+bpKWlQXVkZtoQANK8H6FhoblgdMf1b7o2NomiAiBvAJIPgaK3kMCrUBQa0haOUGemVd26XJlvnPzCT1TZpkQAQrVwGKlLPnIaFChqCF8guX94oAH80A+uvzv+4wgNwFyB08mdIQN1Bq44HE4ovFTtIXcGg0GlPrjixyGA3ujaSa+6RejZxxgLaZkmYbATjYMoabhjUc7TAqeMvME/KKFtNpPR1NbWHgqHA8EA7K5Oq8vNyxVfEReTVFdfD0KjaaWG7XC8iaAZRtpssRgMRlAqJzsLgcmi+X0JnQDNSto/2Vnz0Gex3iBsNlguHk9CoLhQlFZISn57csEVc8iM7x+gTmGVh0L6fzv+EwkNgNBE6h0LWFa6bt3GbzZulrIHB0ERicVivvRHF+HsYXMqeoHdlVTrN1RPFRUmn9XqDz5OazKoWbcLKitD8f0kBzbicc7hdHbZOzmOOygYGMYfCGzavNntcuPgtKlT0LrEfKVGOUwmc4YtXbR8AyUHDqbAsBIuEnPvbu3dVB9o7OVcEUbNKvOMpkn55in5rF5N3s78wWoTTi3cxOTOfzD+QwkNwFwBQ0weXK5PV3z5zD9eGFjoYFheTvbDD92rUpHvwSWPHhaH7ZoTIImBZzRQQ4N8/YbtAsFgZ6c9GDx0lEOtyrDZdDrtoKMcRyb0IUid+eFrD7YZ7e1IiflPwn8uoY8M0JQsX9KHoCh3YLAaJnkcets4Ko5E6KYmJAyaRyFX4m7gAO7b1WWHoohEYxazBUIZgcHjaJQs8omrjpPQ3ysgjoH/FsoeGf8FncigAHcVcnlfHwVEgvcTjZIloQ/9I0tEf19sPhzABoEi8/4ggh29ZP1wNC2lUllcVJiXlwuC5uZkl5QUwULjFDqK3l5HQ0NjT08vPNd/I5OgitDG/osM8FHx30poEbArEslBxfxvAagAM9zU3Fq9b7/H66UFwmyT0TBqZFlx0cFn3fiVsbKC/LxRI0ekZsr7/f7a2rrGxmY0ORj+RHz/QiQ+MHXCUFnEfzehAahnuVw+kA2oJ1GEwAglD/0AwF3C4UhytVJCDdpoMpYUF2Vk2BhmEDmHI9Ab2VkZxcVFJpMpcQV5+RftIRgKfb/cSpUA7oid5NEDgC1Q/gc8B/ne8d+qoY8D0B6QJcmd74CBGhobMNK9DgeZkddHAQM4foTZduCa0WgC+2UseV/re9HQuEr2A7+395+M/6Fsk4cHP8xIKjgKg6dWqchW8tiQgMDQ2ZCw4tPp7w5GIpErFP+zbAb+t3KO/heWsp9Hj20cgW4Bt0QgzH+UkUPykKRk4hLJ65cFAKlFFogmTh74H8X/XFMGD2AR+/EDR/rSF2FAfdADp/rxph/IIikyWYJIQ50HjGAQGKnb0WR69mFvAeIihf1GIQZmAUAa/pcNcwrDRXAkgDrgDQBigS4iyOwcUCchEpKHEiCEPiL7RRYS6vexr6TTSLQcsVGJmgVn0UxAUxwUgw1jiBgm9NEhWkTSoSdAuvsj2kJQO2U1Qd8Ud5l+czD6AGHA7MQ76jQYndgdrprjwXCp/YAAL4HkzjD+JRgm9DBOKAwTehgnFIYJPYwTCsOEHsYJhWFCD+OEwjChh3FCYZjQwzihMEzoYZxQGCb0ME4oDBN6GCcUhgk9jBMKw4QexgmFYUIP44TCMKGHcUJhmNDDOKEwTOhhnFAYJvQwTigME3oYJxSGCT2MEwrDhB7GCQWyVlVycxhDRk9vr9NB1kU3WywWs1k8GAwG29vbOZ7XaDTZWVniQY7jWlpbI5EIy7I52dmyA0s3dXZ2kpUdadpqtRoNBvEg+WRWWxuJQa3Ozs4WDw7jmECjEJObwxjGfz/o8LF/zWQYw/iPBR2NHvb748MYxn8dhjX0ME4o/A+tDz2M/wUMD9sN44TCMKGHcUJhmNDDOKEwTOhhnECgqP8Hk6pJZ66k37MAAAAASUVORK5CYII=">
            <a:extLst>
              <a:ext uri="{FF2B5EF4-FFF2-40B4-BE49-F238E27FC236}">
                <a16:creationId xmlns:a16="http://schemas.microsoft.com/office/drawing/2014/main" id="{F93C7338-C050-486E-A302-302312740B3B}"/>
              </a:ext>
            </a:extLst>
          </p:cNvPr>
          <p:cNvSpPr>
            <a:spLocks noChangeAspect="1" noChangeArrowheads="1"/>
          </p:cNvSpPr>
          <p:nvPr userDrawn="1"/>
        </p:nvSpPr>
        <p:spPr bwMode="auto">
          <a:xfrm>
            <a:off x="5908431" y="1223606"/>
            <a:ext cx="2901900" cy="2357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Slide Number Placeholder 4">
            <a:extLst>
              <a:ext uri="{FF2B5EF4-FFF2-40B4-BE49-F238E27FC236}">
                <a16:creationId xmlns:a16="http://schemas.microsoft.com/office/drawing/2014/main" id="{D99B3309-4444-4132-8196-660154AA1BA1}"/>
              </a:ext>
            </a:extLst>
          </p:cNvPr>
          <p:cNvSpPr>
            <a:spLocks noGrp="1"/>
          </p:cNvSpPr>
          <p:nvPr>
            <p:ph type="sldNum" sz="quarter" idx="4"/>
          </p:nvPr>
        </p:nvSpPr>
        <p:spPr>
          <a:xfrm>
            <a:off x="8872192" y="631174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3E2C9-7D52-4F1E-BBBD-387007A04133}" type="slidenum">
              <a:rPr lang="en-GB" smtClean="0"/>
              <a:t>‹#›</a:t>
            </a:fld>
            <a:endParaRPr lang="en-GB"/>
          </a:p>
        </p:txBody>
      </p:sp>
    </p:spTree>
    <p:extLst>
      <p:ext uri="{BB962C8B-B14F-4D97-AF65-F5344CB8AC3E}">
        <p14:creationId xmlns:p14="http://schemas.microsoft.com/office/powerpoint/2010/main" val="7137111"/>
      </p:ext>
    </p:extLst>
  </p:cSld>
  <p:clrMap bg1="lt1" tx1="dk1" bg2="lt2" tx2="dk2" accent1="accent1" accent2="accent2" accent3="accent3" accent4="accent4" accent5="accent5" accent6="accent6" hlink="hlink" folHlink="folHlink"/>
  <p:sldLayoutIdLst>
    <p:sldLayoutId id="2147483674" r:id="rId1"/>
    <p:sldLayoutId id="2147483747" r:id="rId2"/>
    <p:sldLayoutId id="2147483755" r:id="rId3"/>
    <p:sldLayoutId id="2147483754" r:id="rId4"/>
    <p:sldLayoutId id="2147483753" r:id="rId5"/>
    <p:sldLayoutId id="2147483746" r:id="rId6"/>
    <p:sldLayoutId id="2147483748" r:id="rId7"/>
    <p:sldLayoutId id="2147483678" r:id="rId8"/>
    <p:sldLayoutId id="2147483739" r:id="rId9"/>
    <p:sldLayoutId id="2147483740" r:id="rId10"/>
    <p:sldLayoutId id="2147483741" r:id="rId11"/>
    <p:sldLayoutId id="2147483742" r:id="rId12"/>
    <p:sldLayoutId id="2147483743" r:id="rId13"/>
    <p:sldLayoutId id="2147483744" r:id="rId14"/>
    <p:sldLayoutId id="2147483749" r:id="rId15"/>
    <p:sldLayoutId id="2147483751" r:id="rId16"/>
    <p:sldLayoutId id="2147483752" r:id="rId17"/>
  </p:sldLayoutIdLst>
  <p:transition spd="med"/>
  <p:txStyles>
    <p:titleStyle>
      <a:lvl1pPr marL="0" marR="0" indent="0" algn="ctr" defTabSz="410813" rtl="0" latinLnBrk="0">
        <a:lnSpc>
          <a:spcPct val="100000"/>
        </a:lnSpc>
        <a:spcBef>
          <a:spcPts val="0"/>
        </a:spcBef>
        <a:spcAft>
          <a:spcPts val="0"/>
        </a:spcAft>
        <a:buClrTx/>
        <a:buSzTx/>
        <a:buFontTx/>
        <a:buNone/>
        <a:tabLst/>
        <a:defRPr sz="6000" b="0" i="0" u="none" strike="noStrike" cap="none" spc="0" baseline="0">
          <a:ln>
            <a:noFill/>
          </a:ln>
          <a:solidFill>
            <a:schemeClr val="tx1"/>
          </a:solidFill>
          <a:uFillTx/>
          <a:latin typeface="+mj-lt"/>
          <a:ea typeface="+mn-ea"/>
          <a:cs typeface="+mn-cs"/>
          <a:sym typeface="Helvetica Light"/>
        </a:defRPr>
      </a:lvl1pPr>
      <a:lvl2pPr marL="0" marR="0" indent="160753"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2pPr>
      <a:lvl3pPr marL="0" marR="0" indent="321507"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3pPr>
      <a:lvl4pPr marL="0" marR="0" indent="48225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4pPr>
      <a:lvl5pPr marL="0" marR="0" indent="64301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5pPr>
      <a:lvl6pPr marL="0" marR="0" indent="803764"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6pPr>
      <a:lvl7pPr marL="0" marR="0" indent="964518"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7pPr>
      <a:lvl8pPr marL="0" marR="0" indent="1125269"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8pPr>
      <a:lvl9pPr marL="0" marR="0" indent="1286022" algn="ctr" defTabSz="410813" rtl="0" latinLnBrk="0">
        <a:lnSpc>
          <a:spcPct val="100000"/>
        </a:lnSpc>
        <a:spcBef>
          <a:spcPts val="0"/>
        </a:spcBef>
        <a:spcAft>
          <a:spcPts val="0"/>
        </a:spcAft>
        <a:buClrTx/>
        <a:buSzTx/>
        <a:buFontTx/>
        <a:buNone/>
        <a:tabLst/>
        <a:defRPr sz="5625" b="0" i="0" u="none" strike="noStrike" cap="none" spc="0" baseline="0">
          <a:ln>
            <a:noFill/>
          </a:ln>
          <a:solidFill>
            <a:srgbClr val="000000"/>
          </a:solidFill>
          <a:uFillTx/>
          <a:latin typeface="+mn-lt"/>
          <a:ea typeface="+mn-ea"/>
          <a:cs typeface="+mn-cs"/>
          <a:sym typeface="Helvetica Light"/>
        </a:defRPr>
      </a:lvl9pPr>
    </p:titleStyle>
    <p:bodyStyle>
      <a:lvl1pPr marL="312576"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1pPr>
      <a:lvl2pPr marL="625149"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2pPr>
      <a:lvl3pPr marL="937724"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3pPr>
      <a:lvl4pPr marL="1250300"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4pPr>
      <a:lvl5pPr marL="1562875"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5pPr>
      <a:lvl6pPr marL="1875449"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6pPr>
      <a:lvl7pPr marL="2188025"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7pPr>
      <a:lvl8pPr marL="2500599"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8pPr>
      <a:lvl9pPr marL="2813173" marR="0" indent="-312576" algn="l" defTabSz="410813" rtl="0" latinLnBrk="0">
        <a:lnSpc>
          <a:spcPct val="100000"/>
        </a:lnSpc>
        <a:spcBef>
          <a:spcPts val="2953"/>
        </a:spcBef>
        <a:spcAft>
          <a:spcPts val="0"/>
        </a:spcAft>
        <a:buClrTx/>
        <a:buSzPct val="75000"/>
        <a:buFontTx/>
        <a:buChar char="•"/>
        <a:tabLst/>
        <a:defRPr sz="2531"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1pPr>
      <a:lvl2pPr marL="0" marR="0" indent="160753"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2pPr>
      <a:lvl3pPr marL="0" marR="0" indent="321507"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3pPr>
      <a:lvl4pPr marL="0" marR="0" indent="482259"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4pPr>
      <a:lvl5pPr marL="0" marR="0" indent="643012"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5pPr>
      <a:lvl6pPr marL="0" marR="0" indent="803764"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6pPr>
      <a:lvl7pPr marL="0" marR="0" indent="964518"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7pPr>
      <a:lvl8pPr marL="0" marR="0" indent="1125269"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8pPr>
      <a:lvl9pPr marL="0" marR="0" indent="1286022" algn="ctr" defTabSz="410813" rtl="0" latinLnBrk="0">
        <a:lnSpc>
          <a:spcPct val="100000"/>
        </a:lnSpc>
        <a:spcBef>
          <a:spcPts val="0"/>
        </a:spcBef>
        <a:spcAft>
          <a:spcPts val="0"/>
        </a:spcAft>
        <a:buClrTx/>
        <a:buSzTx/>
        <a:buFontTx/>
        <a:buNone/>
        <a:tabLst/>
        <a:defRPr sz="1266"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6" Type="http://schemas.openxmlformats.org/officeDocument/2006/relationships/image" Target="../media/image28.jpg"/><Relationship Id="rId117" Type="http://schemas.openxmlformats.org/officeDocument/2006/relationships/image" Target="../media/image119.jpg"/><Relationship Id="rId21" Type="http://schemas.openxmlformats.org/officeDocument/2006/relationships/image" Target="../media/image23.jpg"/><Relationship Id="rId42" Type="http://schemas.openxmlformats.org/officeDocument/2006/relationships/image" Target="../media/image44.jpg"/><Relationship Id="rId47" Type="http://schemas.openxmlformats.org/officeDocument/2006/relationships/image" Target="../media/image49.jpg"/><Relationship Id="rId63" Type="http://schemas.openxmlformats.org/officeDocument/2006/relationships/image" Target="../media/image65.jpg"/><Relationship Id="rId68" Type="http://schemas.openxmlformats.org/officeDocument/2006/relationships/image" Target="../media/image70.jpg"/><Relationship Id="rId84" Type="http://schemas.openxmlformats.org/officeDocument/2006/relationships/image" Target="../media/image86.jpg"/><Relationship Id="rId89" Type="http://schemas.openxmlformats.org/officeDocument/2006/relationships/image" Target="../media/image91.jpg"/><Relationship Id="rId112" Type="http://schemas.openxmlformats.org/officeDocument/2006/relationships/image" Target="../media/image114.jpg"/><Relationship Id="rId133" Type="http://schemas.openxmlformats.org/officeDocument/2006/relationships/image" Target="../media/image135.jpg"/><Relationship Id="rId138" Type="http://schemas.openxmlformats.org/officeDocument/2006/relationships/image" Target="../media/image140.jpg"/><Relationship Id="rId154" Type="http://schemas.openxmlformats.org/officeDocument/2006/relationships/image" Target="../media/image156.jpg"/><Relationship Id="rId159" Type="http://schemas.openxmlformats.org/officeDocument/2006/relationships/image" Target="../media/image161.jpg"/><Relationship Id="rId175" Type="http://schemas.openxmlformats.org/officeDocument/2006/relationships/image" Target="../media/image177.jpg"/><Relationship Id="rId170" Type="http://schemas.openxmlformats.org/officeDocument/2006/relationships/image" Target="../media/image172.jpg"/><Relationship Id="rId16" Type="http://schemas.openxmlformats.org/officeDocument/2006/relationships/image" Target="../media/image18.jpg"/><Relationship Id="rId107" Type="http://schemas.openxmlformats.org/officeDocument/2006/relationships/image" Target="../media/image109.jpg"/><Relationship Id="rId11" Type="http://schemas.openxmlformats.org/officeDocument/2006/relationships/image" Target="../media/image13.jpg"/><Relationship Id="rId32" Type="http://schemas.openxmlformats.org/officeDocument/2006/relationships/image" Target="../media/image34.jpg"/><Relationship Id="rId37" Type="http://schemas.openxmlformats.org/officeDocument/2006/relationships/image" Target="../media/image39.jpg"/><Relationship Id="rId53" Type="http://schemas.openxmlformats.org/officeDocument/2006/relationships/image" Target="../media/image55.jpg"/><Relationship Id="rId58" Type="http://schemas.openxmlformats.org/officeDocument/2006/relationships/image" Target="../media/image60.jpg"/><Relationship Id="rId74" Type="http://schemas.openxmlformats.org/officeDocument/2006/relationships/image" Target="../media/image76.jpg"/><Relationship Id="rId79" Type="http://schemas.openxmlformats.org/officeDocument/2006/relationships/image" Target="../media/image81.jpg"/><Relationship Id="rId102" Type="http://schemas.openxmlformats.org/officeDocument/2006/relationships/image" Target="../media/image104.jpg"/><Relationship Id="rId123" Type="http://schemas.openxmlformats.org/officeDocument/2006/relationships/image" Target="../media/image125.jpg"/><Relationship Id="rId128" Type="http://schemas.openxmlformats.org/officeDocument/2006/relationships/image" Target="../media/image130.png"/><Relationship Id="rId144" Type="http://schemas.openxmlformats.org/officeDocument/2006/relationships/image" Target="../media/image146.jpg"/><Relationship Id="rId149" Type="http://schemas.openxmlformats.org/officeDocument/2006/relationships/image" Target="../media/image151.jpg"/><Relationship Id="rId5" Type="http://schemas.openxmlformats.org/officeDocument/2006/relationships/image" Target="../media/image7.jpg"/><Relationship Id="rId90" Type="http://schemas.openxmlformats.org/officeDocument/2006/relationships/image" Target="../media/image92.jpg"/><Relationship Id="rId95" Type="http://schemas.openxmlformats.org/officeDocument/2006/relationships/image" Target="../media/image97.jpg"/><Relationship Id="rId160" Type="http://schemas.openxmlformats.org/officeDocument/2006/relationships/image" Target="../media/image162.png"/><Relationship Id="rId165" Type="http://schemas.openxmlformats.org/officeDocument/2006/relationships/image" Target="../media/image167.jpg"/><Relationship Id="rId181" Type="http://schemas.openxmlformats.org/officeDocument/2006/relationships/image" Target="../media/image183.jpg"/><Relationship Id="rId186" Type="http://schemas.openxmlformats.org/officeDocument/2006/relationships/image" Target="../media/image188.jpg"/><Relationship Id="rId22" Type="http://schemas.openxmlformats.org/officeDocument/2006/relationships/image" Target="../media/image24.jpg"/><Relationship Id="rId27" Type="http://schemas.openxmlformats.org/officeDocument/2006/relationships/image" Target="../media/image29.jpg"/><Relationship Id="rId43" Type="http://schemas.openxmlformats.org/officeDocument/2006/relationships/image" Target="../media/image45.jpg"/><Relationship Id="rId48" Type="http://schemas.openxmlformats.org/officeDocument/2006/relationships/image" Target="../media/image50.jpg"/><Relationship Id="rId64" Type="http://schemas.openxmlformats.org/officeDocument/2006/relationships/image" Target="../media/image66.jpg"/><Relationship Id="rId69" Type="http://schemas.openxmlformats.org/officeDocument/2006/relationships/image" Target="../media/image71.png"/><Relationship Id="rId113" Type="http://schemas.openxmlformats.org/officeDocument/2006/relationships/image" Target="../media/image115.jpg"/><Relationship Id="rId118" Type="http://schemas.openxmlformats.org/officeDocument/2006/relationships/image" Target="../media/image120.jpg"/><Relationship Id="rId134" Type="http://schemas.openxmlformats.org/officeDocument/2006/relationships/image" Target="../media/image136.jpg"/><Relationship Id="rId139" Type="http://schemas.openxmlformats.org/officeDocument/2006/relationships/image" Target="../media/image141.jpg"/><Relationship Id="rId80" Type="http://schemas.openxmlformats.org/officeDocument/2006/relationships/image" Target="../media/image82.jpg"/><Relationship Id="rId85" Type="http://schemas.openxmlformats.org/officeDocument/2006/relationships/image" Target="../media/image87.png"/><Relationship Id="rId150" Type="http://schemas.openxmlformats.org/officeDocument/2006/relationships/image" Target="../media/image152.jpg"/><Relationship Id="rId155" Type="http://schemas.openxmlformats.org/officeDocument/2006/relationships/image" Target="../media/image157.jpg"/><Relationship Id="rId171" Type="http://schemas.openxmlformats.org/officeDocument/2006/relationships/image" Target="../media/image173.jpg"/><Relationship Id="rId176" Type="http://schemas.openxmlformats.org/officeDocument/2006/relationships/image" Target="../media/image178.jpg"/><Relationship Id="rId12" Type="http://schemas.openxmlformats.org/officeDocument/2006/relationships/image" Target="../media/image14.jpg"/><Relationship Id="rId17" Type="http://schemas.openxmlformats.org/officeDocument/2006/relationships/image" Target="../media/image19.jpg"/><Relationship Id="rId33" Type="http://schemas.openxmlformats.org/officeDocument/2006/relationships/image" Target="../media/image35.jpg"/><Relationship Id="rId38" Type="http://schemas.openxmlformats.org/officeDocument/2006/relationships/image" Target="../media/image40.jpg"/><Relationship Id="rId59" Type="http://schemas.openxmlformats.org/officeDocument/2006/relationships/image" Target="../media/image61.jpg"/><Relationship Id="rId103" Type="http://schemas.openxmlformats.org/officeDocument/2006/relationships/image" Target="../media/image105.jpg"/><Relationship Id="rId108" Type="http://schemas.openxmlformats.org/officeDocument/2006/relationships/image" Target="../media/image110.jpg"/><Relationship Id="rId124" Type="http://schemas.openxmlformats.org/officeDocument/2006/relationships/image" Target="../media/image126.jpg"/><Relationship Id="rId129" Type="http://schemas.openxmlformats.org/officeDocument/2006/relationships/image" Target="../media/image131.jpg"/><Relationship Id="rId54" Type="http://schemas.openxmlformats.org/officeDocument/2006/relationships/image" Target="../media/image56.jpg"/><Relationship Id="rId70" Type="http://schemas.openxmlformats.org/officeDocument/2006/relationships/image" Target="../media/image72.jpg"/><Relationship Id="rId75" Type="http://schemas.openxmlformats.org/officeDocument/2006/relationships/image" Target="../media/image77.jpg"/><Relationship Id="rId91" Type="http://schemas.openxmlformats.org/officeDocument/2006/relationships/image" Target="../media/image93.jpg"/><Relationship Id="rId96" Type="http://schemas.openxmlformats.org/officeDocument/2006/relationships/image" Target="../media/image98.jpg"/><Relationship Id="rId140" Type="http://schemas.openxmlformats.org/officeDocument/2006/relationships/image" Target="../media/image142.jpg"/><Relationship Id="rId145" Type="http://schemas.openxmlformats.org/officeDocument/2006/relationships/image" Target="../media/image147.jpg"/><Relationship Id="rId161" Type="http://schemas.openxmlformats.org/officeDocument/2006/relationships/image" Target="../media/image163.jpg"/><Relationship Id="rId166" Type="http://schemas.openxmlformats.org/officeDocument/2006/relationships/image" Target="../media/image168.jpg"/><Relationship Id="rId182" Type="http://schemas.openxmlformats.org/officeDocument/2006/relationships/image" Target="../media/image184.jpg"/><Relationship Id="rId187" Type="http://schemas.openxmlformats.org/officeDocument/2006/relationships/image" Target="../media/image189.jpg"/><Relationship Id="rId1" Type="http://schemas.openxmlformats.org/officeDocument/2006/relationships/slideLayout" Target="../slideLayouts/slideLayout14.xml"/><Relationship Id="rId6" Type="http://schemas.openxmlformats.org/officeDocument/2006/relationships/image" Target="../media/image8.jpg"/><Relationship Id="rId23" Type="http://schemas.openxmlformats.org/officeDocument/2006/relationships/image" Target="../media/image25.jpg"/><Relationship Id="rId28" Type="http://schemas.openxmlformats.org/officeDocument/2006/relationships/image" Target="../media/image30.jpg"/><Relationship Id="rId49" Type="http://schemas.openxmlformats.org/officeDocument/2006/relationships/image" Target="../media/image51.jpg"/><Relationship Id="rId114" Type="http://schemas.openxmlformats.org/officeDocument/2006/relationships/image" Target="../media/image116.jpg"/><Relationship Id="rId119" Type="http://schemas.openxmlformats.org/officeDocument/2006/relationships/image" Target="../media/image121.jpg"/><Relationship Id="rId44" Type="http://schemas.openxmlformats.org/officeDocument/2006/relationships/image" Target="../media/image46.jpg"/><Relationship Id="rId60" Type="http://schemas.openxmlformats.org/officeDocument/2006/relationships/image" Target="../media/image62.jpg"/><Relationship Id="rId65" Type="http://schemas.openxmlformats.org/officeDocument/2006/relationships/image" Target="../media/image67.jpg"/><Relationship Id="rId81" Type="http://schemas.openxmlformats.org/officeDocument/2006/relationships/image" Target="../media/image83.jpg"/><Relationship Id="rId86" Type="http://schemas.openxmlformats.org/officeDocument/2006/relationships/image" Target="../media/image88.png"/><Relationship Id="rId130" Type="http://schemas.openxmlformats.org/officeDocument/2006/relationships/image" Target="../media/image132.jpg"/><Relationship Id="rId135" Type="http://schemas.openxmlformats.org/officeDocument/2006/relationships/image" Target="../media/image137.jpg"/><Relationship Id="rId151" Type="http://schemas.openxmlformats.org/officeDocument/2006/relationships/image" Target="../media/image153.jpg"/><Relationship Id="rId156" Type="http://schemas.openxmlformats.org/officeDocument/2006/relationships/image" Target="../media/image158.jpg"/><Relationship Id="rId177" Type="http://schemas.openxmlformats.org/officeDocument/2006/relationships/image" Target="../media/image179.jpg"/><Relationship Id="rId172" Type="http://schemas.openxmlformats.org/officeDocument/2006/relationships/image" Target="../media/image174.png"/><Relationship Id="rId13" Type="http://schemas.openxmlformats.org/officeDocument/2006/relationships/image" Target="../media/image15.jpg"/><Relationship Id="rId18" Type="http://schemas.openxmlformats.org/officeDocument/2006/relationships/image" Target="../media/image20.jpg"/><Relationship Id="rId39" Type="http://schemas.openxmlformats.org/officeDocument/2006/relationships/image" Target="../media/image41.jpg"/><Relationship Id="rId109" Type="http://schemas.openxmlformats.org/officeDocument/2006/relationships/image" Target="../media/image111.jpg"/><Relationship Id="rId34" Type="http://schemas.openxmlformats.org/officeDocument/2006/relationships/image" Target="../media/image36.jpg"/><Relationship Id="rId50" Type="http://schemas.openxmlformats.org/officeDocument/2006/relationships/image" Target="../media/image52.png"/><Relationship Id="rId55" Type="http://schemas.openxmlformats.org/officeDocument/2006/relationships/image" Target="../media/image57.jpg"/><Relationship Id="rId76" Type="http://schemas.openxmlformats.org/officeDocument/2006/relationships/image" Target="../media/image78.jpg"/><Relationship Id="rId97" Type="http://schemas.openxmlformats.org/officeDocument/2006/relationships/image" Target="../media/image99.jpg"/><Relationship Id="rId104" Type="http://schemas.openxmlformats.org/officeDocument/2006/relationships/image" Target="../media/image106.jpg"/><Relationship Id="rId120" Type="http://schemas.openxmlformats.org/officeDocument/2006/relationships/image" Target="../media/image122.jpg"/><Relationship Id="rId125" Type="http://schemas.openxmlformats.org/officeDocument/2006/relationships/image" Target="../media/image127.jpg"/><Relationship Id="rId141" Type="http://schemas.openxmlformats.org/officeDocument/2006/relationships/image" Target="../media/image143.jpg"/><Relationship Id="rId146" Type="http://schemas.openxmlformats.org/officeDocument/2006/relationships/image" Target="../media/image148.jpg"/><Relationship Id="rId167" Type="http://schemas.openxmlformats.org/officeDocument/2006/relationships/image" Target="../media/image169.jpg"/><Relationship Id="rId7" Type="http://schemas.openxmlformats.org/officeDocument/2006/relationships/image" Target="../media/image9.jpg"/><Relationship Id="rId71" Type="http://schemas.openxmlformats.org/officeDocument/2006/relationships/image" Target="../media/image73.jpg"/><Relationship Id="rId92" Type="http://schemas.openxmlformats.org/officeDocument/2006/relationships/image" Target="../media/image94.jpg"/><Relationship Id="rId162" Type="http://schemas.openxmlformats.org/officeDocument/2006/relationships/image" Target="../media/image164.jpg"/><Relationship Id="rId183" Type="http://schemas.openxmlformats.org/officeDocument/2006/relationships/image" Target="../media/image185.jpg"/><Relationship Id="rId2" Type="http://schemas.openxmlformats.org/officeDocument/2006/relationships/notesSlide" Target="../notesSlides/notesSlide1.xml"/><Relationship Id="rId29" Type="http://schemas.openxmlformats.org/officeDocument/2006/relationships/image" Target="../media/image31.jpg"/><Relationship Id="rId24" Type="http://schemas.openxmlformats.org/officeDocument/2006/relationships/image" Target="../media/image26.png"/><Relationship Id="rId40" Type="http://schemas.openxmlformats.org/officeDocument/2006/relationships/image" Target="../media/image42.jpg"/><Relationship Id="rId45" Type="http://schemas.openxmlformats.org/officeDocument/2006/relationships/image" Target="../media/image47.jpg"/><Relationship Id="rId66" Type="http://schemas.openxmlformats.org/officeDocument/2006/relationships/image" Target="../media/image68.jpg"/><Relationship Id="rId87" Type="http://schemas.openxmlformats.org/officeDocument/2006/relationships/image" Target="../media/image89.jpg"/><Relationship Id="rId110" Type="http://schemas.openxmlformats.org/officeDocument/2006/relationships/image" Target="../media/image112.jpg"/><Relationship Id="rId115" Type="http://schemas.openxmlformats.org/officeDocument/2006/relationships/image" Target="../media/image117.jpg"/><Relationship Id="rId131" Type="http://schemas.openxmlformats.org/officeDocument/2006/relationships/image" Target="../media/image133.jpg"/><Relationship Id="rId136" Type="http://schemas.openxmlformats.org/officeDocument/2006/relationships/image" Target="../media/image138.jpg"/><Relationship Id="rId157" Type="http://schemas.openxmlformats.org/officeDocument/2006/relationships/image" Target="../media/image159.jpg"/><Relationship Id="rId178" Type="http://schemas.openxmlformats.org/officeDocument/2006/relationships/image" Target="../media/image180.jpg"/><Relationship Id="rId61" Type="http://schemas.openxmlformats.org/officeDocument/2006/relationships/image" Target="../media/image63.jpg"/><Relationship Id="rId82" Type="http://schemas.openxmlformats.org/officeDocument/2006/relationships/image" Target="../media/image84.jpg"/><Relationship Id="rId152" Type="http://schemas.openxmlformats.org/officeDocument/2006/relationships/image" Target="../media/image154.jpg"/><Relationship Id="rId173" Type="http://schemas.openxmlformats.org/officeDocument/2006/relationships/image" Target="../media/image175.jpg"/><Relationship Id="rId19" Type="http://schemas.openxmlformats.org/officeDocument/2006/relationships/image" Target="../media/image21.jpg"/><Relationship Id="rId14" Type="http://schemas.openxmlformats.org/officeDocument/2006/relationships/image" Target="../media/image16.jpg"/><Relationship Id="rId30" Type="http://schemas.openxmlformats.org/officeDocument/2006/relationships/image" Target="../media/image32.jpg"/><Relationship Id="rId35" Type="http://schemas.openxmlformats.org/officeDocument/2006/relationships/image" Target="../media/image37.png"/><Relationship Id="rId56" Type="http://schemas.openxmlformats.org/officeDocument/2006/relationships/image" Target="../media/image58.jpg"/><Relationship Id="rId77" Type="http://schemas.openxmlformats.org/officeDocument/2006/relationships/image" Target="../media/image79.jpg"/><Relationship Id="rId100" Type="http://schemas.openxmlformats.org/officeDocument/2006/relationships/image" Target="../media/image102.jpg"/><Relationship Id="rId105" Type="http://schemas.openxmlformats.org/officeDocument/2006/relationships/image" Target="../media/image107.jpg"/><Relationship Id="rId126" Type="http://schemas.openxmlformats.org/officeDocument/2006/relationships/image" Target="../media/image128.jpg"/><Relationship Id="rId147" Type="http://schemas.openxmlformats.org/officeDocument/2006/relationships/image" Target="../media/image149.jpg"/><Relationship Id="rId168" Type="http://schemas.openxmlformats.org/officeDocument/2006/relationships/image" Target="../media/image170.jpg"/><Relationship Id="rId8" Type="http://schemas.openxmlformats.org/officeDocument/2006/relationships/image" Target="../media/image10.jpg"/><Relationship Id="rId51" Type="http://schemas.openxmlformats.org/officeDocument/2006/relationships/image" Target="../media/image53.jpg"/><Relationship Id="rId72" Type="http://schemas.openxmlformats.org/officeDocument/2006/relationships/image" Target="../media/image74.jpg"/><Relationship Id="rId93" Type="http://schemas.openxmlformats.org/officeDocument/2006/relationships/image" Target="../media/image95.jpg"/><Relationship Id="rId98" Type="http://schemas.openxmlformats.org/officeDocument/2006/relationships/image" Target="../media/image100.jpg"/><Relationship Id="rId121" Type="http://schemas.openxmlformats.org/officeDocument/2006/relationships/image" Target="../media/image123.jpg"/><Relationship Id="rId142" Type="http://schemas.openxmlformats.org/officeDocument/2006/relationships/image" Target="../media/image144.jpg"/><Relationship Id="rId163" Type="http://schemas.openxmlformats.org/officeDocument/2006/relationships/image" Target="../media/image165.png"/><Relationship Id="rId184" Type="http://schemas.openxmlformats.org/officeDocument/2006/relationships/image" Target="../media/image186.png"/><Relationship Id="rId3" Type="http://schemas.openxmlformats.org/officeDocument/2006/relationships/image" Target="../media/image5.jpg"/><Relationship Id="rId25" Type="http://schemas.openxmlformats.org/officeDocument/2006/relationships/image" Target="../media/image27.jpg"/><Relationship Id="rId46" Type="http://schemas.openxmlformats.org/officeDocument/2006/relationships/image" Target="../media/image48.jpg"/><Relationship Id="rId67" Type="http://schemas.openxmlformats.org/officeDocument/2006/relationships/image" Target="../media/image69.png"/><Relationship Id="rId116" Type="http://schemas.openxmlformats.org/officeDocument/2006/relationships/image" Target="../media/image118.jpg"/><Relationship Id="rId137" Type="http://schemas.openxmlformats.org/officeDocument/2006/relationships/image" Target="../media/image139.jpg"/><Relationship Id="rId158" Type="http://schemas.openxmlformats.org/officeDocument/2006/relationships/image" Target="../media/image160.jpg"/><Relationship Id="rId20" Type="http://schemas.openxmlformats.org/officeDocument/2006/relationships/image" Target="../media/image22.jpg"/><Relationship Id="rId41" Type="http://schemas.openxmlformats.org/officeDocument/2006/relationships/image" Target="../media/image43.jpg"/><Relationship Id="rId62" Type="http://schemas.openxmlformats.org/officeDocument/2006/relationships/image" Target="../media/image64.jpg"/><Relationship Id="rId83" Type="http://schemas.openxmlformats.org/officeDocument/2006/relationships/image" Target="../media/image85.jpg"/><Relationship Id="rId88" Type="http://schemas.openxmlformats.org/officeDocument/2006/relationships/image" Target="../media/image90.jpg"/><Relationship Id="rId111" Type="http://schemas.openxmlformats.org/officeDocument/2006/relationships/image" Target="../media/image113.jpg"/><Relationship Id="rId132" Type="http://schemas.openxmlformats.org/officeDocument/2006/relationships/image" Target="../media/image134.jpg"/><Relationship Id="rId153" Type="http://schemas.openxmlformats.org/officeDocument/2006/relationships/image" Target="../media/image155.jpg"/><Relationship Id="rId174" Type="http://schemas.openxmlformats.org/officeDocument/2006/relationships/image" Target="../media/image176.jpg"/><Relationship Id="rId179" Type="http://schemas.openxmlformats.org/officeDocument/2006/relationships/image" Target="../media/image181.jpg"/><Relationship Id="rId15" Type="http://schemas.openxmlformats.org/officeDocument/2006/relationships/image" Target="../media/image17.jpg"/><Relationship Id="rId36" Type="http://schemas.openxmlformats.org/officeDocument/2006/relationships/image" Target="../media/image38.jpg"/><Relationship Id="rId57" Type="http://schemas.openxmlformats.org/officeDocument/2006/relationships/image" Target="../media/image59.jpg"/><Relationship Id="rId106" Type="http://schemas.openxmlformats.org/officeDocument/2006/relationships/image" Target="../media/image108.jpg"/><Relationship Id="rId127" Type="http://schemas.openxmlformats.org/officeDocument/2006/relationships/image" Target="../media/image129.jpg"/><Relationship Id="rId10" Type="http://schemas.openxmlformats.org/officeDocument/2006/relationships/image" Target="../media/image12.png"/><Relationship Id="rId31" Type="http://schemas.openxmlformats.org/officeDocument/2006/relationships/image" Target="../media/image33.png"/><Relationship Id="rId52" Type="http://schemas.openxmlformats.org/officeDocument/2006/relationships/image" Target="../media/image54.jpg"/><Relationship Id="rId73" Type="http://schemas.openxmlformats.org/officeDocument/2006/relationships/image" Target="../media/image75.jpg"/><Relationship Id="rId78" Type="http://schemas.openxmlformats.org/officeDocument/2006/relationships/image" Target="../media/image80.jpg"/><Relationship Id="rId94" Type="http://schemas.openxmlformats.org/officeDocument/2006/relationships/image" Target="../media/image96.jpg"/><Relationship Id="rId99" Type="http://schemas.openxmlformats.org/officeDocument/2006/relationships/image" Target="../media/image101.png"/><Relationship Id="rId101" Type="http://schemas.openxmlformats.org/officeDocument/2006/relationships/image" Target="../media/image103.jpg"/><Relationship Id="rId122" Type="http://schemas.openxmlformats.org/officeDocument/2006/relationships/image" Target="../media/image124.jpg"/><Relationship Id="rId143" Type="http://schemas.openxmlformats.org/officeDocument/2006/relationships/image" Target="../media/image145.jpg"/><Relationship Id="rId148" Type="http://schemas.openxmlformats.org/officeDocument/2006/relationships/image" Target="../media/image150.jpg"/><Relationship Id="rId164" Type="http://schemas.openxmlformats.org/officeDocument/2006/relationships/image" Target="../media/image166.jpg"/><Relationship Id="rId169" Type="http://schemas.openxmlformats.org/officeDocument/2006/relationships/image" Target="../media/image171.jpg"/><Relationship Id="rId185" Type="http://schemas.openxmlformats.org/officeDocument/2006/relationships/image" Target="../media/image187.jpg"/><Relationship Id="rId4" Type="http://schemas.openxmlformats.org/officeDocument/2006/relationships/image" Target="../media/image6.jpg"/><Relationship Id="rId9" Type="http://schemas.openxmlformats.org/officeDocument/2006/relationships/image" Target="../media/image11.jpg"/><Relationship Id="rId180" Type="http://schemas.openxmlformats.org/officeDocument/2006/relationships/image" Target="../media/image18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5.xml"/><Relationship Id="rId5" Type="http://schemas.openxmlformats.org/officeDocument/2006/relationships/image" Target="../media/image193.png"/><Relationship Id="rId4" Type="http://schemas.openxmlformats.org/officeDocument/2006/relationships/image" Target="../media/image19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194.emf"/></Relationships>
</file>

<file path=ppt/slides/_rels/slide12.xml.rels><?xml version="1.0" encoding="UTF-8" standalone="yes"?>
<Relationships xmlns="http://schemas.openxmlformats.org/package/2006/relationships"><Relationship Id="rId2" Type="http://schemas.openxmlformats.org/officeDocument/2006/relationships/image" Target="../media/image19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www.wbcsd.org/" TargetMode="External"/><Relationship Id="rId2" Type="http://schemas.openxmlformats.org/officeDocument/2006/relationships/hyperlink" Target="mailto:abela@wbcsd.org"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38B96-B8A3-4DC7-9E63-05ED902DB5F8}"/>
              </a:ext>
            </a:extLst>
          </p:cNvPr>
          <p:cNvSpPr>
            <a:spLocks noGrp="1"/>
          </p:cNvSpPr>
          <p:nvPr>
            <p:ph type="title"/>
          </p:nvPr>
        </p:nvSpPr>
        <p:spPr/>
        <p:txBody>
          <a:bodyPr/>
          <a:lstStyle/>
          <a:p>
            <a:r>
              <a:rPr lang="en-GB" dirty="0"/>
              <a:t>Redefining Value	</a:t>
            </a:r>
          </a:p>
        </p:txBody>
      </p:sp>
      <p:sp>
        <p:nvSpPr>
          <p:cNvPr id="3" name="Text Placeholder 2">
            <a:extLst>
              <a:ext uri="{FF2B5EF4-FFF2-40B4-BE49-F238E27FC236}">
                <a16:creationId xmlns:a16="http://schemas.microsoft.com/office/drawing/2014/main" id="{7DF4C884-D3FC-4049-87C4-21E8704B8993}"/>
              </a:ext>
            </a:extLst>
          </p:cNvPr>
          <p:cNvSpPr>
            <a:spLocks noGrp="1"/>
          </p:cNvSpPr>
          <p:nvPr>
            <p:ph type="body" sz="quarter" idx="11"/>
          </p:nvPr>
        </p:nvSpPr>
        <p:spPr/>
        <p:txBody>
          <a:bodyPr/>
          <a:lstStyle/>
          <a:p>
            <a:r>
              <a:rPr lang="en-GB" dirty="0"/>
              <a:t>IAASB Board Meeting</a:t>
            </a:r>
          </a:p>
        </p:txBody>
      </p:sp>
      <p:sp>
        <p:nvSpPr>
          <p:cNvPr id="4" name="Text Placeholder 3">
            <a:extLst>
              <a:ext uri="{FF2B5EF4-FFF2-40B4-BE49-F238E27FC236}">
                <a16:creationId xmlns:a16="http://schemas.microsoft.com/office/drawing/2014/main" id="{7478A52D-AEDE-4655-83B7-DA02E04A8F6B}"/>
              </a:ext>
            </a:extLst>
          </p:cNvPr>
          <p:cNvSpPr>
            <a:spLocks noGrp="1"/>
          </p:cNvSpPr>
          <p:nvPr>
            <p:ph type="body" sz="quarter" idx="12"/>
          </p:nvPr>
        </p:nvSpPr>
        <p:spPr/>
        <p:txBody>
          <a:bodyPr/>
          <a:lstStyle/>
          <a:p>
            <a:r>
              <a:rPr lang="en-GB" dirty="0"/>
              <a:t>21 September 2017</a:t>
            </a:r>
          </a:p>
        </p:txBody>
      </p:sp>
    </p:spTree>
    <p:extLst>
      <p:ext uri="{BB962C8B-B14F-4D97-AF65-F5344CB8AC3E}">
        <p14:creationId xmlns:p14="http://schemas.microsoft.com/office/powerpoint/2010/main" val="331312021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5BD44-9191-4487-AC9D-227A2C08708B}"/>
              </a:ext>
            </a:extLst>
          </p:cNvPr>
          <p:cNvSpPr>
            <a:spLocks noGrp="1"/>
          </p:cNvSpPr>
          <p:nvPr>
            <p:ph type="title"/>
          </p:nvPr>
        </p:nvSpPr>
        <p:spPr/>
        <p:txBody>
          <a:bodyPr/>
          <a:lstStyle/>
          <a:p>
            <a:r>
              <a:rPr lang="en-GB" dirty="0"/>
              <a:t>About WBCSD and Redefining Value</a:t>
            </a:r>
          </a:p>
        </p:txBody>
      </p:sp>
    </p:spTree>
    <p:extLst>
      <p:ext uri="{BB962C8B-B14F-4D97-AF65-F5344CB8AC3E}">
        <p14:creationId xmlns:p14="http://schemas.microsoft.com/office/powerpoint/2010/main" val="365299151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04D97D-3063-4EC6-A362-2D56F997B78F}"/>
              </a:ext>
            </a:extLst>
          </p:cNvPr>
          <p:cNvSpPr>
            <a:spLocks noGrp="1"/>
          </p:cNvSpPr>
          <p:nvPr>
            <p:ph type="body" idx="1"/>
          </p:nvPr>
        </p:nvSpPr>
        <p:spPr/>
        <p:txBody>
          <a:bodyPr/>
          <a:lstStyle/>
          <a:p>
            <a:pPr marL="0" marR="5080" indent="0">
              <a:spcBef>
                <a:spcPts val="0"/>
              </a:spcBef>
              <a:buNone/>
            </a:pPr>
            <a:r>
              <a:rPr lang="en-GB" sz="2000" spc="-5" dirty="0">
                <a:latin typeface="Segoe UI"/>
                <a:cs typeface="Segoe UI"/>
              </a:rPr>
              <a:t>The </a:t>
            </a:r>
            <a:r>
              <a:rPr lang="en-GB" sz="2000" b="1" spc="-20" dirty="0">
                <a:latin typeface="Segoe UI"/>
                <a:cs typeface="Segoe UI"/>
              </a:rPr>
              <a:t>World </a:t>
            </a:r>
            <a:r>
              <a:rPr lang="en-GB" sz="2000" b="1" spc="-5" dirty="0">
                <a:latin typeface="Segoe UI"/>
                <a:cs typeface="Segoe UI"/>
              </a:rPr>
              <a:t>Business Council for </a:t>
            </a:r>
            <a:r>
              <a:rPr lang="en-GB" sz="2000" b="1" spc="-10" dirty="0">
                <a:latin typeface="Segoe UI"/>
                <a:cs typeface="Segoe UI"/>
              </a:rPr>
              <a:t>Sustainable  Development </a:t>
            </a:r>
            <a:r>
              <a:rPr lang="en-GB" sz="2000" spc="-5" dirty="0">
                <a:latin typeface="Segoe UI"/>
                <a:cs typeface="Segoe UI"/>
              </a:rPr>
              <a:t>is a </a:t>
            </a:r>
            <a:r>
              <a:rPr lang="en-GB" sz="2000" spc="-10" dirty="0">
                <a:latin typeface="Segoe UI"/>
                <a:cs typeface="Segoe UI"/>
              </a:rPr>
              <a:t>global, </a:t>
            </a:r>
            <a:r>
              <a:rPr lang="en-GB" sz="2000" spc="-5" dirty="0">
                <a:latin typeface="Segoe UI"/>
                <a:cs typeface="Segoe UI"/>
              </a:rPr>
              <a:t>CEO-led </a:t>
            </a:r>
            <a:r>
              <a:rPr lang="en-GB" sz="2000" spc="-10" dirty="0">
                <a:latin typeface="Segoe UI"/>
                <a:cs typeface="Segoe UI"/>
              </a:rPr>
              <a:t>organization  </a:t>
            </a:r>
            <a:r>
              <a:rPr lang="en-GB" sz="2000" spc="-25" dirty="0">
                <a:latin typeface="Segoe UI"/>
                <a:cs typeface="Segoe UI"/>
              </a:rPr>
              <a:t>of </a:t>
            </a:r>
            <a:r>
              <a:rPr lang="en-GB" sz="2000" spc="-10" dirty="0">
                <a:latin typeface="Segoe UI"/>
                <a:cs typeface="Segoe UI"/>
              </a:rPr>
              <a:t>around </a:t>
            </a:r>
            <a:r>
              <a:rPr lang="en-GB" sz="2000" spc="-5" dirty="0">
                <a:latin typeface="Segoe UI"/>
                <a:cs typeface="Segoe UI"/>
              </a:rPr>
              <a:t>200 forward-thinking businesses  </a:t>
            </a:r>
            <a:r>
              <a:rPr lang="en-GB" sz="2000" spc="-10" dirty="0">
                <a:latin typeface="Segoe UI"/>
                <a:cs typeface="Segoe UI"/>
              </a:rPr>
              <a:t>working together to </a:t>
            </a:r>
            <a:r>
              <a:rPr lang="en-GB" sz="2000" spc="-5" dirty="0">
                <a:latin typeface="Segoe UI"/>
                <a:cs typeface="Segoe UI"/>
              </a:rPr>
              <a:t>accelerate the transition </a:t>
            </a:r>
            <a:r>
              <a:rPr lang="en-GB" sz="2000" spc="-10" dirty="0">
                <a:latin typeface="Segoe UI"/>
                <a:cs typeface="Segoe UI"/>
              </a:rPr>
              <a:t>to  </a:t>
            </a:r>
            <a:r>
              <a:rPr lang="en-GB" sz="2000" spc="-5" dirty="0">
                <a:latin typeface="Segoe UI"/>
                <a:cs typeface="Segoe UI"/>
              </a:rPr>
              <a:t>a sustainable</a:t>
            </a:r>
            <a:r>
              <a:rPr lang="en-GB" sz="2000" spc="-20" dirty="0">
                <a:latin typeface="Segoe UI"/>
                <a:cs typeface="Segoe UI"/>
              </a:rPr>
              <a:t> </a:t>
            </a:r>
            <a:r>
              <a:rPr lang="en-GB" sz="2000" spc="-10" dirty="0">
                <a:latin typeface="Segoe UI"/>
                <a:cs typeface="Segoe UI"/>
              </a:rPr>
              <a:t>world.</a:t>
            </a:r>
          </a:p>
          <a:p>
            <a:pPr marL="0" marR="5080" indent="0">
              <a:spcBef>
                <a:spcPts val="0"/>
              </a:spcBef>
              <a:buNone/>
            </a:pPr>
            <a:endParaRPr lang="en-GB" sz="2000" spc="-10" dirty="0">
              <a:latin typeface="Segoe UI"/>
              <a:cs typeface="Segoe UI"/>
            </a:endParaRPr>
          </a:p>
          <a:p>
            <a:pPr marL="0" marR="407670" indent="0" algn="just">
              <a:spcBef>
                <a:spcPts val="0"/>
              </a:spcBef>
              <a:buNone/>
            </a:pPr>
            <a:r>
              <a:rPr lang="en-GB" sz="2000" b="1" spc="-5" dirty="0">
                <a:latin typeface="Segoe UI"/>
                <a:cs typeface="Segoe UI"/>
              </a:rPr>
              <a:t>Our mission </a:t>
            </a:r>
            <a:r>
              <a:rPr lang="en-GB" sz="2000" spc="-5" dirty="0">
                <a:latin typeface="Segoe UI"/>
                <a:cs typeface="Segoe UI"/>
              </a:rPr>
              <a:t>is </a:t>
            </a:r>
            <a:r>
              <a:rPr lang="en-GB" sz="2000" spc="-10" dirty="0">
                <a:latin typeface="Segoe UI"/>
                <a:cs typeface="Segoe UI"/>
              </a:rPr>
              <a:t>to </a:t>
            </a:r>
            <a:r>
              <a:rPr lang="en-GB" sz="2000" spc="-5" dirty="0">
                <a:latin typeface="Segoe UI"/>
                <a:cs typeface="Segoe UI"/>
              </a:rPr>
              <a:t>accelerate the transition </a:t>
            </a:r>
            <a:r>
              <a:rPr lang="en-GB" sz="2000" spc="-10" dirty="0">
                <a:latin typeface="Segoe UI"/>
                <a:cs typeface="Segoe UI"/>
              </a:rPr>
              <a:t>to </a:t>
            </a:r>
            <a:r>
              <a:rPr lang="en-GB" sz="2000" spc="-5" dirty="0">
                <a:latin typeface="Segoe UI"/>
                <a:cs typeface="Segoe UI"/>
              </a:rPr>
              <a:t>a  sustainable </a:t>
            </a:r>
            <a:r>
              <a:rPr lang="en-GB" sz="2000" spc="-10" dirty="0">
                <a:latin typeface="Segoe UI"/>
                <a:cs typeface="Segoe UI"/>
              </a:rPr>
              <a:t>world </a:t>
            </a:r>
            <a:r>
              <a:rPr lang="en-GB" sz="2000" spc="-5" dirty="0">
                <a:latin typeface="Segoe UI"/>
                <a:cs typeface="Segoe UI"/>
              </a:rPr>
              <a:t>by making </a:t>
            </a:r>
            <a:r>
              <a:rPr lang="en-GB" sz="2000" spc="-10" dirty="0">
                <a:latin typeface="Segoe UI"/>
                <a:cs typeface="Segoe UI"/>
              </a:rPr>
              <a:t>more </a:t>
            </a:r>
            <a:r>
              <a:rPr lang="en-GB" sz="2000" spc="-5" dirty="0">
                <a:latin typeface="Segoe UI"/>
                <a:cs typeface="Segoe UI"/>
              </a:rPr>
              <a:t>sustainable  business </a:t>
            </a:r>
            <a:r>
              <a:rPr lang="en-GB" sz="2000" spc="-10" dirty="0">
                <a:latin typeface="Segoe UI"/>
                <a:cs typeface="Segoe UI"/>
              </a:rPr>
              <a:t>more</a:t>
            </a:r>
            <a:r>
              <a:rPr lang="en-GB" sz="2000" spc="-45" dirty="0">
                <a:latin typeface="Segoe UI"/>
                <a:cs typeface="Segoe UI"/>
              </a:rPr>
              <a:t> </a:t>
            </a:r>
            <a:r>
              <a:rPr lang="en-GB" sz="2000" spc="-5" dirty="0">
                <a:latin typeface="Segoe UI"/>
                <a:cs typeface="Segoe UI"/>
              </a:rPr>
              <a:t>successful.</a:t>
            </a:r>
            <a:endParaRPr lang="en-GB" sz="2000" dirty="0">
              <a:latin typeface="Segoe UI"/>
              <a:cs typeface="Segoe UI"/>
            </a:endParaRPr>
          </a:p>
          <a:p>
            <a:pPr marL="0" marR="407670" indent="0" algn="just">
              <a:spcBef>
                <a:spcPts val="0"/>
              </a:spcBef>
              <a:buNone/>
            </a:pPr>
            <a:endParaRPr lang="en-GB" sz="2000" b="1" spc="-5" dirty="0">
              <a:latin typeface="Segoe UI"/>
              <a:cs typeface="Segoe UI"/>
            </a:endParaRPr>
          </a:p>
          <a:p>
            <a:pPr marL="0" marR="407670" indent="0" algn="just">
              <a:spcBef>
                <a:spcPts val="0"/>
              </a:spcBef>
              <a:buNone/>
            </a:pPr>
            <a:r>
              <a:rPr lang="en-GB" sz="2000" b="1" spc="-5" dirty="0">
                <a:latin typeface="Segoe UI"/>
                <a:cs typeface="Segoe UI"/>
              </a:rPr>
              <a:t>Our vision </a:t>
            </a:r>
            <a:r>
              <a:rPr lang="en-GB" sz="2000" spc="-5" dirty="0">
                <a:latin typeface="Segoe UI"/>
                <a:cs typeface="Segoe UI"/>
              </a:rPr>
              <a:t>is </a:t>
            </a:r>
            <a:r>
              <a:rPr lang="en-GB" sz="2000" spc="-10" dirty="0">
                <a:latin typeface="Segoe UI"/>
                <a:cs typeface="Segoe UI"/>
              </a:rPr>
              <a:t>to create </a:t>
            </a:r>
            <a:r>
              <a:rPr lang="en-GB" sz="2000" spc="-5" dirty="0">
                <a:latin typeface="Segoe UI"/>
                <a:cs typeface="Segoe UI"/>
              </a:rPr>
              <a:t>a </a:t>
            </a:r>
            <a:r>
              <a:rPr lang="en-GB" sz="2000" spc="-10" dirty="0">
                <a:latin typeface="Segoe UI"/>
                <a:cs typeface="Segoe UI"/>
              </a:rPr>
              <a:t>world where more </a:t>
            </a:r>
            <a:r>
              <a:rPr lang="en-GB" sz="2000" spc="-5" dirty="0">
                <a:latin typeface="Segoe UI"/>
                <a:cs typeface="Segoe UI"/>
              </a:rPr>
              <a:t>than 9  </a:t>
            </a:r>
            <a:r>
              <a:rPr lang="en-GB" sz="2000" spc="-10" dirty="0">
                <a:latin typeface="Segoe UI"/>
                <a:cs typeface="Segoe UI"/>
              </a:rPr>
              <a:t>billion </a:t>
            </a:r>
            <a:r>
              <a:rPr lang="en-GB" sz="2000" spc="-5" dirty="0">
                <a:latin typeface="Segoe UI"/>
                <a:cs typeface="Segoe UI"/>
              </a:rPr>
              <a:t>people </a:t>
            </a:r>
            <a:r>
              <a:rPr lang="en-GB" sz="2000" spc="-15" dirty="0">
                <a:latin typeface="Segoe UI"/>
                <a:cs typeface="Segoe UI"/>
              </a:rPr>
              <a:t>are </a:t>
            </a:r>
            <a:r>
              <a:rPr lang="en-GB" sz="2000" spc="-5" dirty="0">
                <a:latin typeface="Segoe UI"/>
                <a:cs typeface="Segoe UI"/>
              </a:rPr>
              <a:t>all living </a:t>
            </a:r>
            <a:r>
              <a:rPr lang="en-GB" sz="2000" spc="-10" dirty="0">
                <a:latin typeface="Segoe UI"/>
                <a:cs typeface="Segoe UI"/>
              </a:rPr>
              <a:t>well </a:t>
            </a:r>
            <a:r>
              <a:rPr lang="en-GB" sz="2000" spc="-5" dirty="0">
                <a:latin typeface="Segoe UI"/>
                <a:cs typeface="Segoe UI"/>
              </a:rPr>
              <a:t>and </a:t>
            </a:r>
            <a:r>
              <a:rPr lang="en-GB" sz="2000" spc="-10" dirty="0">
                <a:latin typeface="Segoe UI"/>
                <a:cs typeface="Segoe UI"/>
              </a:rPr>
              <a:t>within </a:t>
            </a:r>
            <a:r>
              <a:rPr lang="en-GB" sz="2000" spc="-5" dirty="0">
                <a:latin typeface="Segoe UI"/>
                <a:cs typeface="Segoe UI"/>
              </a:rPr>
              <a:t>the  boundaries </a:t>
            </a:r>
            <a:r>
              <a:rPr lang="en-GB" sz="2000" spc="-25" dirty="0">
                <a:latin typeface="Segoe UI"/>
                <a:cs typeface="Segoe UI"/>
              </a:rPr>
              <a:t>of </a:t>
            </a:r>
            <a:r>
              <a:rPr lang="en-GB" sz="2000" spc="-5" dirty="0">
                <a:latin typeface="Segoe UI"/>
                <a:cs typeface="Segoe UI"/>
              </a:rPr>
              <a:t>our planet by</a:t>
            </a:r>
            <a:r>
              <a:rPr lang="en-GB" sz="2000" spc="5" dirty="0">
                <a:latin typeface="Segoe UI"/>
                <a:cs typeface="Segoe UI"/>
              </a:rPr>
              <a:t> </a:t>
            </a:r>
            <a:r>
              <a:rPr lang="en-GB" sz="2000" spc="-5" dirty="0">
                <a:latin typeface="Segoe UI"/>
                <a:cs typeface="Segoe UI"/>
              </a:rPr>
              <a:t>2050.</a:t>
            </a:r>
            <a:endParaRPr lang="en-GB" sz="2000" dirty="0">
              <a:latin typeface="Segoe UI"/>
              <a:cs typeface="Segoe UI"/>
            </a:endParaRPr>
          </a:p>
          <a:p>
            <a:pPr marL="0" indent="0">
              <a:buNone/>
            </a:pPr>
            <a:endParaRPr lang="en-GB" sz="2000" dirty="0"/>
          </a:p>
        </p:txBody>
      </p:sp>
      <p:sp>
        <p:nvSpPr>
          <p:cNvPr id="3" name="Title 2">
            <a:extLst>
              <a:ext uri="{FF2B5EF4-FFF2-40B4-BE49-F238E27FC236}">
                <a16:creationId xmlns:a16="http://schemas.microsoft.com/office/drawing/2014/main" id="{A0B14E40-41B2-4E39-96F2-3BE0B28C1CA9}"/>
              </a:ext>
            </a:extLst>
          </p:cNvPr>
          <p:cNvSpPr>
            <a:spLocks noGrp="1"/>
          </p:cNvSpPr>
          <p:nvPr>
            <p:ph type="title"/>
          </p:nvPr>
        </p:nvSpPr>
        <p:spPr/>
        <p:txBody>
          <a:bodyPr/>
          <a:lstStyle/>
          <a:p>
            <a:r>
              <a:rPr lang="en-GB" dirty="0"/>
              <a:t>WBCSD</a:t>
            </a:r>
          </a:p>
        </p:txBody>
      </p:sp>
    </p:spTree>
    <p:extLst>
      <p:ext uri="{BB962C8B-B14F-4D97-AF65-F5344CB8AC3E}">
        <p14:creationId xmlns:p14="http://schemas.microsoft.com/office/powerpoint/2010/main" val="407472800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64035" y="3918198"/>
            <a:ext cx="1384060" cy="970364"/>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2380336" y="4564716"/>
            <a:ext cx="1027685" cy="476383"/>
          </a:xfrm>
          <a:prstGeom prst="rect">
            <a:avLst/>
          </a:prstGeom>
          <a:blipFill>
            <a:blip r:embed="rId4" cstate="print"/>
            <a:stretch>
              <a:fillRect/>
            </a:stretch>
          </a:blipFill>
        </p:spPr>
        <p:txBody>
          <a:bodyPr wrap="square" lIns="0" tIns="0" rIns="0" bIns="0" rtlCol="0"/>
          <a:lstStyle/>
          <a:p>
            <a:endParaRPr/>
          </a:p>
        </p:txBody>
      </p:sp>
      <p:sp>
        <p:nvSpPr>
          <p:cNvPr id="4" name="object 4"/>
          <p:cNvSpPr/>
          <p:nvPr/>
        </p:nvSpPr>
        <p:spPr>
          <a:xfrm>
            <a:off x="4059206" y="3790302"/>
            <a:ext cx="821675" cy="360219"/>
          </a:xfrm>
          <a:prstGeom prst="rect">
            <a:avLst/>
          </a:prstGeom>
          <a:blipFill>
            <a:blip r:embed="rId5" cstate="print"/>
            <a:stretch>
              <a:fillRect/>
            </a:stretch>
          </a:blipFill>
        </p:spPr>
        <p:txBody>
          <a:bodyPr wrap="square" lIns="0" tIns="0" rIns="0" bIns="0" rtlCol="0"/>
          <a:lstStyle/>
          <a:p>
            <a:endParaRPr/>
          </a:p>
        </p:txBody>
      </p:sp>
      <p:sp>
        <p:nvSpPr>
          <p:cNvPr id="5" name="object 5"/>
          <p:cNvSpPr/>
          <p:nvPr/>
        </p:nvSpPr>
        <p:spPr>
          <a:xfrm>
            <a:off x="7375509" y="2986555"/>
            <a:ext cx="757740" cy="752120"/>
          </a:xfrm>
          <a:prstGeom prst="rect">
            <a:avLst/>
          </a:prstGeom>
          <a:blipFill>
            <a:blip r:embed="rId6" cstate="print"/>
            <a:stretch>
              <a:fillRect/>
            </a:stretch>
          </a:blipFill>
        </p:spPr>
        <p:txBody>
          <a:bodyPr wrap="square" lIns="0" tIns="0" rIns="0" bIns="0" rtlCol="0"/>
          <a:lstStyle/>
          <a:p>
            <a:endParaRPr/>
          </a:p>
        </p:txBody>
      </p:sp>
      <p:sp>
        <p:nvSpPr>
          <p:cNvPr id="6" name="object 6"/>
          <p:cNvSpPr/>
          <p:nvPr/>
        </p:nvSpPr>
        <p:spPr>
          <a:xfrm>
            <a:off x="3522869" y="3105063"/>
            <a:ext cx="853641" cy="416540"/>
          </a:xfrm>
          <a:prstGeom prst="rect">
            <a:avLst/>
          </a:prstGeom>
          <a:blipFill>
            <a:blip r:embed="rId7" cstate="print"/>
            <a:stretch>
              <a:fillRect/>
            </a:stretch>
          </a:blipFill>
        </p:spPr>
        <p:txBody>
          <a:bodyPr wrap="square" lIns="0" tIns="0" rIns="0" bIns="0" rtlCol="0"/>
          <a:lstStyle/>
          <a:p>
            <a:endParaRPr/>
          </a:p>
        </p:txBody>
      </p:sp>
      <p:sp>
        <p:nvSpPr>
          <p:cNvPr id="7" name="object 7"/>
          <p:cNvSpPr/>
          <p:nvPr/>
        </p:nvSpPr>
        <p:spPr>
          <a:xfrm>
            <a:off x="6693542" y="2812897"/>
            <a:ext cx="635791" cy="377820"/>
          </a:xfrm>
          <a:prstGeom prst="rect">
            <a:avLst/>
          </a:prstGeom>
          <a:blipFill>
            <a:blip r:embed="rId8" cstate="print"/>
            <a:stretch>
              <a:fillRect/>
            </a:stretch>
          </a:blipFill>
        </p:spPr>
        <p:txBody>
          <a:bodyPr wrap="square" lIns="0" tIns="0" rIns="0" bIns="0" rtlCol="0"/>
          <a:lstStyle/>
          <a:p>
            <a:endParaRPr/>
          </a:p>
        </p:txBody>
      </p:sp>
      <p:sp>
        <p:nvSpPr>
          <p:cNvPr id="8" name="object 8"/>
          <p:cNvSpPr/>
          <p:nvPr/>
        </p:nvSpPr>
        <p:spPr>
          <a:xfrm>
            <a:off x="8013668" y="1376712"/>
            <a:ext cx="1051365" cy="279258"/>
          </a:xfrm>
          <a:prstGeom prst="rect">
            <a:avLst/>
          </a:prstGeom>
          <a:blipFill>
            <a:blip r:embed="rId9" cstate="print"/>
            <a:stretch>
              <a:fillRect/>
            </a:stretch>
          </a:blipFill>
        </p:spPr>
        <p:txBody>
          <a:bodyPr wrap="square" lIns="0" tIns="0" rIns="0" bIns="0" rtlCol="0"/>
          <a:lstStyle/>
          <a:p>
            <a:endParaRPr/>
          </a:p>
        </p:txBody>
      </p:sp>
      <p:sp>
        <p:nvSpPr>
          <p:cNvPr id="9" name="object 9"/>
          <p:cNvSpPr/>
          <p:nvPr/>
        </p:nvSpPr>
        <p:spPr>
          <a:xfrm>
            <a:off x="10122317" y="1348550"/>
            <a:ext cx="357558" cy="353179"/>
          </a:xfrm>
          <a:prstGeom prst="rect">
            <a:avLst/>
          </a:prstGeom>
          <a:blipFill>
            <a:blip r:embed="rId10" cstate="print"/>
            <a:stretch>
              <a:fillRect/>
            </a:stretch>
          </a:blipFill>
        </p:spPr>
        <p:txBody>
          <a:bodyPr wrap="square" lIns="0" tIns="0" rIns="0" bIns="0" rtlCol="0"/>
          <a:lstStyle/>
          <a:p>
            <a:endParaRPr/>
          </a:p>
        </p:txBody>
      </p:sp>
      <p:sp>
        <p:nvSpPr>
          <p:cNvPr id="10" name="object 10"/>
          <p:cNvSpPr/>
          <p:nvPr/>
        </p:nvSpPr>
        <p:spPr>
          <a:xfrm>
            <a:off x="6843904" y="1346204"/>
            <a:ext cx="1044261" cy="309765"/>
          </a:xfrm>
          <a:prstGeom prst="rect">
            <a:avLst/>
          </a:prstGeom>
          <a:blipFill>
            <a:blip r:embed="rId11" cstate="print"/>
            <a:stretch>
              <a:fillRect/>
            </a:stretch>
          </a:blipFill>
        </p:spPr>
        <p:txBody>
          <a:bodyPr wrap="square" lIns="0" tIns="0" rIns="0" bIns="0" rtlCol="0"/>
          <a:lstStyle/>
          <a:p>
            <a:endParaRPr/>
          </a:p>
        </p:txBody>
      </p:sp>
      <p:sp>
        <p:nvSpPr>
          <p:cNvPr id="11" name="object 11"/>
          <p:cNvSpPr/>
          <p:nvPr/>
        </p:nvSpPr>
        <p:spPr>
          <a:xfrm>
            <a:off x="1534982" y="1863654"/>
            <a:ext cx="492531" cy="132588"/>
          </a:xfrm>
          <a:prstGeom prst="rect">
            <a:avLst/>
          </a:prstGeom>
          <a:blipFill>
            <a:blip r:embed="rId12" cstate="print"/>
            <a:stretch>
              <a:fillRect/>
            </a:stretch>
          </a:blipFill>
        </p:spPr>
        <p:txBody>
          <a:bodyPr wrap="square" lIns="0" tIns="0" rIns="0" bIns="0" rtlCol="0"/>
          <a:lstStyle/>
          <a:p>
            <a:endParaRPr/>
          </a:p>
        </p:txBody>
      </p:sp>
      <p:sp>
        <p:nvSpPr>
          <p:cNvPr id="12" name="object 12"/>
          <p:cNvSpPr/>
          <p:nvPr/>
        </p:nvSpPr>
        <p:spPr>
          <a:xfrm>
            <a:off x="2168405" y="1885947"/>
            <a:ext cx="1024133" cy="107948"/>
          </a:xfrm>
          <a:prstGeom prst="rect">
            <a:avLst/>
          </a:prstGeom>
          <a:blipFill>
            <a:blip r:embed="rId13" cstate="print"/>
            <a:stretch>
              <a:fillRect/>
            </a:stretch>
          </a:blipFill>
        </p:spPr>
        <p:txBody>
          <a:bodyPr wrap="square" lIns="0" tIns="0" rIns="0" bIns="0" rtlCol="0"/>
          <a:lstStyle/>
          <a:p>
            <a:endParaRPr/>
          </a:p>
        </p:txBody>
      </p:sp>
      <p:sp>
        <p:nvSpPr>
          <p:cNvPr id="13" name="object 13"/>
          <p:cNvSpPr/>
          <p:nvPr/>
        </p:nvSpPr>
        <p:spPr>
          <a:xfrm>
            <a:off x="1534981" y="1447112"/>
            <a:ext cx="290072" cy="151362"/>
          </a:xfrm>
          <a:prstGeom prst="rect">
            <a:avLst/>
          </a:prstGeom>
          <a:blipFill>
            <a:blip r:embed="rId14" cstate="print"/>
            <a:stretch>
              <a:fillRect/>
            </a:stretch>
          </a:blipFill>
        </p:spPr>
        <p:txBody>
          <a:bodyPr wrap="square" lIns="0" tIns="0" rIns="0" bIns="0" rtlCol="0"/>
          <a:lstStyle/>
          <a:p>
            <a:endParaRPr/>
          </a:p>
        </p:txBody>
      </p:sp>
      <p:sp>
        <p:nvSpPr>
          <p:cNvPr id="14" name="object 14"/>
          <p:cNvSpPr/>
          <p:nvPr/>
        </p:nvSpPr>
        <p:spPr>
          <a:xfrm>
            <a:off x="2014489" y="1436552"/>
            <a:ext cx="382422" cy="149015"/>
          </a:xfrm>
          <a:prstGeom prst="rect">
            <a:avLst/>
          </a:prstGeom>
          <a:blipFill>
            <a:blip r:embed="rId15" cstate="print"/>
            <a:stretch>
              <a:fillRect/>
            </a:stretch>
          </a:blipFill>
        </p:spPr>
        <p:txBody>
          <a:bodyPr wrap="square" lIns="0" tIns="0" rIns="0" bIns="0" rtlCol="0"/>
          <a:lstStyle/>
          <a:p>
            <a:endParaRPr/>
          </a:p>
        </p:txBody>
      </p:sp>
      <p:sp>
        <p:nvSpPr>
          <p:cNvPr id="15" name="object 15"/>
          <p:cNvSpPr/>
          <p:nvPr/>
        </p:nvSpPr>
        <p:spPr>
          <a:xfrm>
            <a:off x="5970135" y="1440072"/>
            <a:ext cx="646447" cy="144322"/>
          </a:xfrm>
          <a:prstGeom prst="rect">
            <a:avLst/>
          </a:prstGeom>
          <a:blipFill>
            <a:blip r:embed="rId16" cstate="print"/>
            <a:stretch>
              <a:fillRect/>
            </a:stretch>
          </a:blipFill>
        </p:spPr>
        <p:txBody>
          <a:bodyPr wrap="square" lIns="0" tIns="0" rIns="0" bIns="0" rtlCol="0"/>
          <a:lstStyle/>
          <a:p>
            <a:endParaRPr/>
          </a:p>
        </p:txBody>
      </p:sp>
      <p:sp>
        <p:nvSpPr>
          <p:cNvPr id="16" name="object 16"/>
          <p:cNvSpPr/>
          <p:nvPr/>
        </p:nvSpPr>
        <p:spPr>
          <a:xfrm>
            <a:off x="2637258" y="1348550"/>
            <a:ext cx="737613" cy="210030"/>
          </a:xfrm>
          <a:prstGeom prst="rect">
            <a:avLst/>
          </a:prstGeom>
          <a:blipFill>
            <a:blip r:embed="rId17" cstate="print"/>
            <a:stretch>
              <a:fillRect/>
            </a:stretch>
          </a:blipFill>
        </p:spPr>
        <p:txBody>
          <a:bodyPr wrap="square" lIns="0" tIns="0" rIns="0" bIns="0" rtlCol="0"/>
          <a:lstStyle/>
          <a:p>
            <a:endParaRPr/>
          </a:p>
        </p:txBody>
      </p:sp>
      <p:sp>
        <p:nvSpPr>
          <p:cNvPr id="17" name="object 17"/>
          <p:cNvSpPr/>
          <p:nvPr/>
        </p:nvSpPr>
        <p:spPr>
          <a:xfrm>
            <a:off x="3528786" y="1367324"/>
            <a:ext cx="639343" cy="268698"/>
          </a:xfrm>
          <a:prstGeom prst="rect">
            <a:avLst/>
          </a:prstGeom>
          <a:blipFill>
            <a:blip r:embed="rId18" cstate="print"/>
            <a:stretch>
              <a:fillRect/>
            </a:stretch>
          </a:blipFill>
        </p:spPr>
        <p:txBody>
          <a:bodyPr wrap="square" lIns="0" tIns="0" rIns="0" bIns="0" rtlCol="0"/>
          <a:lstStyle/>
          <a:p>
            <a:endParaRPr/>
          </a:p>
        </p:txBody>
      </p:sp>
      <p:sp>
        <p:nvSpPr>
          <p:cNvPr id="18" name="object 18"/>
          <p:cNvSpPr/>
          <p:nvPr/>
        </p:nvSpPr>
        <p:spPr>
          <a:xfrm>
            <a:off x="4359935" y="1447112"/>
            <a:ext cx="573041" cy="134935"/>
          </a:xfrm>
          <a:prstGeom prst="rect">
            <a:avLst/>
          </a:prstGeom>
          <a:blipFill>
            <a:blip r:embed="rId19" cstate="print"/>
            <a:stretch>
              <a:fillRect/>
            </a:stretch>
          </a:blipFill>
        </p:spPr>
        <p:txBody>
          <a:bodyPr wrap="square" lIns="0" tIns="0" rIns="0" bIns="0" rtlCol="0"/>
          <a:lstStyle/>
          <a:p>
            <a:endParaRPr/>
          </a:p>
        </p:txBody>
      </p:sp>
      <p:sp>
        <p:nvSpPr>
          <p:cNvPr id="19" name="object 19"/>
          <p:cNvSpPr/>
          <p:nvPr/>
        </p:nvSpPr>
        <p:spPr>
          <a:xfrm>
            <a:off x="9210662" y="1436551"/>
            <a:ext cx="619215" cy="114988"/>
          </a:xfrm>
          <a:prstGeom prst="rect">
            <a:avLst/>
          </a:prstGeom>
          <a:blipFill>
            <a:blip r:embed="rId20" cstate="print"/>
            <a:stretch>
              <a:fillRect/>
            </a:stretch>
          </a:blipFill>
        </p:spPr>
        <p:txBody>
          <a:bodyPr wrap="square" lIns="0" tIns="0" rIns="0" bIns="0" rtlCol="0"/>
          <a:lstStyle/>
          <a:p>
            <a:endParaRPr/>
          </a:p>
        </p:txBody>
      </p:sp>
      <p:sp>
        <p:nvSpPr>
          <p:cNvPr id="20" name="object 20"/>
          <p:cNvSpPr/>
          <p:nvPr/>
        </p:nvSpPr>
        <p:spPr>
          <a:xfrm>
            <a:off x="3249371" y="1714637"/>
            <a:ext cx="635791" cy="287471"/>
          </a:xfrm>
          <a:prstGeom prst="rect">
            <a:avLst/>
          </a:prstGeom>
          <a:blipFill>
            <a:blip r:embed="rId21" cstate="print"/>
            <a:stretch>
              <a:fillRect/>
            </a:stretch>
          </a:blipFill>
        </p:spPr>
        <p:txBody>
          <a:bodyPr wrap="square" lIns="0" tIns="0" rIns="0" bIns="0" rtlCol="0"/>
          <a:lstStyle/>
          <a:p>
            <a:endParaRPr/>
          </a:p>
        </p:txBody>
      </p:sp>
      <p:sp>
        <p:nvSpPr>
          <p:cNvPr id="21" name="object 21"/>
          <p:cNvSpPr/>
          <p:nvPr/>
        </p:nvSpPr>
        <p:spPr>
          <a:xfrm>
            <a:off x="4015399" y="1853093"/>
            <a:ext cx="936520" cy="117335"/>
          </a:xfrm>
          <a:prstGeom prst="rect">
            <a:avLst/>
          </a:prstGeom>
          <a:blipFill>
            <a:blip r:embed="rId22" cstate="print"/>
            <a:stretch>
              <a:fillRect/>
            </a:stretch>
          </a:blipFill>
        </p:spPr>
        <p:txBody>
          <a:bodyPr wrap="square" lIns="0" tIns="0" rIns="0" bIns="0" rtlCol="0"/>
          <a:lstStyle/>
          <a:p>
            <a:endParaRPr/>
          </a:p>
        </p:txBody>
      </p:sp>
      <p:sp>
        <p:nvSpPr>
          <p:cNvPr id="22" name="object 22"/>
          <p:cNvSpPr/>
          <p:nvPr/>
        </p:nvSpPr>
        <p:spPr>
          <a:xfrm>
            <a:off x="5093997" y="1853094"/>
            <a:ext cx="827595" cy="176003"/>
          </a:xfrm>
          <a:prstGeom prst="rect">
            <a:avLst/>
          </a:prstGeom>
          <a:blipFill>
            <a:blip r:embed="rId23" cstate="print"/>
            <a:stretch>
              <a:fillRect/>
            </a:stretch>
          </a:blipFill>
        </p:spPr>
        <p:txBody>
          <a:bodyPr wrap="square" lIns="0" tIns="0" rIns="0" bIns="0" rtlCol="0"/>
          <a:lstStyle/>
          <a:p>
            <a:endParaRPr/>
          </a:p>
        </p:txBody>
      </p:sp>
      <p:sp>
        <p:nvSpPr>
          <p:cNvPr id="23" name="object 23"/>
          <p:cNvSpPr/>
          <p:nvPr/>
        </p:nvSpPr>
        <p:spPr>
          <a:xfrm>
            <a:off x="6093268" y="1775652"/>
            <a:ext cx="556456" cy="275738"/>
          </a:xfrm>
          <a:prstGeom prst="rect">
            <a:avLst/>
          </a:prstGeom>
          <a:blipFill>
            <a:blip r:embed="rId24" cstate="print"/>
            <a:stretch>
              <a:fillRect/>
            </a:stretch>
          </a:blipFill>
        </p:spPr>
        <p:txBody>
          <a:bodyPr wrap="square" lIns="0" tIns="0" rIns="0" bIns="0" rtlCol="0"/>
          <a:lstStyle/>
          <a:p>
            <a:endParaRPr/>
          </a:p>
        </p:txBody>
      </p:sp>
      <p:sp>
        <p:nvSpPr>
          <p:cNvPr id="24" name="object 24"/>
          <p:cNvSpPr/>
          <p:nvPr/>
        </p:nvSpPr>
        <p:spPr>
          <a:xfrm>
            <a:off x="6810754" y="1760398"/>
            <a:ext cx="586065" cy="242884"/>
          </a:xfrm>
          <a:prstGeom prst="rect">
            <a:avLst/>
          </a:prstGeom>
          <a:blipFill>
            <a:blip r:embed="rId25" cstate="print"/>
            <a:stretch>
              <a:fillRect/>
            </a:stretch>
          </a:blipFill>
        </p:spPr>
        <p:txBody>
          <a:bodyPr wrap="square" lIns="0" tIns="0" rIns="0" bIns="0" rtlCol="0"/>
          <a:lstStyle/>
          <a:p>
            <a:endParaRPr/>
          </a:p>
        </p:txBody>
      </p:sp>
      <p:sp>
        <p:nvSpPr>
          <p:cNvPr id="25" name="object 25"/>
          <p:cNvSpPr/>
          <p:nvPr/>
        </p:nvSpPr>
        <p:spPr>
          <a:xfrm>
            <a:off x="8609205" y="1817894"/>
            <a:ext cx="398997" cy="187736"/>
          </a:xfrm>
          <a:prstGeom prst="rect">
            <a:avLst/>
          </a:prstGeom>
          <a:blipFill>
            <a:blip r:embed="rId26" cstate="print"/>
            <a:stretch>
              <a:fillRect/>
            </a:stretch>
          </a:blipFill>
        </p:spPr>
        <p:txBody>
          <a:bodyPr wrap="square" lIns="0" tIns="0" rIns="0" bIns="0" rtlCol="0"/>
          <a:lstStyle/>
          <a:p>
            <a:endParaRPr/>
          </a:p>
        </p:txBody>
      </p:sp>
      <p:sp>
        <p:nvSpPr>
          <p:cNvPr id="26" name="object 26"/>
          <p:cNvSpPr/>
          <p:nvPr/>
        </p:nvSpPr>
        <p:spPr>
          <a:xfrm>
            <a:off x="9151464" y="1843707"/>
            <a:ext cx="890345" cy="149015"/>
          </a:xfrm>
          <a:prstGeom prst="rect">
            <a:avLst/>
          </a:prstGeom>
          <a:blipFill>
            <a:blip r:embed="rId27" cstate="print"/>
            <a:stretch>
              <a:fillRect/>
            </a:stretch>
          </a:blipFill>
        </p:spPr>
        <p:txBody>
          <a:bodyPr wrap="square" lIns="0" tIns="0" rIns="0" bIns="0" rtlCol="0"/>
          <a:lstStyle/>
          <a:p>
            <a:endParaRPr/>
          </a:p>
        </p:txBody>
      </p:sp>
      <p:sp>
        <p:nvSpPr>
          <p:cNvPr id="27" name="object 27"/>
          <p:cNvSpPr/>
          <p:nvPr/>
        </p:nvSpPr>
        <p:spPr>
          <a:xfrm>
            <a:off x="10259660" y="1733412"/>
            <a:ext cx="307830" cy="403633"/>
          </a:xfrm>
          <a:prstGeom prst="rect">
            <a:avLst/>
          </a:prstGeom>
          <a:blipFill>
            <a:blip r:embed="rId28" cstate="print"/>
            <a:stretch>
              <a:fillRect/>
            </a:stretch>
          </a:blipFill>
        </p:spPr>
        <p:txBody>
          <a:bodyPr wrap="square" lIns="0" tIns="0" rIns="0" bIns="0" rtlCol="0"/>
          <a:lstStyle/>
          <a:p>
            <a:endParaRPr/>
          </a:p>
        </p:txBody>
      </p:sp>
      <p:sp>
        <p:nvSpPr>
          <p:cNvPr id="28" name="object 28"/>
          <p:cNvSpPr/>
          <p:nvPr/>
        </p:nvSpPr>
        <p:spPr>
          <a:xfrm>
            <a:off x="1504198" y="2199233"/>
            <a:ext cx="696174" cy="152536"/>
          </a:xfrm>
          <a:prstGeom prst="rect">
            <a:avLst/>
          </a:prstGeom>
          <a:blipFill>
            <a:blip r:embed="rId29" cstate="print"/>
            <a:stretch>
              <a:fillRect/>
            </a:stretch>
          </a:blipFill>
        </p:spPr>
        <p:txBody>
          <a:bodyPr wrap="square" lIns="0" tIns="0" rIns="0" bIns="0" rtlCol="0"/>
          <a:lstStyle/>
          <a:p>
            <a:endParaRPr/>
          </a:p>
        </p:txBody>
      </p:sp>
      <p:sp>
        <p:nvSpPr>
          <p:cNvPr id="29" name="object 29"/>
          <p:cNvSpPr/>
          <p:nvPr/>
        </p:nvSpPr>
        <p:spPr>
          <a:xfrm>
            <a:off x="2356657" y="2083071"/>
            <a:ext cx="359926" cy="288645"/>
          </a:xfrm>
          <a:prstGeom prst="rect">
            <a:avLst/>
          </a:prstGeom>
          <a:blipFill>
            <a:blip r:embed="rId30" cstate="print"/>
            <a:stretch>
              <a:fillRect/>
            </a:stretch>
          </a:blipFill>
        </p:spPr>
        <p:txBody>
          <a:bodyPr wrap="square" lIns="0" tIns="0" rIns="0" bIns="0" rtlCol="0"/>
          <a:lstStyle/>
          <a:p>
            <a:endParaRPr/>
          </a:p>
        </p:txBody>
      </p:sp>
      <p:sp>
        <p:nvSpPr>
          <p:cNvPr id="30" name="object 30"/>
          <p:cNvSpPr/>
          <p:nvPr/>
        </p:nvSpPr>
        <p:spPr>
          <a:xfrm>
            <a:off x="2959298" y="2108885"/>
            <a:ext cx="538706" cy="254617"/>
          </a:xfrm>
          <a:prstGeom prst="rect">
            <a:avLst/>
          </a:prstGeom>
          <a:blipFill>
            <a:blip r:embed="rId31" cstate="print"/>
            <a:stretch>
              <a:fillRect/>
            </a:stretch>
          </a:blipFill>
        </p:spPr>
        <p:txBody>
          <a:bodyPr wrap="square" lIns="0" tIns="0" rIns="0" bIns="0" rtlCol="0"/>
          <a:lstStyle/>
          <a:p>
            <a:endParaRPr/>
          </a:p>
        </p:txBody>
      </p:sp>
      <p:sp>
        <p:nvSpPr>
          <p:cNvPr id="31" name="object 31"/>
          <p:cNvSpPr/>
          <p:nvPr/>
        </p:nvSpPr>
        <p:spPr>
          <a:xfrm>
            <a:off x="4542266" y="2230915"/>
            <a:ext cx="580145" cy="119682"/>
          </a:xfrm>
          <a:prstGeom prst="rect">
            <a:avLst/>
          </a:prstGeom>
          <a:blipFill>
            <a:blip r:embed="rId32" cstate="print"/>
            <a:stretch>
              <a:fillRect/>
            </a:stretch>
          </a:blipFill>
        </p:spPr>
        <p:txBody>
          <a:bodyPr wrap="square" lIns="0" tIns="0" rIns="0" bIns="0" rtlCol="0"/>
          <a:lstStyle/>
          <a:p>
            <a:endParaRPr/>
          </a:p>
        </p:txBody>
      </p:sp>
      <p:sp>
        <p:nvSpPr>
          <p:cNvPr id="32" name="object 32"/>
          <p:cNvSpPr/>
          <p:nvPr/>
        </p:nvSpPr>
        <p:spPr>
          <a:xfrm>
            <a:off x="5208842" y="2090110"/>
            <a:ext cx="603824" cy="360219"/>
          </a:xfrm>
          <a:prstGeom prst="rect">
            <a:avLst/>
          </a:prstGeom>
          <a:blipFill>
            <a:blip r:embed="rId33" cstate="print"/>
            <a:stretch>
              <a:fillRect/>
            </a:stretch>
          </a:blipFill>
        </p:spPr>
        <p:txBody>
          <a:bodyPr wrap="square" lIns="0" tIns="0" rIns="0" bIns="0" rtlCol="0"/>
          <a:lstStyle/>
          <a:p>
            <a:endParaRPr/>
          </a:p>
        </p:txBody>
      </p:sp>
      <p:sp>
        <p:nvSpPr>
          <p:cNvPr id="33" name="object 33"/>
          <p:cNvSpPr/>
          <p:nvPr/>
        </p:nvSpPr>
        <p:spPr>
          <a:xfrm>
            <a:off x="5864761" y="2171072"/>
            <a:ext cx="593168" cy="161923"/>
          </a:xfrm>
          <a:prstGeom prst="rect">
            <a:avLst/>
          </a:prstGeom>
          <a:blipFill>
            <a:blip r:embed="rId34" cstate="print"/>
            <a:stretch>
              <a:fillRect/>
            </a:stretch>
          </a:blipFill>
        </p:spPr>
        <p:txBody>
          <a:bodyPr wrap="square" lIns="0" tIns="0" rIns="0" bIns="0" rtlCol="0"/>
          <a:lstStyle/>
          <a:p>
            <a:endParaRPr/>
          </a:p>
        </p:txBody>
      </p:sp>
      <p:sp>
        <p:nvSpPr>
          <p:cNvPr id="34" name="object 34"/>
          <p:cNvSpPr/>
          <p:nvPr/>
        </p:nvSpPr>
        <p:spPr>
          <a:xfrm>
            <a:off x="6682885" y="2081898"/>
            <a:ext cx="310200" cy="364913"/>
          </a:xfrm>
          <a:prstGeom prst="rect">
            <a:avLst/>
          </a:prstGeom>
          <a:blipFill>
            <a:blip r:embed="rId35" cstate="print"/>
            <a:stretch>
              <a:fillRect/>
            </a:stretch>
          </a:blipFill>
        </p:spPr>
        <p:txBody>
          <a:bodyPr wrap="square" lIns="0" tIns="0" rIns="0" bIns="0" rtlCol="0"/>
          <a:lstStyle/>
          <a:p>
            <a:endParaRPr/>
          </a:p>
        </p:txBody>
      </p:sp>
      <p:sp>
        <p:nvSpPr>
          <p:cNvPr id="35" name="object 35"/>
          <p:cNvSpPr/>
          <p:nvPr/>
        </p:nvSpPr>
        <p:spPr>
          <a:xfrm>
            <a:off x="7212120" y="2002109"/>
            <a:ext cx="350454" cy="449394"/>
          </a:xfrm>
          <a:prstGeom prst="rect">
            <a:avLst/>
          </a:prstGeom>
          <a:blipFill>
            <a:blip r:embed="rId36" cstate="print"/>
            <a:stretch>
              <a:fillRect/>
            </a:stretch>
          </a:blipFill>
        </p:spPr>
        <p:txBody>
          <a:bodyPr wrap="square" lIns="0" tIns="0" rIns="0" bIns="0" rtlCol="0"/>
          <a:lstStyle/>
          <a:p>
            <a:endParaRPr/>
          </a:p>
        </p:txBody>
      </p:sp>
      <p:sp>
        <p:nvSpPr>
          <p:cNvPr id="36" name="object 36"/>
          <p:cNvSpPr/>
          <p:nvPr/>
        </p:nvSpPr>
        <p:spPr>
          <a:xfrm>
            <a:off x="7710570" y="2056085"/>
            <a:ext cx="288888" cy="367259"/>
          </a:xfrm>
          <a:prstGeom prst="rect">
            <a:avLst/>
          </a:prstGeom>
          <a:blipFill>
            <a:blip r:embed="rId37" cstate="print"/>
            <a:stretch>
              <a:fillRect/>
            </a:stretch>
          </a:blipFill>
        </p:spPr>
        <p:txBody>
          <a:bodyPr wrap="square" lIns="0" tIns="0" rIns="0" bIns="0" rtlCol="0"/>
          <a:lstStyle/>
          <a:p>
            <a:endParaRPr/>
          </a:p>
        </p:txBody>
      </p:sp>
      <p:sp>
        <p:nvSpPr>
          <p:cNvPr id="37" name="object 37"/>
          <p:cNvSpPr/>
          <p:nvPr/>
        </p:nvSpPr>
        <p:spPr>
          <a:xfrm>
            <a:off x="8172320" y="2214487"/>
            <a:ext cx="466483" cy="187736"/>
          </a:xfrm>
          <a:prstGeom prst="rect">
            <a:avLst/>
          </a:prstGeom>
          <a:blipFill>
            <a:blip r:embed="rId38" cstate="print"/>
            <a:stretch>
              <a:fillRect/>
            </a:stretch>
          </a:blipFill>
        </p:spPr>
        <p:txBody>
          <a:bodyPr wrap="square" lIns="0" tIns="0" rIns="0" bIns="0" rtlCol="0"/>
          <a:lstStyle/>
          <a:p>
            <a:endParaRPr/>
          </a:p>
        </p:txBody>
      </p:sp>
      <p:sp>
        <p:nvSpPr>
          <p:cNvPr id="38" name="object 38"/>
          <p:cNvSpPr/>
          <p:nvPr/>
        </p:nvSpPr>
        <p:spPr>
          <a:xfrm>
            <a:off x="8868494" y="2214485"/>
            <a:ext cx="659470" cy="199470"/>
          </a:xfrm>
          <a:prstGeom prst="rect">
            <a:avLst/>
          </a:prstGeom>
          <a:blipFill>
            <a:blip r:embed="rId39" cstate="print"/>
            <a:stretch>
              <a:fillRect/>
            </a:stretch>
          </a:blipFill>
        </p:spPr>
        <p:txBody>
          <a:bodyPr wrap="square" lIns="0" tIns="0" rIns="0" bIns="0" rtlCol="0"/>
          <a:lstStyle/>
          <a:p>
            <a:endParaRPr/>
          </a:p>
        </p:txBody>
      </p:sp>
      <p:sp>
        <p:nvSpPr>
          <p:cNvPr id="39" name="object 39"/>
          <p:cNvSpPr/>
          <p:nvPr/>
        </p:nvSpPr>
        <p:spPr>
          <a:xfrm>
            <a:off x="9630971" y="1996243"/>
            <a:ext cx="354006" cy="486942"/>
          </a:xfrm>
          <a:prstGeom prst="rect">
            <a:avLst/>
          </a:prstGeom>
          <a:blipFill>
            <a:blip r:embed="rId40" cstate="print"/>
            <a:stretch>
              <a:fillRect/>
            </a:stretch>
          </a:blipFill>
        </p:spPr>
        <p:txBody>
          <a:bodyPr wrap="square" lIns="0" tIns="0" rIns="0" bIns="0" rtlCol="0"/>
          <a:lstStyle/>
          <a:p>
            <a:endParaRPr/>
          </a:p>
        </p:txBody>
      </p:sp>
      <p:sp>
        <p:nvSpPr>
          <p:cNvPr id="40" name="object 40"/>
          <p:cNvSpPr/>
          <p:nvPr/>
        </p:nvSpPr>
        <p:spPr>
          <a:xfrm>
            <a:off x="10109296" y="2233261"/>
            <a:ext cx="726957" cy="160748"/>
          </a:xfrm>
          <a:prstGeom prst="rect">
            <a:avLst/>
          </a:prstGeom>
          <a:blipFill>
            <a:blip r:embed="rId41" cstate="print"/>
            <a:stretch>
              <a:fillRect/>
            </a:stretch>
          </a:blipFill>
        </p:spPr>
        <p:txBody>
          <a:bodyPr wrap="square" lIns="0" tIns="0" rIns="0" bIns="0" rtlCol="0"/>
          <a:lstStyle/>
          <a:p>
            <a:endParaRPr/>
          </a:p>
        </p:txBody>
      </p:sp>
      <p:sp>
        <p:nvSpPr>
          <p:cNvPr id="41" name="object 41"/>
          <p:cNvSpPr/>
          <p:nvPr/>
        </p:nvSpPr>
        <p:spPr>
          <a:xfrm>
            <a:off x="1505383" y="2579401"/>
            <a:ext cx="670127" cy="166616"/>
          </a:xfrm>
          <a:prstGeom prst="rect">
            <a:avLst/>
          </a:prstGeom>
          <a:blipFill>
            <a:blip r:embed="rId42" cstate="print"/>
            <a:stretch>
              <a:fillRect/>
            </a:stretch>
          </a:blipFill>
        </p:spPr>
        <p:txBody>
          <a:bodyPr wrap="square" lIns="0" tIns="0" rIns="0" bIns="0" rtlCol="0"/>
          <a:lstStyle/>
          <a:p>
            <a:endParaRPr/>
          </a:p>
        </p:txBody>
      </p:sp>
      <p:sp>
        <p:nvSpPr>
          <p:cNvPr id="42" name="object 42"/>
          <p:cNvSpPr/>
          <p:nvPr/>
        </p:nvSpPr>
        <p:spPr>
          <a:xfrm>
            <a:off x="2335346" y="2557105"/>
            <a:ext cx="537522" cy="219417"/>
          </a:xfrm>
          <a:prstGeom prst="rect">
            <a:avLst/>
          </a:prstGeom>
          <a:blipFill>
            <a:blip r:embed="rId43" cstate="print"/>
            <a:stretch>
              <a:fillRect/>
            </a:stretch>
          </a:blipFill>
        </p:spPr>
        <p:txBody>
          <a:bodyPr wrap="square" lIns="0" tIns="0" rIns="0" bIns="0" rtlCol="0"/>
          <a:lstStyle/>
          <a:p>
            <a:endParaRPr/>
          </a:p>
        </p:txBody>
      </p:sp>
      <p:sp>
        <p:nvSpPr>
          <p:cNvPr id="43" name="object 43"/>
          <p:cNvSpPr/>
          <p:nvPr/>
        </p:nvSpPr>
        <p:spPr>
          <a:xfrm>
            <a:off x="3057568" y="2498439"/>
            <a:ext cx="294807" cy="292164"/>
          </a:xfrm>
          <a:prstGeom prst="rect">
            <a:avLst/>
          </a:prstGeom>
          <a:blipFill>
            <a:blip r:embed="rId44" cstate="print"/>
            <a:stretch>
              <a:fillRect/>
            </a:stretch>
          </a:blipFill>
        </p:spPr>
        <p:txBody>
          <a:bodyPr wrap="square" lIns="0" tIns="0" rIns="0" bIns="0" rtlCol="0"/>
          <a:lstStyle/>
          <a:p>
            <a:endParaRPr/>
          </a:p>
        </p:txBody>
      </p:sp>
      <p:sp>
        <p:nvSpPr>
          <p:cNvPr id="44" name="object 44"/>
          <p:cNvSpPr/>
          <p:nvPr/>
        </p:nvSpPr>
        <p:spPr>
          <a:xfrm>
            <a:off x="3556020" y="2491398"/>
            <a:ext cx="275864" cy="287471"/>
          </a:xfrm>
          <a:prstGeom prst="rect">
            <a:avLst/>
          </a:prstGeom>
          <a:blipFill>
            <a:blip r:embed="rId45" cstate="print"/>
            <a:stretch>
              <a:fillRect/>
            </a:stretch>
          </a:blipFill>
        </p:spPr>
        <p:txBody>
          <a:bodyPr wrap="square" lIns="0" tIns="0" rIns="0" bIns="0" rtlCol="0"/>
          <a:lstStyle/>
          <a:p>
            <a:endParaRPr/>
          </a:p>
        </p:txBody>
      </p:sp>
      <p:sp>
        <p:nvSpPr>
          <p:cNvPr id="45" name="object 45"/>
          <p:cNvSpPr/>
          <p:nvPr/>
        </p:nvSpPr>
        <p:spPr>
          <a:xfrm>
            <a:off x="4033160" y="2612255"/>
            <a:ext cx="755373" cy="110295"/>
          </a:xfrm>
          <a:prstGeom prst="rect">
            <a:avLst/>
          </a:prstGeom>
          <a:blipFill>
            <a:blip r:embed="rId46" cstate="print"/>
            <a:stretch>
              <a:fillRect/>
            </a:stretch>
          </a:blipFill>
        </p:spPr>
        <p:txBody>
          <a:bodyPr wrap="square" lIns="0" tIns="0" rIns="0" bIns="0" rtlCol="0"/>
          <a:lstStyle/>
          <a:p>
            <a:endParaRPr/>
          </a:p>
        </p:txBody>
      </p:sp>
      <p:sp>
        <p:nvSpPr>
          <p:cNvPr id="46" name="object 46"/>
          <p:cNvSpPr/>
          <p:nvPr/>
        </p:nvSpPr>
        <p:spPr>
          <a:xfrm>
            <a:off x="4956657" y="2605214"/>
            <a:ext cx="635791" cy="117335"/>
          </a:xfrm>
          <a:prstGeom prst="rect">
            <a:avLst/>
          </a:prstGeom>
          <a:blipFill>
            <a:blip r:embed="rId47" cstate="print"/>
            <a:stretch>
              <a:fillRect/>
            </a:stretch>
          </a:blipFill>
        </p:spPr>
        <p:txBody>
          <a:bodyPr wrap="square" lIns="0" tIns="0" rIns="0" bIns="0" rtlCol="0"/>
          <a:lstStyle/>
          <a:p>
            <a:endParaRPr/>
          </a:p>
        </p:txBody>
      </p:sp>
      <p:sp>
        <p:nvSpPr>
          <p:cNvPr id="47" name="object 47"/>
          <p:cNvSpPr/>
          <p:nvPr/>
        </p:nvSpPr>
        <p:spPr>
          <a:xfrm>
            <a:off x="5770045" y="2631028"/>
            <a:ext cx="560017" cy="105601"/>
          </a:xfrm>
          <a:prstGeom prst="rect">
            <a:avLst/>
          </a:prstGeom>
          <a:blipFill>
            <a:blip r:embed="rId48" cstate="print"/>
            <a:stretch>
              <a:fillRect/>
            </a:stretch>
          </a:blipFill>
        </p:spPr>
        <p:txBody>
          <a:bodyPr wrap="square" lIns="0" tIns="0" rIns="0" bIns="0" rtlCol="0"/>
          <a:lstStyle/>
          <a:p>
            <a:endParaRPr/>
          </a:p>
        </p:txBody>
      </p:sp>
      <p:sp>
        <p:nvSpPr>
          <p:cNvPr id="48" name="object 48"/>
          <p:cNvSpPr/>
          <p:nvPr/>
        </p:nvSpPr>
        <p:spPr>
          <a:xfrm>
            <a:off x="6536072" y="2526599"/>
            <a:ext cx="993350" cy="179522"/>
          </a:xfrm>
          <a:prstGeom prst="rect">
            <a:avLst/>
          </a:prstGeom>
          <a:blipFill>
            <a:blip r:embed="rId49" cstate="print"/>
            <a:stretch>
              <a:fillRect/>
            </a:stretch>
          </a:blipFill>
        </p:spPr>
        <p:txBody>
          <a:bodyPr wrap="square" lIns="0" tIns="0" rIns="0" bIns="0" rtlCol="0"/>
          <a:lstStyle/>
          <a:p>
            <a:endParaRPr/>
          </a:p>
        </p:txBody>
      </p:sp>
      <p:sp>
        <p:nvSpPr>
          <p:cNvPr id="49" name="object 49"/>
          <p:cNvSpPr/>
          <p:nvPr/>
        </p:nvSpPr>
        <p:spPr>
          <a:xfrm>
            <a:off x="7895271" y="2588786"/>
            <a:ext cx="510291" cy="107948"/>
          </a:xfrm>
          <a:prstGeom prst="rect">
            <a:avLst/>
          </a:prstGeom>
          <a:blipFill>
            <a:blip r:embed="rId50" cstate="print"/>
            <a:stretch>
              <a:fillRect/>
            </a:stretch>
          </a:blipFill>
        </p:spPr>
        <p:txBody>
          <a:bodyPr wrap="square" lIns="0" tIns="0" rIns="0" bIns="0" rtlCol="0"/>
          <a:lstStyle/>
          <a:p>
            <a:endParaRPr/>
          </a:p>
        </p:txBody>
      </p:sp>
      <p:sp>
        <p:nvSpPr>
          <p:cNvPr id="50" name="object 50"/>
          <p:cNvSpPr/>
          <p:nvPr/>
        </p:nvSpPr>
        <p:spPr>
          <a:xfrm>
            <a:off x="8590261" y="2570014"/>
            <a:ext cx="666575" cy="176003"/>
          </a:xfrm>
          <a:prstGeom prst="rect">
            <a:avLst/>
          </a:prstGeom>
          <a:blipFill>
            <a:blip r:embed="rId51" cstate="print"/>
            <a:stretch>
              <a:fillRect/>
            </a:stretch>
          </a:blipFill>
        </p:spPr>
        <p:txBody>
          <a:bodyPr wrap="square" lIns="0" tIns="0" rIns="0" bIns="0" rtlCol="0"/>
          <a:lstStyle/>
          <a:p>
            <a:endParaRPr/>
          </a:p>
        </p:txBody>
      </p:sp>
      <p:sp>
        <p:nvSpPr>
          <p:cNvPr id="51" name="object 51"/>
          <p:cNvSpPr/>
          <p:nvPr/>
        </p:nvSpPr>
        <p:spPr>
          <a:xfrm>
            <a:off x="9422593" y="2580573"/>
            <a:ext cx="510291" cy="174829"/>
          </a:xfrm>
          <a:prstGeom prst="rect">
            <a:avLst/>
          </a:prstGeom>
          <a:blipFill>
            <a:blip r:embed="rId52" cstate="print"/>
            <a:stretch>
              <a:fillRect/>
            </a:stretch>
          </a:blipFill>
        </p:spPr>
        <p:txBody>
          <a:bodyPr wrap="square" lIns="0" tIns="0" rIns="0" bIns="0" rtlCol="0"/>
          <a:lstStyle/>
          <a:p>
            <a:endParaRPr/>
          </a:p>
        </p:txBody>
      </p:sp>
      <p:sp>
        <p:nvSpPr>
          <p:cNvPr id="52" name="object 52"/>
          <p:cNvSpPr/>
          <p:nvPr/>
        </p:nvSpPr>
        <p:spPr>
          <a:xfrm>
            <a:off x="10233613" y="2533639"/>
            <a:ext cx="503186" cy="234670"/>
          </a:xfrm>
          <a:prstGeom prst="rect">
            <a:avLst/>
          </a:prstGeom>
          <a:blipFill>
            <a:blip r:embed="rId53" cstate="print"/>
            <a:stretch>
              <a:fillRect/>
            </a:stretch>
          </a:blipFill>
        </p:spPr>
        <p:txBody>
          <a:bodyPr wrap="square" lIns="0" tIns="0" rIns="0" bIns="0" rtlCol="0"/>
          <a:lstStyle/>
          <a:p>
            <a:endParaRPr/>
          </a:p>
        </p:txBody>
      </p:sp>
      <p:sp>
        <p:nvSpPr>
          <p:cNvPr id="53" name="object 53"/>
          <p:cNvSpPr/>
          <p:nvPr/>
        </p:nvSpPr>
        <p:spPr>
          <a:xfrm>
            <a:off x="1530245" y="2958394"/>
            <a:ext cx="716301" cy="219417"/>
          </a:xfrm>
          <a:prstGeom prst="rect">
            <a:avLst/>
          </a:prstGeom>
          <a:blipFill>
            <a:blip r:embed="rId54" cstate="print"/>
            <a:stretch>
              <a:fillRect/>
            </a:stretch>
          </a:blipFill>
        </p:spPr>
        <p:txBody>
          <a:bodyPr wrap="square" lIns="0" tIns="0" rIns="0" bIns="0" rtlCol="0"/>
          <a:lstStyle/>
          <a:p>
            <a:endParaRPr/>
          </a:p>
        </p:txBody>
      </p:sp>
      <p:sp>
        <p:nvSpPr>
          <p:cNvPr id="54" name="object 54"/>
          <p:cNvSpPr/>
          <p:nvPr/>
        </p:nvSpPr>
        <p:spPr>
          <a:xfrm>
            <a:off x="2916675" y="3034662"/>
            <a:ext cx="649999" cy="70400"/>
          </a:xfrm>
          <a:prstGeom prst="rect">
            <a:avLst/>
          </a:prstGeom>
          <a:blipFill>
            <a:blip r:embed="rId55" cstate="print"/>
            <a:stretch>
              <a:fillRect/>
            </a:stretch>
          </a:blipFill>
        </p:spPr>
        <p:txBody>
          <a:bodyPr wrap="square" lIns="0" tIns="0" rIns="0" bIns="0" rtlCol="0"/>
          <a:lstStyle/>
          <a:p>
            <a:endParaRPr/>
          </a:p>
        </p:txBody>
      </p:sp>
      <p:sp>
        <p:nvSpPr>
          <p:cNvPr id="55" name="object 55"/>
          <p:cNvSpPr/>
          <p:nvPr/>
        </p:nvSpPr>
        <p:spPr>
          <a:xfrm>
            <a:off x="2373231" y="3025274"/>
            <a:ext cx="428597" cy="125548"/>
          </a:xfrm>
          <a:prstGeom prst="rect">
            <a:avLst/>
          </a:prstGeom>
          <a:blipFill>
            <a:blip r:embed="rId56" cstate="print"/>
            <a:stretch>
              <a:fillRect/>
            </a:stretch>
          </a:blipFill>
        </p:spPr>
        <p:txBody>
          <a:bodyPr wrap="square" lIns="0" tIns="0" rIns="0" bIns="0" rtlCol="0"/>
          <a:lstStyle/>
          <a:p>
            <a:endParaRPr/>
          </a:p>
        </p:txBody>
      </p:sp>
      <p:sp>
        <p:nvSpPr>
          <p:cNvPr id="56" name="object 56"/>
          <p:cNvSpPr/>
          <p:nvPr/>
        </p:nvSpPr>
        <p:spPr>
          <a:xfrm>
            <a:off x="5083342" y="2966607"/>
            <a:ext cx="408469" cy="172483"/>
          </a:xfrm>
          <a:prstGeom prst="rect">
            <a:avLst/>
          </a:prstGeom>
          <a:blipFill>
            <a:blip r:embed="rId57" cstate="print"/>
            <a:stretch>
              <a:fillRect/>
            </a:stretch>
          </a:blipFill>
        </p:spPr>
        <p:txBody>
          <a:bodyPr wrap="square" lIns="0" tIns="0" rIns="0" bIns="0" rtlCol="0"/>
          <a:lstStyle/>
          <a:p>
            <a:endParaRPr/>
          </a:p>
        </p:txBody>
      </p:sp>
      <p:sp>
        <p:nvSpPr>
          <p:cNvPr id="57" name="object 57"/>
          <p:cNvSpPr/>
          <p:nvPr/>
        </p:nvSpPr>
        <p:spPr>
          <a:xfrm>
            <a:off x="5693085" y="2918499"/>
            <a:ext cx="282968" cy="238190"/>
          </a:xfrm>
          <a:prstGeom prst="rect">
            <a:avLst/>
          </a:prstGeom>
          <a:blipFill>
            <a:blip r:embed="rId58" cstate="print"/>
            <a:stretch>
              <a:fillRect/>
            </a:stretch>
          </a:blipFill>
        </p:spPr>
        <p:txBody>
          <a:bodyPr wrap="square" lIns="0" tIns="0" rIns="0" bIns="0" rtlCol="0"/>
          <a:lstStyle/>
          <a:p>
            <a:endParaRPr/>
          </a:p>
        </p:txBody>
      </p:sp>
      <p:sp>
        <p:nvSpPr>
          <p:cNvPr id="58" name="object 58"/>
          <p:cNvSpPr/>
          <p:nvPr/>
        </p:nvSpPr>
        <p:spPr>
          <a:xfrm>
            <a:off x="4333886" y="2912632"/>
            <a:ext cx="608560" cy="259310"/>
          </a:xfrm>
          <a:prstGeom prst="rect">
            <a:avLst/>
          </a:prstGeom>
          <a:blipFill>
            <a:blip r:embed="rId59" cstate="print"/>
            <a:stretch>
              <a:fillRect/>
            </a:stretch>
          </a:blipFill>
        </p:spPr>
        <p:txBody>
          <a:bodyPr wrap="square" lIns="0" tIns="0" rIns="0" bIns="0" rtlCol="0"/>
          <a:lstStyle/>
          <a:p>
            <a:endParaRPr/>
          </a:p>
        </p:txBody>
      </p:sp>
      <p:sp>
        <p:nvSpPr>
          <p:cNvPr id="59" name="object 59"/>
          <p:cNvSpPr/>
          <p:nvPr/>
        </p:nvSpPr>
        <p:spPr>
          <a:xfrm>
            <a:off x="6176145" y="2923192"/>
            <a:ext cx="452276" cy="161923"/>
          </a:xfrm>
          <a:prstGeom prst="rect">
            <a:avLst/>
          </a:prstGeom>
          <a:blipFill>
            <a:blip r:embed="rId60" cstate="print"/>
            <a:stretch>
              <a:fillRect/>
            </a:stretch>
          </a:blipFill>
        </p:spPr>
        <p:txBody>
          <a:bodyPr wrap="square" lIns="0" tIns="0" rIns="0" bIns="0" rtlCol="0"/>
          <a:lstStyle/>
          <a:p>
            <a:endParaRPr/>
          </a:p>
        </p:txBody>
      </p:sp>
      <p:sp>
        <p:nvSpPr>
          <p:cNvPr id="60" name="object 60"/>
          <p:cNvSpPr/>
          <p:nvPr/>
        </p:nvSpPr>
        <p:spPr>
          <a:xfrm>
            <a:off x="7414578" y="2835192"/>
            <a:ext cx="240345" cy="290991"/>
          </a:xfrm>
          <a:prstGeom prst="rect">
            <a:avLst/>
          </a:prstGeom>
          <a:blipFill>
            <a:blip r:embed="rId61" cstate="print"/>
            <a:stretch>
              <a:fillRect/>
            </a:stretch>
          </a:blipFill>
        </p:spPr>
        <p:txBody>
          <a:bodyPr wrap="square" lIns="0" tIns="0" rIns="0" bIns="0" rtlCol="0"/>
          <a:lstStyle/>
          <a:p>
            <a:endParaRPr/>
          </a:p>
        </p:txBody>
      </p:sp>
      <p:sp>
        <p:nvSpPr>
          <p:cNvPr id="61" name="object 61"/>
          <p:cNvSpPr/>
          <p:nvPr/>
        </p:nvSpPr>
        <p:spPr>
          <a:xfrm>
            <a:off x="7868037" y="2823458"/>
            <a:ext cx="210746" cy="281604"/>
          </a:xfrm>
          <a:prstGeom prst="rect">
            <a:avLst/>
          </a:prstGeom>
          <a:blipFill>
            <a:blip r:embed="rId62" cstate="print"/>
            <a:stretch>
              <a:fillRect/>
            </a:stretch>
          </a:blipFill>
        </p:spPr>
        <p:txBody>
          <a:bodyPr wrap="square" lIns="0" tIns="0" rIns="0" bIns="0" rtlCol="0"/>
          <a:lstStyle/>
          <a:p>
            <a:endParaRPr/>
          </a:p>
        </p:txBody>
      </p:sp>
      <p:sp>
        <p:nvSpPr>
          <p:cNvPr id="62" name="object 62"/>
          <p:cNvSpPr/>
          <p:nvPr/>
        </p:nvSpPr>
        <p:spPr>
          <a:xfrm>
            <a:off x="8257564" y="2971301"/>
            <a:ext cx="590801" cy="136108"/>
          </a:xfrm>
          <a:prstGeom prst="rect">
            <a:avLst/>
          </a:prstGeom>
          <a:blipFill>
            <a:blip r:embed="rId63" cstate="print"/>
            <a:stretch>
              <a:fillRect/>
            </a:stretch>
          </a:blipFill>
        </p:spPr>
        <p:txBody>
          <a:bodyPr wrap="square" lIns="0" tIns="0" rIns="0" bIns="0" rtlCol="0"/>
          <a:lstStyle/>
          <a:p>
            <a:endParaRPr/>
          </a:p>
        </p:txBody>
      </p:sp>
      <p:sp>
        <p:nvSpPr>
          <p:cNvPr id="63" name="object 63"/>
          <p:cNvSpPr/>
          <p:nvPr/>
        </p:nvSpPr>
        <p:spPr>
          <a:xfrm>
            <a:off x="9005836" y="2964261"/>
            <a:ext cx="597904" cy="151362"/>
          </a:xfrm>
          <a:prstGeom prst="rect">
            <a:avLst/>
          </a:prstGeom>
          <a:blipFill>
            <a:blip r:embed="rId64" cstate="print"/>
            <a:stretch>
              <a:fillRect/>
            </a:stretch>
          </a:blipFill>
        </p:spPr>
        <p:txBody>
          <a:bodyPr wrap="square" lIns="0" tIns="0" rIns="0" bIns="0" rtlCol="0"/>
          <a:lstStyle/>
          <a:p>
            <a:endParaRPr/>
          </a:p>
        </p:txBody>
      </p:sp>
      <p:sp>
        <p:nvSpPr>
          <p:cNvPr id="64" name="object 64"/>
          <p:cNvSpPr/>
          <p:nvPr/>
        </p:nvSpPr>
        <p:spPr>
          <a:xfrm>
            <a:off x="9780151" y="2858659"/>
            <a:ext cx="239162" cy="242884"/>
          </a:xfrm>
          <a:prstGeom prst="rect">
            <a:avLst/>
          </a:prstGeom>
          <a:blipFill>
            <a:blip r:embed="rId65" cstate="print"/>
            <a:stretch>
              <a:fillRect/>
            </a:stretch>
          </a:blipFill>
        </p:spPr>
        <p:txBody>
          <a:bodyPr wrap="square" lIns="0" tIns="0" rIns="0" bIns="0" rtlCol="0"/>
          <a:lstStyle/>
          <a:p>
            <a:endParaRPr/>
          </a:p>
        </p:txBody>
      </p:sp>
      <p:sp>
        <p:nvSpPr>
          <p:cNvPr id="65" name="object 65"/>
          <p:cNvSpPr/>
          <p:nvPr/>
        </p:nvSpPr>
        <p:spPr>
          <a:xfrm>
            <a:off x="10222956" y="2943141"/>
            <a:ext cx="517394" cy="158402"/>
          </a:xfrm>
          <a:prstGeom prst="rect">
            <a:avLst/>
          </a:prstGeom>
          <a:blipFill>
            <a:blip r:embed="rId66" cstate="print"/>
            <a:stretch>
              <a:fillRect/>
            </a:stretch>
          </a:blipFill>
        </p:spPr>
        <p:txBody>
          <a:bodyPr wrap="square" lIns="0" tIns="0" rIns="0" bIns="0" rtlCol="0"/>
          <a:lstStyle/>
          <a:p>
            <a:endParaRPr/>
          </a:p>
        </p:txBody>
      </p:sp>
      <p:sp>
        <p:nvSpPr>
          <p:cNvPr id="66" name="object 66"/>
          <p:cNvSpPr/>
          <p:nvPr/>
        </p:nvSpPr>
        <p:spPr>
          <a:xfrm>
            <a:off x="3673232" y="2194540"/>
            <a:ext cx="625135" cy="141975"/>
          </a:xfrm>
          <a:prstGeom prst="rect">
            <a:avLst/>
          </a:prstGeom>
          <a:blipFill>
            <a:blip r:embed="rId67" cstate="print"/>
            <a:stretch>
              <a:fillRect/>
            </a:stretch>
          </a:blipFill>
        </p:spPr>
        <p:txBody>
          <a:bodyPr wrap="square" lIns="0" tIns="0" rIns="0" bIns="0" rtlCol="0"/>
          <a:lstStyle/>
          <a:p>
            <a:endParaRPr/>
          </a:p>
        </p:txBody>
      </p:sp>
      <p:sp>
        <p:nvSpPr>
          <p:cNvPr id="67" name="object 67"/>
          <p:cNvSpPr/>
          <p:nvPr/>
        </p:nvSpPr>
        <p:spPr>
          <a:xfrm>
            <a:off x="1504199" y="3359681"/>
            <a:ext cx="603824" cy="193602"/>
          </a:xfrm>
          <a:prstGeom prst="rect">
            <a:avLst/>
          </a:prstGeom>
          <a:blipFill>
            <a:blip r:embed="rId68" cstate="print"/>
            <a:stretch>
              <a:fillRect/>
            </a:stretch>
          </a:blipFill>
        </p:spPr>
        <p:txBody>
          <a:bodyPr wrap="square" lIns="0" tIns="0" rIns="0" bIns="0" rtlCol="0"/>
          <a:lstStyle/>
          <a:p>
            <a:endParaRPr/>
          </a:p>
        </p:txBody>
      </p:sp>
      <p:sp>
        <p:nvSpPr>
          <p:cNvPr id="68" name="object 68"/>
          <p:cNvSpPr/>
          <p:nvPr/>
        </p:nvSpPr>
        <p:spPr>
          <a:xfrm>
            <a:off x="2319954" y="3225919"/>
            <a:ext cx="349271" cy="305071"/>
          </a:xfrm>
          <a:prstGeom prst="rect">
            <a:avLst/>
          </a:prstGeom>
          <a:blipFill>
            <a:blip r:embed="rId69" cstate="print"/>
            <a:stretch>
              <a:fillRect/>
            </a:stretch>
          </a:blipFill>
        </p:spPr>
        <p:txBody>
          <a:bodyPr wrap="square" lIns="0" tIns="0" rIns="0" bIns="0" rtlCol="0"/>
          <a:lstStyle/>
          <a:p>
            <a:endParaRPr/>
          </a:p>
        </p:txBody>
      </p:sp>
      <p:sp>
        <p:nvSpPr>
          <p:cNvPr id="69" name="object 69"/>
          <p:cNvSpPr/>
          <p:nvPr/>
        </p:nvSpPr>
        <p:spPr>
          <a:xfrm>
            <a:off x="2921412" y="3320960"/>
            <a:ext cx="465299" cy="173656"/>
          </a:xfrm>
          <a:prstGeom prst="rect">
            <a:avLst/>
          </a:prstGeom>
          <a:blipFill>
            <a:blip r:embed="rId70" cstate="print"/>
            <a:stretch>
              <a:fillRect/>
            </a:stretch>
          </a:blipFill>
        </p:spPr>
        <p:txBody>
          <a:bodyPr wrap="square" lIns="0" tIns="0" rIns="0" bIns="0" rtlCol="0"/>
          <a:lstStyle/>
          <a:p>
            <a:endParaRPr/>
          </a:p>
        </p:txBody>
      </p:sp>
      <p:sp>
        <p:nvSpPr>
          <p:cNvPr id="70" name="object 70"/>
          <p:cNvSpPr/>
          <p:nvPr/>
        </p:nvSpPr>
        <p:spPr>
          <a:xfrm>
            <a:off x="4497276" y="3211840"/>
            <a:ext cx="567121" cy="348485"/>
          </a:xfrm>
          <a:prstGeom prst="rect">
            <a:avLst/>
          </a:prstGeom>
          <a:blipFill>
            <a:blip r:embed="rId71" cstate="print"/>
            <a:stretch>
              <a:fillRect/>
            </a:stretch>
          </a:blipFill>
        </p:spPr>
        <p:txBody>
          <a:bodyPr wrap="square" lIns="0" tIns="0" rIns="0" bIns="0" rtlCol="0"/>
          <a:lstStyle/>
          <a:p>
            <a:endParaRPr/>
          </a:p>
        </p:txBody>
      </p:sp>
      <p:sp>
        <p:nvSpPr>
          <p:cNvPr id="71" name="object 71"/>
          <p:cNvSpPr/>
          <p:nvPr/>
        </p:nvSpPr>
        <p:spPr>
          <a:xfrm>
            <a:off x="5138988" y="3261120"/>
            <a:ext cx="518579" cy="245230"/>
          </a:xfrm>
          <a:prstGeom prst="rect">
            <a:avLst/>
          </a:prstGeom>
          <a:blipFill>
            <a:blip r:embed="rId72" cstate="print"/>
            <a:stretch>
              <a:fillRect/>
            </a:stretch>
          </a:blipFill>
        </p:spPr>
        <p:txBody>
          <a:bodyPr wrap="square" lIns="0" tIns="0" rIns="0" bIns="0" rtlCol="0"/>
          <a:lstStyle/>
          <a:p>
            <a:endParaRPr/>
          </a:p>
        </p:txBody>
      </p:sp>
      <p:sp>
        <p:nvSpPr>
          <p:cNvPr id="72" name="object 72"/>
          <p:cNvSpPr/>
          <p:nvPr/>
        </p:nvSpPr>
        <p:spPr>
          <a:xfrm>
            <a:off x="3784526" y="2988901"/>
            <a:ext cx="503186" cy="159575"/>
          </a:xfrm>
          <a:prstGeom prst="rect">
            <a:avLst/>
          </a:prstGeom>
          <a:blipFill>
            <a:blip r:embed="rId73" cstate="print"/>
            <a:stretch>
              <a:fillRect/>
            </a:stretch>
          </a:blipFill>
        </p:spPr>
        <p:txBody>
          <a:bodyPr wrap="square" lIns="0" tIns="0" rIns="0" bIns="0" rtlCol="0"/>
          <a:lstStyle/>
          <a:p>
            <a:endParaRPr/>
          </a:p>
        </p:txBody>
      </p:sp>
      <p:sp>
        <p:nvSpPr>
          <p:cNvPr id="73" name="object 73"/>
          <p:cNvSpPr/>
          <p:nvPr/>
        </p:nvSpPr>
        <p:spPr>
          <a:xfrm>
            <a:off x="6841538" y="3286933"/>
            <a:ext cx="407285" cy="124375"/>
          </a:xfrm>
          <a:prstGeom prst="rect">
            <a:avLst/>
          </a:prstGeom>
          <a:blipFill>
            <a:blip r:embed="rId74" cstate="print"/>
            <a:stretch>
              <a:fillRect/>
            </a:stretch>
          </a:blipFill>
        </p:spPr>
        <p:txBody>
          <a:bodyPr wrap="square" lIns="0" tIns="0" rIns="0" bIns="0" rtlCol="0"/>
          <a:lstStyle/>
          <a:p>
            <a:endParaRPr/>
          </a:p>
        </p:txBody>
      </p:sp>
      <p:sp>
        <p:nvSpPr>
          <p:cNvPr id="74" name="object 74"/>
          <p:cNvSpPr/>
          <p:nvPr/>
        </p:nvSpPr>
        <p:spPr>
          <a:xfrm>
            <a:off x="5828058" y="3255253"/>
            <a:ext cx="832330" cy="151362"/>
          </a:xfrm>
          <a:prstGeom prst="rect">
            <a:avLst/>
          </a:prstGeom>
          <a:blipFill>
            <a:blip r:embed="rId75" cstate="print"/>
            <a:stretch>
              <a:fillRect/>
            </a:stretch>
          </a:blipFill>
        </p:spPr>
        <p:txBody>
          <a:bodyPr wrap="square" lIns="0" tIns="0" rIns="0" bIns="0" rtlCol="0"/>
          <a:lstStyle/>
          <a:p>
            <a:endParaRPr/>
          </a:p>
        </p:txBody>
      </p:sp>
      <p:sp>
        <p:nvSpPr>
          <p:cNvPr id="75" name="object 75"/>
          <p:cNvSpPr/>
          <p:nvPr/>
        </p:nvSpPr>
        <p:spPr>
          <a:xfrm>
            <a:off x="8244541" y="3272853"/>
            <a:ext cx="692621" cy="183042"/>
          </a:xfrm>
          <a:prstGeom prst="rect">
            <a:avLst/>
          </a:prstGeom>
          <a:blipFill>
            <a:blip r:embed="rId76" cstate="print"/>
            <a:stretch>
              <a:fillRect/>
            </a:stretch>
          </a:blipFill>
        </p:spPr>
        <p:txBody>
          <a:bodyPr wrap="square" lIns="0" tIns="0" rIns="0" bIns="0" rtlCol="0"/>
          <a:lstStyle/>
          <a:p>
            <a:endParaRPr/>
          </a:p>
        </p:txBody>
      </p:sp>
      <p:sp>
        <p:nvSpPr>
          <p:cNvPr id="76" name="object 76"/>
          <p:cNvSpPr/>
          <p:nvPr/>
        </p:nvSpPr>
        <p:spPr>
          <a:xfrm>
            <a:off x="8991628" y="3271681"/>
            <a:ext cx="938887" cy="178349"/>
          </a:xfrm>
          <a:prstGeom prst="rect">
            <a:avLst/>
          </a:prstGeom>
          <a:blipFill>
            <a:blip r:embed="rId77" cstate="print"/>
            <a:stretch>
              <a:fillRect/>
            </a:stretch>
          </a:blipFill>
        </p:spPr>
        <p:txBody>
          <a:bodyPr wrap="square" lIns="0" tIns="0" rIns="0" bIns="0" rtlCol="0"/>
          <a:lstStyle/>
          <a:p>
            <a:endParaRPr/>
          </a:p>
        </p:txBody>
      </p:sp>
      <p:sp>
        <p:nvSpPr>
          <p:cNvPr id="77" name="object 77"/>
          <p:cNvSpPr/>
          <p:nvPr/>
        </p:nvSpPr>
        <p:spPr>
          <a:xfrm>
            <a:off x="10170862" y="3274027"/>
            <a:ext cx="627504" cy="95041"/>
          </a:xfrm>
          <a:prstGeom prst="rect">
            <a:avLst/>
          </a:prstGeom>
          <a:blipFill>
            <a:blip r:embed="rId78" cstate="print"/>
            <a:stretch>
              <a:fillRect/>
            </a:stretch>
          </a:blipFill>
        </p:spPr>
        <p:txBody>
          <a:bodyPr wrap="square" lIns="0" tIns="0" rIns="0" bIns="0" rtlCol="0"/>
          <a:lstStyle/>
          <a:p>
            <a:endParaRPr/>
          </a:p>
        </p:txBody>
      </p:sp>
      <p:sp>
        <p:nvSpPr>
          <p:cNvPr id="78" name="object 78"/>
          <p:cNvSpPr/>
          <p:nvPr/>
        </p:nvSpPr>
        <p:spPr>
          <a:xfrm>
            <a:off x="1459207" y="3706995"/>
            <a:ext cx="1008742" cy="76267"/>
          </a:xfrm>
          <a:prstGeom prst="rect">
            <a:avLst/>
          </a:prstGeom>
          <a:blipFill>
            <a:blip r:embed="rId79" cstate="print"/>
            <a:stretch>
              <a:fillRect/>
            </a:stretch>
          </a:blipFill>
        </p:spPr>
        <p:txBody>
          <a:bodyPr wrap="square" lIns="0" tIns="0" rIns="0" bIns="0" rtlCol="0"/>
          <a:lstStyle/>
          <a:p>
            <a:endParaRPr/>
          </a:p>
        </p:txBody>
      </p:sp>
      <p:sp>
        <p:nvSpPr>
          <p:cNvPr id="79" name="object 79"/>
          <p:cNvSpPr/>
          <p:nvPr/>
        </p:nvSpPr>
        <p:spPr>
          <a:xfrm>
            <a:off x="3338169" y="3590832"/>
            <a:ext cx="491347" cy="276911"/>
          </a:xfrm>
          <a:prstGeom prst="rect">
            <a:avLst/>
          </a:prstGeom>
          <a:blipFill>
            <a:blip r:embed="rId80" cstate="print"/>
            <a:stretch>
              <a:fillRect/>
            </a:stretch>
          </a:blipFill>
        </p:spPr>
        <p:txBody>
          <a:bodyPr wrap="square" lIns="0" tIns="0" rIns="0" bIns="0" rtlCol="0"/>
          <a:lstStyle/>
          <a:p>
            <a:endParaRPr/>
          </a:p>
        </p:txBody>
      </p:sp>
      <p:sp>
        <p:nvSpPr>
          <p:cNvPr id="80" name="object 80"/>
          <p:cNvSpPr/>
          <p:nvPr/>
        </p:nvSpPr>
        <p:spPr>
          <a:xfrm>
            <a:off x="3956201" y="3645980"/>
            <a:ext cx="488979" cy="138455"/>
          </a:xfrm>
          <a:prstGeom prst="rect">
            <a:avLst/>
          </a:prstGeom>
          <a:blipFill>
            <a:blip r:embed="rId81" cstate="print"/>
            <a:stretch>
              <a:fillRect/>
            </a:stretch>
          </a:blipFill>
        </p:spPr>
        <p:txBody>
          <a:bodyPr wrap="square" lIns="0" tIns="0" rIns="0" bIns="0" rtlCol="0"/>
          <a:lstStyle/>
          <a:p>
            <a:endParaRPr/>
          </a:p>
        </p:txBody>
      </p:sp>
      <p:sp>
        <p:nvSpPr>
          <p:cNvPr id="81" name="object 81"/>
          <p:cNvSpPr/>
          <p:nvPr/>
        </p:nvSpPr>
        <p:spPr>
          <a:xfrm>
            <a:off x="4544635" y="3607259"/>
            <a:ext cx="802731" cy="221763"/>
          </a:xfrm>
          <a:prstGeom prst="rect">
            <a:avLst/>
          </a:prstGeom>
          <a:blipFill>
            <a:blip r:embed="rId82" cstate="print"/>
            <a:stretch>
              <a:fillRect/>
            </a:stretch>
          </a:blipFill>
        </p:spPr>
        <p:txBody>
          <a:bodyPr wrap="square" lIns="0" tIns="0" rIns="0" bIns="0" rtlCol="0"/>
          <a:lstStyle/>
          <a:p>
            <a:endParaRPr/>
          </a:p>
        </p:txBody>
      </p:sp>
      <p:sp>
        <p:nvSpPr>
          <p:cNvPr id="82" name="object 82"/>
          <p:cNvSpPr/>
          <p:nvPr/>
        </p:nvSpPr>
        <p:spPr>
          <a:xfrm>
            <a:off x="2479790" y="3603739"/>
            <a:ext cx="789708" cy="276911"/>
          </a:xfrm>
          <a:prstGeom prst="rect">
            <a:avLst/>
          </a:prstGeom>
          <a:blipFill>
            <a:blip r:embed="rId83" cstate="print"/>
            <a:stretch>
              <a:fillRect/>
            </a:stretch>
          </a:blipFill>
        </p:spPr>
        <p:txBody>
          <a:bodyPr wrap="square" lIns="0" tIns="0" rIns="0" bIns="0" rtlCol="0"/>
          <a:lstStyle/>
          <a:p>
            <a:endParaRPr/>
          </a:p>
        </p:txBody>
      </p:sp>
      <p:sp>
        <p:nvSpPr>
          <p:cNvPr id="83" name="object 83"/>
          <p:cNvSpPr/>
          <p:nvPr/>
        </p:nvSpPr>
        <p:spPr>
          <a:xfrm>
            <a:off x="5502467" y="3461763"/>
            <a:ext cx="663022" cy="305071"/>
          </a:xfrm>
          <a:prstGeom prst="rect">
            <a:avLst/>
          </a:prstGeom>
          <a:blipFill>
            <a:blip r:embed="rId84" cstate="print"/>
            <a:stretch>
              <a:fillRect/>
            </a:stretch>
          </a:blipFill>
        </p:spPr>
        <p:txBody>
          <a:bodyPr wrap="square" lIns="0" tIns="0" rIns="0" bIns="0" rtlCol="0"/>
          <a:lstStyle/>
          <a:p>
            <a:endParaRPr/>
          </a:p>
        </p:txBody>
      </p:sp>
      <p:sp>
        <p:nvSpPr>
          <p:cNvPr id="84" name="object 84"/>
          <p:cNvSpPr/>
          <p:nvPr/>
        </p:nvSpPr>
        <p:spPr>
          <a:xfrm>
            <a:off x="6295727" y="3588486"/>
            <a:ext cx="440436" cy="194776"/>
          </a:xfrm>
          <a:prstGeom prst="rect">
            <a:avLst/>
          </a:prstGeom>
          <a:blipFill>
            <a:blip r:embed="rId85" cstate="print"/>
            <a:stretch>
              <a:fillRect/>
            </a:stretch>
          </a:blipFill>
        </p:spPr>
        <p:txBody>
          <a:bodyPr wrap="square" lIns="0" tIns="0" rIns="0" bIns="0" rtlCol="0"/>
          <a:lstStyle/>
          <a:p>
            <a:endParaRPr/>
          </a:p>
        </p:txBody>
      </p:sp>
      <p:sp>
        <p:nvSpPr>
          <p:cNvPr id="85" name="object 85"/>
          <p:cNvSpPr/>
          <p:nvPr/>
        </p:nvSpPr>
        <p:spPr>
          <a:xfrm>
            <a:off x="6906654" y="3602567"/>
            <a:ext cx="490163" cy="166616"/>
          </a:xfrm>
          <a:prstGeom prst="rect">
            <a:avLst/>
          </a:prstGeom>
          <a:blipFill>
            <a:blip r:embed="rId86" cstate="print"/>
            <a:stretch>
              <a:fillRect/>
            </a:stretch>
          </a:blipFill>
        </p:spPr>
        <p:txBody>
          <a:bodyPr wrap="square" lIns="0" tIns="0" rIns="0" bIns="0" rtlCol="0"/>
          <a:lstStyle/>
          <a:p>
            <a:endParaRPr/>
          </a:p>
        </p:txBody>
      </p:sp>
      <p:sp>
        <p:nvSpPr>
          <p:cNvPr id="86" name="object 86"/>
          <p:cNvSpPr/>
          <p:nvPr/>
        </p:nvSpPr>
        <p:spPr>
          <a:xfrm>
            <a:off x="7538896" y="3610780"/>
            <a:ext cx="473587" cy="166616"/>
          </a:xfrm>
          <a:prstGeom prst="rect">
            <a:avLst/>
          </a:prstGeom>
          <a:blipFill>
            <a:blip r:embed="rId87" cstate="print"/>
            <a:stretch>
              <a:fillRect/>
            </a:stretch>
          </a:blipFill>
        </p:spPr>
        <p:txBody>
          <a:bodyPr wrap="square" lIns="0" tIns="0" rIns="0" bIns="0" rtlCol="0"/>
          <a:lstStyle/>
          <a:p>
            <a:endParaRPr/>
          </a:p>
        </p:txBody>
      </p:sp>
      <p:sp>
        <p:nvSpPr>
          <p:cNvPr id="87" name="object 87"/>
          <p:cNvSpPr/>
          <p:nvPr/>
        </p:nvSpPr>
        <p:spPr>
          <a:xfrm>
            <a:off x="8100098" y="3586139"/>
            <a:ext cx="774316" cy="170135"/>
          </a:xfrm>
          <a:prstGeom prst="rect">
            <a:avLst/>
          </a:prstGeom>
          <a:blipFill>
            <a:blip r:embed="rId88" cstate="print"/>
            <a:stretch>
              <a:fillRect/>
            </a:stretch>
          </a:blipFill>
        </p:spPr>
        <p:txBody>
          <a:bodyPr wrap="square" lIns="0" tIns="0" rIns="0" bIns="0" rtlCol="0"/>
          <a:lstStyle/>
          <a:p>
            <a:endParaRPr/>
          </a:p>
        </p:txBody>
      </p:sp>
      <p:sp>
        <p:nvSpPr>
          <p:cNvPr id="88" name="object 88"/>
          <p:cNvSpPr/>
          <p:nvPr/>
        </p:nvSpPr>
        <p:spPr>
          <a:xfrm>
            <a:off x="9018859" y="3592007"/>
            <a:ext cx="1084516" cy="166616"/>
          </a:xfrm>
          <a:prstGeom prst="rect">
            <a:avLst/>
          </a:prstGeom>
          <a:blipFill>
            <a:blip r:embed="rId89" cstate="print"/>
            <a:stretch>
              <a:fillRect/>
            </a:stretch>
          </a:blipFill>
        </p:spPr>
        <p:txBody>
          <a:bodyPr wrap="square" lIns="0" tIns="0" rIns="0" bIns="0" rtlCol="0"/>
          <a:lstStyle/>
          <a:p>
            <a:endParaRPr/>
          </a:p>
        </p:txBody>
      </p:sp>
      <p:sp>
        <p:nvSpPr>
          <p:cNvPr id="89" name="object 89"/>
          <p:cNvSpPr/>
          <p:nvPr/>
        </p:nvSpPr>
        <p:spPr>
          <a:xfrm>
            <a:off x="10335434" y="3394882"/>
            <a:ext cx="361110" cy="416540"/>
          </a:xfrm>
          <a:prstGeom prst="rect">
            <a:avLst/>
          </a:prstGeom>
          <a:blipFill>
            <a:blip r:embed="rId90" cstate="print"/>
            <a:stretch>
              <a:fillRect/>
            </a:stretch>
          </a:blipFill>
        </p:spPr>
        <p:txBody>
          <a:bodyPr wrap="square" lIns="0" tIns="0" rIns="0" bIns="0" rtlCol="0"/>
          <a:lstStyle/>
          <a:p>
            <a:endParaRPr/>
          </a:p>
        </p:txBody>
      </p:sp>
      <p:sp>
        <p:nvSpPr>
          <p:cNvPr id="90" name="object 90"/>
          <p:cNvSpPr/>
          <p:nvPr/>
        </p:nvSpPr>
        <p:spPr>
          <a:xfrm>
            <a:off x="1513669" y="3931105"/>
            <a:ext cx="567122" cy="248750"/>
          </a:xfrm>
          <a:prstGeom prst="rect">
            <a:avLst/>
          </a:prstGeom>
          <a:blipFill>
            <a:blip r:embed="rId91" cstate="print"/>
            <a:stretch>
              <a:fillRect/>
            </a:stretch>
          </a:blipFill>
        </p:spPr>
        <p:txBody>
          <a:bodyPr wrap="square" lIns="0" tIns="0" rIns="0" bIns="0" rtlCol="0"/>
          <a:lstStyle/>
          <a:p>
            <a:endParaRPr/>
          </a:p>
        </p:txBody>
      </p:sp>
      <p:sp>
        <p:nvSpPr>
          <p:cNvPr id="91" name="object 91"/>
          <p:cNvSpPr/>
          <p:nvPr/>
        </p:nvSpPr>
        <p:spPr>
          <a:xfrm>
            <a:off x="2205110" y="4017933"/>
            <a:ext cx="1165026" cy="97388"/>
          </a:xfrm>
          <a:prstGeom prst="rect">
            <a:avLst/>
          </a:prstGeom>
          <a:blipFill>
            <a:blip r:embed="rId92" cstate="print"/>
            <a:stretch>
              <a:fillRect/>
            </a:stretch>
          </a:blipFill>
        </p:spPr>
        <p:txBody>
          <a:bodyPr wrap="square" lIns="0" tIns="0" rIns="0" bIns="0" rtlCol="0"/>
          <a:lstStyle/>
          <a:p>
            <a:endParaRPr/>
          </a:p>
        </p:txBody>
      </p:sp>
      <p:sp>
        <p:nvSpPr>
          <p:cNvPr id="92" name="object 92"/>
          <p:cNvSpPr/>
          <p:nvPr/>
        </p:nvSpPr>
        <p:spPr>
          <a:xfrm>
            <a:off x="3436437" y="3934625"/>
            <a:ext cx="599089" cy="219417"/>
          </a:xfrm>
          <a:prstGeom prst="rect">
            <a:avLst/>
          </a:prstGeom>
          <a:blipFill>
            <a:blip r:embed="rId93" cstate="print"/>
            <a:stretch>
              <a:fillRect/>
            </a:stretch>
          </a:blipFill>
        </p:spPr>
        <p:txBody>
          <a:bodyPr wrap="square" lIns="0" tIns="0" rIns="0" bIns="0" rtlCol="0"/>
          <a:lstStyle/>
          <a:p>
            <a:endParaRPr/>
          </a:p>
        </p:txBody>
      </p:sp>
      <p:sp>
        <p:nvSpPr>
          <p:cNvPr id="93" name="object 93"/>
          <p:cNvSpPr/>
          <p:nvPr/>
        </p:nvSpPr>
        <p:spPr>
          <a:xfrm>
            <a:off x="4929425" y="3955745"/>
            <a:ext cx="670127" cy="124375"/>
          </a:xfrm>
          <a:prstGeom prst="rect">
            <a:avLst/>
          </a:prstGeom>
          <a:blipFill>
            <a:blip r:embed="rId94" cstate="print"/>
            <a:stretch>
              <a:fillRect/>
            </a:stretch>
          </a:blipFill>
        </p:spPr>
        <p:txBody>
          <a:bodyPr wrap="square" lIns="0" tIns="0" rIns="0" bIns="0" rtlCol="0"/>
          <a:lstStyle/>
          <a:p>
            <a:endParaRPr/>
          </a:p>
        </p:txBody>
      </p:sp>
      <p:sp>
        <p:nvSpPr>
          <p:cNvPr id="94" name="object 94"/>
          <p:cNvSpPr/>
          <p:nvPr/>
        </p:nvSpPr>
        <p:spPr>
          <a:xfrm>
            <a:off x="5761757" y="3914679"/>
            <a:ext cx="369398" cy="188909"/>
          </a:xfrm>
          <a:prstGeom prst="rect">
            <a:avLst/>
          </a:prstGeom>
          <a:blipFill>
            <a:blip r:embed="rId95" cstate="print"/>
            <a:stretch>
              <a:fillRect/>
            </a:stretch>
          </a:blipFill>
        </p:spPr>
        <p:txBody>
          <a:bodyPr wrap="square" lIns="0" tIns="0" rIns="0" bIns="0" rtlCol="0"/>
          <a:lstStyle/>
          <a:p>
            <a:endParaRPr/>
          </a:p>
        </p:txBody>
      </p:sp>
      <p:sp>
        <p:nvSpPr>
          <p:cNvPr id="95" name="object 95"/>
          <p:cNvSpPr/>
          <p:nvPr/>
        </p:nvSpPr>
        <p:spPr>
          <a:xfrm>
            <a:off x="6280334" y="3911159"/>
            <a:ext cx="458196" cy="186563"/>
          </a:xfrm>
          <a:prstGeom prst="rect">
            <a:avLst/>
          </a:prstGeom>
          <a:blipFill>
            <a:blip r:embed="rId96" cstate="print"/>
            <a:stretch>
              <a:fillRect/>
            </a:stretch>
          </a:blipFill>
        </p:spPr>
        <p:txBody>
          <a:bodyPr wrap="square" lIns="0" tIns="0" rIns="0" bIns="0" rtlCol="0"/>
          <a:lstStyle/>
          <a:p>
            <a:endParaRPr/>
          </a:p>
        </p:txBody>
      </p:sp>
      <p:sp>
        <p:nvSpPr>
          <p:cNvPr id="96" name="object 96"/>
          <p:cNvSpPr/>
          <p:nvPr/>
        </p:nvSpPr>
        <p:spPr>
          <a:xfrm>
            <a:off x="6916127" y="3818462"/>
            <a:ext cx="725773" cy="248750"/>
          </a:xfrm>
          <a:prstGeom prst="rect">
            <a:avLst/>
          </a:prstGeom>
          <a:blipFill>
            <a:blip r:embed="rId97" cstate="print"/>
            <a:stretch>
              <a:fillRect/>
            </a:stretch>
          </a:blipFill>
        </p:spPr>
        <p:txBody>
          <a:bodyPr wrap="square" lIns="0" tIns="0" rIns="0" bIns="0" rtlCol="0"/>
          <a:lstStyle/>
          <a:p>
            <a:endParaRPr/>
          </a:p>
        </p:txBody>
      </p:sp>
      <p:sp>
        <p:nvSpPr>
          <p:cNvPr id="97" name="object 97"/>
          <p:cNvSpPr/>
          <p:nvPr/>
        </p:nvSpPr>
        <p:spPr>
          <a:xfrm>
            <a:off x="7776874" y="3944012"/>
            <a:ext cx="560017" cy="131415"/>
          </a:xfrm>
          <a:prstGeom prst="rect">
            <a:avLst/>
          </a:prstGeom>
          <a:blipFill>
            <a:blip r:embed="rId98" cstate="print"/>
            <a:stretch>
              <a:fillRect/>
            </a:stretch>
          </a:blipFill>
        </p:spPr>
        <p:txBody>
          <a:bodyPr wrap="square" lIns="0" tIns="0" rIns="0" bIns="0" rtlCol="0"/>
          <a:lstStyle/>
          <a:p>
            <a:endParaRPr/>
          </a:p>
        </p:txBody>
      </p:sp>
      <p:sp>
        <p:nvSpPr>
          <p:cNvPr id="98" name="object 98"/>
          <p:cNvSpPr/>
          <p:nvPr/>
        </p:nvSpPr>
        <p:spPr>
          <a:xfrm>
            <a:off x="8456472" y="3791476"/>
            <a:ext cx="457012" cy="276911"/>
          </a:xfrm>
          <a:prstGeom prst="rect">
            <a:avLst/>
          </a:prstGeom>
          <a:blipFill>
            <a:blip r:embed="rId99" cstate="print"/>
            <a:stretch>
              <a:fillRect/>
            </a:stretch>
          </a:blipFill>
        </p:spPr>
        <p:txBody>
          <a:bodyPr wrap="square" lIns="0" tIns="0" rIns="0" bIns="0" rtlCol="0"/>
          <a:lstStyle/>
          <a:p>
            <a:endParaRPr/>
          </a:p>
        </p:txBody>
      </p:sp>
      <p:sp>
        <p:nvSpPr>
          <p:cNvPr id="99" name="object 99"/>
          <p:cNvSpPr/>
          <p:nvPr/>
        </p:nvSpPr>
        <p:spPr>
          <a:xfrm>
            <a:off x="9124233" y="3909986"/>
            <a:ext cx="642895" cy="150189"/>
          </a:xfrm>
          <a:prstGeom prst="rect">
            <a:avLst/>
          </a:prstGeom>
          <a:blipFill>
            <a:blip r:embed="rId100" cstate="print"/>
            <a:stretch>
              <a:fillRect/>
            </a:stretch>
          </a:blipFill>
        </p:spPr>
        <p:txBody>
          <a:bodyPr wrap="square" lIns="0" tIns="0" rIns="0" bIns="0" rtlCol="0"/>
          <a:lstStyle/>
          <a:p>
            <a:endParaRPr/>
          </a:p>
        </p:txBody>
      </p:sp>
      <p:sp>
        <p:nvSpPr>
          <p:cNvPr id="100" name="object 100"/>
          <p:cNvSpPr/>
          <p:nvPr/>
        </p:nvSpPr>
        <p:spPr>
          <a:xfrm>
            <a:off x="9900916" y="3872439"/>
            <a:ext cx="904552" cy="197123"/>
          </a:xfrm>
          <a:prstGeom prst="rect">
            <a:avLst/>
          </a:prstGeom>
          <a:blipFill>
            <a:blip r:embed="rId101" cstate="print"/>
            <a:stretch>
              <a:fillRect/>
            </a:stretch>
          </a:blipFill>
        </p:spPr>
        <p:txBody>
          <a:bodyPr wrap="square" lIns="0" tIns="0" rIns="0" bIns="0" rtlCol="0"/>
          <a:lstStyle/>
          <a:p>
            <a:endParaRPr/>
          </a:p>
        </p:txBody>
      </p:sp>
      <p:sp>
        <p:nvSpPr>
          <p:cNvPr id="101" name="object 101"/>
          <p:cNvSpPr/>
          <p:nvPr/>
        </p:nvSpPr>
        <p:spPr>
          <a:xfrm>
            <a:off x="6216400" y="4211537"/>
            <a:ext cx="811019" cy="286298"/>
          </a:xfrm>
          <a:prstGeom prst="rect">
            <a:avLst/>
          </a:prstGeom>
          <a:blipFill>
            <a:blip r:embed="rId102" cstate="print"/>
            <a:stretch>
              <a:fillRect/>
            </a:stretch>
          </a:blipFill>
        </p:spPr>
        <p:txBody>
          <a:bodyPr wrap="square" lIns="0" tIns="0" rIns="0" bIns="0" rtlCol="0"/>
          <a:lstStyle/>
          <a:p>
            <a:endParaRPr/>
          </a:p>
        </p:txBody>
      </p:sp>
      <p:sp>
        <p:nvSpPr>
          <p:cNvPr id="102" name="object 102"/>
          <p:cNvSpPr/>
          <p:nvPr/>
        </p:nvSpPr>
        <p:spPr>
          <a:xfrm>
            <a:off x="1471048" y="4237351"/>
            <a:ext cx="653551" cy="249923"/>
          </a:xfrm>
          <a:prstGeom prst="rect">
            <a:avLst/>
          </a:prstGeom>
          <a:blipFill>
            <a:blip r:embed="rId103" cstate="print"/>
            <a:stretch>
              <a:fillRect/>
            </a:stretch>
          </a:blipFill>
        </p:spPr>
        <p:txBody>
          <a:bodyPr wrap="square" lIns="0" tIns="0" rIns="0" bIns="0" rtlCol="0"/>
          <a:lstStyle/>
          <a:p>
            <a:endParaRPr/>
          </a:p>
        </p:txBody>
      </p:sp>
      <p:sp>
        <p:nvSpPr>
          <p:cNvPr id="103" name="object 103"/>
          <p:cNvSpPr/>
          <p:nvPr/>
        </p:nvSpPr>
        <p:spPr>
          <a:xfrm>
            <a:off x="2205110" y="4246737"/>
            <a:ext cx="815754" cy="305071"/>
          </a:xfrm>
          <a:prstGeom prst="rect">
            <a:avLst/>
          </a:prstGeom>
          <a:blipFill>
            <a:blip r:embed="rId104" cstate="print"/>
            <a:stretch>
              <a:fillRect/>
            </a:stretch>
          </a:blipFill>
        </p:spPr>
        <p:txBody>
          <a:bodyPr wrap="square" lIns="0" tIns="0" rIns="0" bIns="0" rtlCol="0"/>
          <a:lstStyle/>
          <a:p>
            <a:endParaRPr/>
          </a:p>
        </p:txBody>
      </p:sp>
      <p:sp>
        <p:nvSpPr>
          <p:cNvPr id="104" name="object 104"/>
          <p:cNvSpPr/>
          <p:nvPr/>
        </p:nvSpPr>
        <p:spPr>
          <a:xfrm>
            <a:off x="4350463" y="4332394"/>
            <a:ext cx="1093988" cy="160748"/>
          </a:xfrm>
          <a:prstGeom prst="rect">
            <a:avLst/>
          </a:prstGeom>
          <a:blipFill>
            <a:blip r:embed="rId105" cstate="print"/>
            <a:stretch>
              <a:fillRect/>
            </a:stretch>
          </a:blipFill>
        </p:spPr>
        <p:txBody>
          <a:bodyPr wrap="square" lIns="0" tIns="0" rIns="0" bIns="0" rtlCol="0"/>
          <a:lstStyle/>
          <a:p>
            <a:endParaRPr/>
          </a:p>
        </p:txBody>
      </p:sp>
      <p:sp>
        <p:nvSpPr>
          <p:cNvPr id="105" name="object 105"/>
          <p:cNvSpPr/>
          <p:nvPr/>
        </p:nvSpPr>
        <p:spPr>
          <a:xfrm>
            <a:off x="5560479" y="4243219"/>
            <a:ext cx="554097" cy="217070"/>
          </a:xfrm>
          <a:prstGeom prst="rect">
            <a:avLst/>
          </a:prstGeom>
          <a:blipFill>
            <a:blip r:embed="rId106" cstate="print"/>
            <a:stretch>
              <a:fillRect/>
            </a:stretch>
          </a:blipFill>
        </p:spPr>
        <p:txBody>
          <a:bodyPr wrap="square" lIns="0" tIns="0" rIns="0" bIns="0" rtlCol="0"/>
          <a:lstStyle/>
          <a:p>
            <a:endParaRPr/>
          </a:p>
        </p:txBody>
      </p:sp>
      <p:sp>
        <p:nvSpPr>
          <p:cNvPr id="106" name="object 106"/>
          <p:cNvSpPr/>
          <p:nvPr/>
        </p:nvSpPr>
        <p:spPr>
          <a:xfrm>
            <a:off x="7144632" y="4163429"/>
            <a:ext cx="382422" cy="285125"/>
          </a:xfrm>
          <a:prstGeom prst="rect">
            <a:avLst/>
          </a:prstGeom>
          <a:blipFill>
            <a:blip r:embed="rId107" cstate="print"/>
            <a:stretch>
              <a:fillRect/>
            </a:stretch>
          </a:blipFill>
        </p:spPr>
        <p:txBody>
          <a:bodyPr wrap="square" lIns="0" tIns="0" rIns="0" bIns="0" rtlCol="0"/>
          <a:lstStyle/>
          <a:p>
            <a:endParaRPr/>
          </a:p>
        </p:txBody>
      </p:sp>
      <p:sp>
        <p:nvSpPr>
          <p:cNvPr id="107" name="object 107"/>
          <p:cNvSpPr/>
          <p:nvPr/>
        </p:nvSpPr>
        <p:spPr>
          <a:xfrm>
            <a:off x="8386617" y="4266685"/>
            <a:ext cx="468851" cy="197123"/>
          </a:xfrm>
          <a:prstGeom prst="rect">
            <a:avLst/>
          </a:prstGeom>
          <a:blipFill>
            <a:blip r:embed="rId108" cstate="print"/>
            <a:stretch>
              <a:fillRect/>
            </a:stretch>
          </a:blipFill>
        </p:spPr>
        <p:txBody>
          <a:bodyPr wrap="square" lIns="0" tIns="0" rIns="0" bIns="0" rtlCol="0"/>
          <a:lstStyle/>
          <a:p>
            <a:endParaRPr/>
          </a:p>
        </p:txBody>
      </p:sp>
      <p:sp>
        <p:nvSpPr>
          <p:cNvPr id="108" name="object 108"/>
          <p:cNvSpPr/>
          <p:nvPr/>
        </p:nvSpPr>
        <p:spPr>
          <a:xfrm>
            <a:off x="9029514" y="4089508"/>
            <a:ext cx="337430" cy="328539"/>
          </a:xfrm>
          <a:prstGeom prst="rect">
            <a:avLst/>
          </a:prstGeom>
          <a:blipFill>
            <a:blip r:embed="rId109" cstate="print"/>
            <a:stretch>
              <a:fillRect/>
            </a:stretch>
          </a:blipFill>
        </p:spPr>
        <p:txBody>
          <a:bodyPr wrap="square" lIns="0" tIns="0" rIns="0" bIns="0" rtlCol="0"/>
          <a:lstStyle/>
          <a:p>
            <a:endParaRPr/>
          </a:p>
        </p:txBody>
      </p:sp>
      <p:sp>
        <p:nvSpPr>
          <p:cNvPr id="109" name="object 109"/>
          <p:cNvSpPr/>
          <p:nvPr/>
        </p:nvSpPr>
        <p:spPr>
          <a:xfrm>
            <a:off x="9518494" y="4325353"/>
            <a:ext cx="523314" cy="84481"/>
          </a:xfrm>
          <a:prstGeom prst="rect">
            <a:avLst/>
          </a:prstGeom>
          <a:blipFill>
            <a:blip r:embed="rId110" cstate="print"/>
            <a:stretch>
              <a:fillRect/>
            </a:stretch>
          </a:blipFill>
        </p:spPr>
        <p:txBody>
          <a:bodyPr wrap="square" lIns="0" tIns="0" rIns="0" bIns="0" rtlCol="0"/>
          <a:lstStyle/>
          <a:p>
            <a:endParaRPr/>
          </a:p>
        </p:txBody>
      </p:sp>
      <p:sp>
        <p:nvSpPr>
          <p:cNvPr id="110" name="object 110"/>
          <p:cNvSpPr/>
          <p:nvPr/>
        </p:nvSpPr>
        <p:spPr>
          <a:xfrm>
            <a:off x="10204013" y="4278419"/>
            <a:ext cx="564753" cy="166616"/>
          </a:xfrm>
          <a:prstGeom prst="rect">
            <a:avLst/>
          </a:prstGeom>
          <a:blipFill>
            <a:blip r:embed="rId111" cstate="print"/>
            <a:stretch>
              <a:fillRect/>
            </a:stretch>
          </a:blipFill>
        </p:spPr>
        <p:txBody>
          <a:bodyPr wrap="square" lIns="0" tIns="0" rIns="0" bIns="0" rtlCol="0"/>
          <a:lstStyle/>
          <a:p>
            <a:endParaRPr/>
          </a:p>
        </p:txBody>
      </p:sp>
      <p:sp>
        <p:nvSpPr>
          <p:cNvPr id="111" name="object 111"/>
          <p:cNvSpPr/>
          <p:nvPr/>
        </p:nvSpPr>
        <p:spPr>
          <a:xfrm>
            <a:off x="1537349" y="4675012"/>
            <a:ext cx="290072" cy="193602"/>
          </a:xfrm>
          <a:prstGeom prst="rect">
            <a:avLst/>
          </a:prstGeom>
          <a:blipFill>
            <a:blip r:embed="rId112" cstate="print"/>
            <a:stretch>
              <a:fillRect/>
            </a:stretch>
          </a:blipFill>
        </p:spPr>
        <p:txBody>
          <a:bodyPr wrap="square" lIns="0" tIns="0" rIns="0" bIns="0" rtlCol="0"/>
          <a:lstStyle/>
          <a:p>
            <a:endParaRPr/>
          </a:p>
        </p:txBody>
      </p:sp>
      <p:sp>
        <p:nvSpPr>
          <p:cNvPr id="112" name="object 112"/>
          <p:cNvSpPr/>
          <p:nvPr/>
        </p:nvSpPr>
        <p:spPr>
          <a:xfrm>
            <a:off x="1868861" y="4699652"/>
            <a:ext cx="524498" cy="219417"/>
          </a:xfrm>
          <a:prstGeom prst="rect">
            <a:avLst/>
          </a:prstGeom>
          <a:blipFill>
            <a:blip r:embed="rId113" cstate="print"/>
            <a:stretch>
              <a:fillRect/>
            </a:stretch>
          </a:blipFill>
        </p:spPr>
        <p:txBody>
          <a:bodyPr wrap="square" lIns="0" tIns="0" rIns="0" bIns="0" rtlCol="0"/>
          <a:lstStyle/>
          <a:p>
            <a:endParaRPr/>
          </a:p>
        </p:txBody>
      </p:sp>
      <p:sp>
        <p:nvSpPr>
          <p:cNvPr id="113" name="object 113"/>
          <p:cNvSpPr/>
          <p:nvPr/>
        </p:nvSpPr>
        <p:spPr>
          <a:xfrm>
            <a:off x="3445910" y="4691439"/>
            <a:ext cx="564753" cy="188909"/>
          </a:xfrm>
          <a:prstGeom prst="rect">
            <a:avLst/>
          </a:prstGeom>
          <a:blipFill>
            <a:blip r:embed="rId114" cstate="print"/>
            <a:stretch>
              <a:fillRect/>
            </a:stretch>
          </a:blipFill>
        </p:spPr>
        <p:txBody>
          <a:bodyPr wrap="square" lIns="0" tIns="0" rIns="0" bIns="0" rtlCol="0"/>
          <a:lstStyle/>
          <a:p>
            <a:endParaRPr/>
          </a:p>
        </p:txBody>
      </p:sp>
      <p:sp>
        <p:nvSpPr>
          <p:cNvPr id="114" name="object 114"/>
          <p:cNvSpPr/>
          <p:nvPr/>
        </p:nvSpPr>
        <p:spPr>
          <a:xfrm>
            <a:off x="4112485" y="4672667"/>
            <a:ext cx="651183" cy="149015"/>
          </a:xfrm>
          <a:prstGeom prst="rect">
            <a:avLst/>
          </a:prstGeom>
          <a:blipFill>
            <a:blip r:embed="rId115" cstate="print"/>
            <a:stretch>
              <a:fillRect/>
            </a:stretch>
          </a:blipFill>
        </p:spPr>
        <p:txBody>
          <a:bodyPr wrap="square" lIns="0" tIns="0" rIns="0" bIns="0" rtlCol="0"/>
          <a:lstStyle/>
          <a:p>
            <a:endParaRPr/>
          </a:p>
        </p:txBody>
      </p:sp>
      <p:sp>
        <p:nvSpPr>
          <p:cNvPr id="115" name="object 115"/>
          <p:cNvSpPr/>
          <p:nvPr/>
        </p:nvSpPr>
        <p:spPr>
          <a:xfrm>
            <a:off x="4910481" y="4707866"/>
            <a:ext cx="645263" cy="124375"/>
          </a:xfrm>
          <a:prstGeom prst="rect">
            <a:avLst/>
          </a:prstGeom>
          <a:blipFill>
            <a:blip r:embed="rId116" cstate="print"/>
            <a:stretch>
              <a:fillRect/>
            </a:stretch>
          </a:blipFill>
        </p:spPr>
        <p:txBody>
          <a:bodyPr wrap="square" lIns="0" tIns="0" rIns="0" bIns="0" rtlCol="0"/>
          <a:lstStyle/>
          <a:p>
            <a:endParaRPr/>
          </a:p>
        </p:txBody>
      </p:sp>
      <p:sp>
        <p:nvSpPr>
          <p:cNvPr id="116" name="object 116"/>
          <p:cNvSpPr/>
          <p:nvPr/>
        </p:nvSpPr>
        <p:spPr>
          <a:xfrm>
            <a:off x="5685982" y="4508396"/>
            <a:ext cx="419125" cy="326192"/>
          </a:xfrm>
          <a:prstGeom prst="rect">
            <a:avLst/>
          </a:prstGeom>
          <a:blipFill>
            <a:blip r:embed="rId117" cstate="print"/>
            <a:stretch>
              <a:fillRect/>
            </a:stretch>
          </a:blipFill>
        </p:spPr>
        <p:txBody>
          <a:bodyPr wrap="square" lIns="0" tIns="0" rIns="0" bIns="0" rtlCol="0"/>
          <a:lstStyle/>
          <a:p>
            <a:endParaRPr/>
          </a:p>
        </p:txBody>
      </p:sp>
      <p:sp>
        <p:nvSpPr>
          <p:cNvPr id="117" name="object 117"/>
          <p:cNvSpPr/>
          <p:nvPr/>
        </p:nvSpPr>
        <p:spPr>
          <a:xfrm>
            <a:off x="6888896" y="4672667"/>
            <a:ext cx="516210" cy="157229"/>
          </a:xfrm>
          <a:prstGeom prst="rect">
            <a:avLst/>
          </a:prstGeom>
          <a:blipFill>
            <a:blip r:embed="rId118" cstate="print"/>
            <a:stretch>
              <a:fillRect/>
            </a:stretch>
          </a:blipFill>
        </p:spPr>
        <p:txBody>
          <a:bodyPr wrap="square" lIns="0" tIns="0" rIns="0" bIns="0" rtlCol="0"/>
          <a:lstStyle/>
          <a:p>
            <a:endParaRPr/>
          </a:p>
        </p:txBody>
      </p:sp>
      <p:sp>
        <p:nvSpPr>
          <p:cNvPr id="118" name="object 118"/>
          <p:cNvSpPr/>
          <p:nvPr/>
        </p:nvSpPr>
        <p:spPr>
          <a:xfrm>
            <a:off x="7562575" y="4707866"/>
            <a:ext cx="616847" cy="114988"/>
          </a:xfrm>
          <a:prstGeom prst="rect">
            <a:avLst/>
          </a:prstGeom>
          <a:blipFill>
            <a:blip r:embed="rId119" cstate="print"/>
            <a:stretch>
              <a:fillRect/>
            </a:stretch>
          </a:blipFill>
        </p:spPr>
        <p:txBody>
          <a:bodyPr wrap="square" lIns="0" tIns="0" rIns="0" bIns="0" rtlCol="0"/>
          <a:lstStyle/>
          <a:p>
            <a:endParaRPr/>
          </a:p>
        </p:txBody>
      </p:sp>
      <p:sp>
        <p:nvSpPr>
          <p:cNvPr id="119" name="object 119"/>
          <p:cNvSpPr/>
          <p:nvPr/>
        </p:nvSpPr>
        <p:spPr>
          <a:xfrm>
            <a:off x="8875597" y="4524822"/>
            <a:ext cx="413204" cy="312112"/>
          </a:xfrm>
          <a:prstGeom prst="rect">
            <a:avLst/>
          </a:prstGeom>
          <a:blipFill>
            <a:blip r:embed="rId120" cstate="print"/>
            <a:stretch>
              <a:fillRect/>
            </a:stretch>
          </a:blipFill>
        </p:spPr>
        <p:txBody>
          <a:bodyPr wrap="square" lIns="0" tIns="0" rIns="0" bIns="0" rtlCol="0"/>
          <a:lstStyle/>
          <a:p>
            <a:endParaRPr/>
          </a:p>
        </p:txBody>
      </p:sp>
      <p:sp>
        <p:nvSpPr>
          <p:cNvPr id="120" name="object 120"/>
          <p:cNvSpPr/>
          <p:nvPr/>
        </p:nvSpPr>
        <p:spPr>
          <a:xfrm>
            <a:off x="6230608" y="4730160"/>
            <a:ext cx="494899" cy="90347"/>
          </a:xfrm>
          <a:prstGeom prst="rect">
            <a:avLst/>
          </a:prstGeom>
          <a:blipFill>
            <a:blip r:embed="rId121" cstate="print"/>
            <a:stretch>
              <a:fillRect/>
            </a:stretch>
          </a:blipFill>
        </p:spPr>
        <p:txBody>
          <a:bodyPr wrap="square" lIns="0" tIns="0" rIns="0" bIns="0" rtlCol="0"/>
          <a:lstStyle/>
          <a:p>
            <a:endParaRPr/>
          </a:p>
        </p:txBody>
      </p:sp>
      <p:sp>
        <p:nvSpPr>
          <p:cNvPr id="121" name="object 121"/>
          <p:cNvSpPr/>
          <p:nvPr/>
        </p:nvSpPr>
        <p:spPr>
          <a:xfrm>
            <a:off x="9407199" y="4538903"/>
            <a:ext cx="599089" cy="251098"/>
          </a:xfrm>
          <a:prstGeom prst="rect">
            <a:avLst/>
          </a:prstGeom>
          <a:blipFill>
            <a:blip r:embed="rId122" cstate="print"/>
            <a:stretch>
              <a:fillRect/>
            </a:stretch>
          </a:blipFill>
        </p:spPr>
        <p:txBody>
          <a:bodyPr wrap="square" lIns="0" tIns="0" rIns="0" bIns="0" rtlCol="0"/>
          <a:lstStyle/>
          <a:p>
            <a:endParaRPr/>
          </a:p>
        </p:txBody>
      </p:sp>
      <p:sp>
        <p:nvSpPr>
          <p:cNvPr id="122" name="object 122"/>
          <p:cNvSpPr/>
          <p:nvPr/>
        </p:nvSpPr>
        <p:spPr>
          <a:xfrm>
            <a:off x="10061935" y="4667972"/>
            <a:ext cx="703277" cy="140802"/>
          </a:xfrm>
          <a:prstGeom prst="rect">
            <a:avLst/>
          </a:prstGeom>
          <a:blipFill>
            <a:blip r:embed="rId123" cstate="print"/>
            <a:stretch>
              <a:fillRect/>
            </a:stretch>
          </a:blipFill>
        </p:spPr>
        <p:txBody>
          <a:bodyPr wrap="square" lIns="0" tIns="0" rIns="0" bIns="0" rtlCol="0"/>
          <a:lstStyle/>
          <a:p>
            <a:endParaRPr/>
          </a:p>
        </p:txBody>
      </p:sp>
      <p:sp>
        <p:nvSpPr>
          <p:cNvPr id="123" name="object 123"/>
          <p:cNvSpPr/>
          <p:nvPr/>
        </p:nvSpPr>
        <p:spPr>
          <a:xfrm>
            <a:off x="7505744" y="4855709"/>
            <a:ext cx="674863" cy="472861"/>
          </a:xfrm>
          <a:prstGeom prst="rect">
            <a:avLst/>
          </a:prstGeom>
          <a:blipFill>
            <a:blip r:embed="rId124" cstate="print"/>
            <a:stretch>
              <a:fillRect/>
            </a:stretch>
          </a:blipFill>
        </p:spPr>
        <p:txBody>
          <a:bodyPr wrap="square" lIns="0" tIns="0" rIns="0" bIns="0" rtlCol="0"/>
          <a:lstStyle/>
          <a:p>
            <a:endParaRPr/>
          </a:p>
        </p:txBody>
      </p:sp>
      <p:sp>
        <p:nvSpPr>
          <p:cNvPr id="124" name="object 124"/>
          <p:cNvSpPr/>
          <p:nvPr/>
        </p:nvSpPr>
        <p:spPr>
          <a:xfrm>
            <a:off x="8264669" y="5080992"/>
            <a:ext cx="496083" cy="146668"/>
          </a:xfrm>
          <a:prstGeom prst="rect">
            <a:avLst/>
          </a:prstGeom>
          <a:blipFill>
            <a:blip r:embed="rId125" cstate="print"/>
            <a:stretch>
              <a:fillRect/>
            </a:stretch>
          </a:blipFill>
        </p:spPr>
        <p:txBody>
          <a:bodyPr wrap="square" lIns="0" tIns="0" rIns="0" bIns="0" rtlCol="0"/>
          <a:lstStyle/>
          <a:p>
            <a:endParaRPr/>
          </a:p>
        </p:txBody>
      </p:sp>
      <p:sp>
        <p:nvSpPr>
          <p:cNvPr id="125" name="object 125"/>
          <p:cNvSpPr/>
          <p:nvPr/>
        </p:nvSpPr>
        <p:spPr>
          <a:xfrm>
            <a:off x="1526693" y="5025845"/>
            <a:ext cx="381238" cy="275738"/>
          </a:xfrm>
          <a:prstGeom prst="rect">
            <a:avLst/>
          </a:prstGeom>
          <a:blipFill>
            <a:blip r:embed="rId126" cstate="print"/>
            <a:stretch>
              <a:fillRect/>
            </a:stretch>
          </a:blipFill>
        </p:spPr>
        <p:txBody>
          <a:bodyPr wrap="square" lIns="0" tIns="0" rIns="0" bIns="0" rtlCol="0"/>
          <a:lstStyle/>
          <a:p>
            <a:endParaRPr/>
          </a:p>
        </p:txBody>
      </p:sp>
      <p:sp>
        <p:nvSpPr>
          <p:cNvPr id="126" name="object 126"/>
          <p:cNvSpPr/>
          <p:nvPr/>
        </p:nvSpPr>
        <p:spPr>
          <a:xfrm>
            <a:off x="2131702" y="5079819"/>
            <a:ext cx="554097" cy="181869"/>
          </a:xfrm>
          <a:prstGeom prst="rect">
            <a:avLst/>
          </a:prstGeom>
          <a:blipFill>
            <a:blip r:embed="rId127" cstate="print"/>
            <a:stretch>
              <a:fillRect/>
            </a:stretch>
          </a:blipFill>
        </p:spPr>
        <p:txBody>
          <a:bodyPr wrap="square" lIns="0" tIns="0" rIns="0" bIns="0" rtlCol="0"/>
          <a:lstStyle/>
          <a:p>
            <a:endParaRPr/>
          </a:p>
        </p:txBody>
      </p:sp>
      <p:sp>
        <p:nvSpPr>
          <p:cNvPr id="127" name="object 127"/>
          <p:cNvSpPr/>
          <p:nvPr/>
        </p:nvSpPr>
        <p:spPr>
          <a:xfrm>
            <a:off x="2853925" y="5079819"/>
            <a:ext cx="466484" cy="239364"/>
          </a:xfrm>
          <a:prstGeom prst="rect">
            <a:avLst/>
          </a:prstGeom>
          <a:blipFill>
            <a:blip r:embed="rId128" cstate="print"/>
            <a:stretch>
              <a:fillRect/>
            </a:stretch>
          </a:blipFill>
        </p:spPr>
        <p:txBody>
          <a:bodyPr wrap="square" lIns="0" tIns="0" rIns="0" bIns="0" rtlCol="0"/>
          <a:lstStyle/>
          <a:p>
            <a:endParaRPr/>
          </a:p>
        </p:txBody>
      </p:sp>
      <p:sp>
        <p:nvSpPr>
          <p:cNvPr id="128" name="object 128"/>
          <p:cNvSpPr/>
          <p:nvPr/>
        </p:nvSpPr>
        <p:spPr>
          <a:xfrm>
            <a:off x="3495636" y="5102113"/>
            <a:ext cx="388341" cy="194776"/>
          </a:xfrm>
          <a:prstGeom prst="rect">
            <a:avLst/>
          </a:prstGeom>
          <a:blipFill>
            <a:blip r:embed="rId129" cstate="print"/>
            <a:stretch>
              <a:fillRect/>
            </a:stretch>
          </a:blipFill>
        </p:spPr>
        <p:txBody>
          <a:bodyPr wrap="square" lIns="0" tIns="0" rIns="0" bIns="0" rtlCol="0"/>
          <a:lstStyle/>
          <a:p>
            <a:endParaRPr/>
          </a:p>
        </p:txBody>
      </p:sp>
      <p:sp>
        <p:nvSpPr>
          <p:cNvPr id="129" name="object 129"/>
          <p:cNvSpPr/>
          <p:nvPr/>
        </p:nvSpPr>
        <p:spPr>
          <a:xfrm>
            <a:off x="4072229" y="5072781"/>
            <a:ext cx="410837" cy="207683"/>
          </a:xfrm>
          <a:prstGeom prst="rect">
            <a:avLst/>
          </a:prstGeom>
          <a:blipFill>
            <a:blip r:embed="rId130" cstate="print"/>
            <a:stretch>
              <a:fillRect/>
            </a:stretch>
          </a:blipFill>
        </p:spPr>
        <p:txBody>
          <a:bodyPr wrap="square" lIns="0" tIns="0" rIns="0" bIns="0" rtlCol="0"/>
          <a:lstStyle/>
          <a:p>
            <a:endParaRPr/>
          </a:p>
        </p:txBody>
      </p:sp>
      <p:sp>
        <p:nvSpPr>
          <p:cNvPr id="130" name="object 130"/>
          <p:cNvSpPr/>
          <p:nvPr/>
        </p:nvSpPr>
        <p:spPr>
          <a:xfrm>
            <a:off x="4644087" y="5021152"/>
            <a:ext cx="571857" cy="242884"/>
          </a:xfrm>
          <a:prstGeom prst="rect">
            <a:avLst/>
          </a:prstGeom>
          <a:blipFill>
            <a:blip r:embed="rId131" cstate="print"/>
            <a:stretch>
              <a:fillRect/>
            </a:stretch>
          </a:blipFill>
        </p:spPr>
        <p:txBody>
          <a:bodyPr wrap="square" lIns="0" tIns="0" rIns="0" bIns="0" rtlCol="0"/>
          <a:lstStyle/>
          <a:p>
            <a:endParaRPr/>
          </a:p>
        </p:txBody>
      </p:sp>
      <p:sp>
        <p:nvSpPr>
          <p:cNvPr id="131" name="object 131"/>
          <p:cNvSpPr/>
          <p:nvPr/>
        </p:nvSpPr>
        <p:spPr>
          <a:xfrm>
            <a:off x="6859296" y="5058699"/>
            <a:ext cx="581329" cy="176003"/>
          </a:xfrm>
          <a:prstGeom prst="rect">
            <a:avLst/>
          </a:prstGeom>
          <a:blipFill>
            <a:blip r:embed="rId132" cstate="print"/>
            <a:stretch>
              <a:fillRect/>
            </a:stretch>
          </a:blipFill>
        </p:spPr>
        <p:txBody>
          <a:bodyPr wrap="square" lIns="0" tIns="0" rIns="0" bIns="0" rtlCol="0"/>
          <a:lstStyle/>
          <a:p>
            <a:endParaRPr/>
          </a:p>
        </p:txBody>
      </p:sp>
      <p:sp>
        <p:nvSpPr>
          <p:cNvPr id="132" name="object 132"/>
          <p:cNvSpPr/>
          <p:nvPr/>
        </p:nvSpPr>
        <p:spPr>
          <a:xfrm>
            <a:off x="5349735" y="5039927"/>
            <a:ext cx="588432" cy="233497"/>
          </a:xfrm>
          <a:prstGeom prst="rect">
            <a:avLst/>
          </a:prstGeom>
          <a:blipFill>
            <a:blip r:embed="rId133" cstate="print"/>
            <a:stretch>
              <a:fillRect/>
            </a:stretch>
          </a:blipFill>
        </p:spPr>
        <p:txBody>
          <a:bodyPr wrap="square" lIns="0" tIns="0" rIns="0" bIns="0" rtlCol="0"/>
          <a:lstStyle/>
          <a:p>
            <a:endParaRPr/>
          </a:p>
        </p:txBody>
      </p:sp>
      <p:sp>
        <p:nvSpPr>
          <p:cNvPr id="133" name="object 133"/>
          <p:cNvSpPr/>
          <p:nvPr/>
        </p:nvSpPr>
        <p:spPr>
          <a:xfrm>
            <a:off x="6066036" y="5058698"/>
            <a:ext cx="659470" cy="190083"/>
          </a:xfrm>
          <a:prstGeom prst="rect">
            <a:avLst/>
          </a:prstGeom>
          <a:blipFill>
            <a:blip r:embed="rId134" cstate="print"/>
            <a:stretch>
              <a:fillRect/>
            </a:stretch>
          </a:blipFill>
        </p:spPr>
        <p:txBody>
          <a:bodyPr wrap="square" lIns="0" tIns="0" rIns="0" bIns="0" rtlCol="0"/>
          <a:lstStyle/>
          <a:p>
            <a:endParaRPr/>
          </a:p>
        </p:txBody>
      </p:sp>
      <p:sp>
        <p:nvSpPr>
          <p:cNvPr id="134" name="object 134"/>
          <p:cNvSpPr/>
          <p:nvPr/>
        </p:nvSpPr>
        <p:spPr>
          <a:xfrm>
            <a:off x="8888621" y="5079819"/>
            <a:ext cx="391893" cy="181869"/>
          </a:xfrm>
          <a:prstGeom prst="rect">
            <a:avLst/>
          </a:prstGeom>
          <a:blipFill>
            <a:blip r:embed="rId135" cstate="print"/>
            <a:stretch>
              <a:fillRect/>
            </a:stretch>
          </a:blipFill>
        </p:spPr>
        <p:txBody>
          <a:bodyPr wrap="square" lIns="0" tIns="0" rIns="0" bIns="0" rtlCol="0"/>
          <a:lstStyle/>
          <a:p>
            <a:endParaRPr/>
          </a:p>
        </p:txBody>
      </p:sp>
      <p:sp>
        <p:nvSpPr>
          <p:cNvPr id="135" name="object 135"/>
          <p:cNvSpPr/>
          <p:nvPr/>
        </p:nvSpPr>
        <p:spPr>
          <a:xfrm>
            <a:off x="9374049" y="5024672"/>
            <a:ext cx="259289" cy="238190"/>
          </a:xfrm>
          <a:prstGeom prst="rect">
            <a:avLst/>
          </a:prstGeom>
          <a:blipFill>
            <a:blip r:embed="rId136" cstate="print"/>
            <a:stretch>
              <a:fillRect/>
            </a:stretch>
          </a:blipFill>
        </p:spPr>
        <p:txBody>
          <a:bodyPr wrap="square" lIns="0" tIns="0" rIns="0" bIns="0" rtlCol="0"/>
          <a:lstStyle/>
          <a:p>
            <a:endParaRPr/>
          </a:p>
        </p:txBody>
      </p:sp>
      <p:sp>
        <p:nvSpPr>
          <p:cNvPr id="136" name="object 136"/>
          <p:cNvSpPr/>
          <p:nvPr/>
        </p:nvSpPr>
        <p:spPr>
          <a:xfrm>
            <a:off x="9744633" y="5100939"/>
            <a:ext cx="481875" cy="96215"/>
          </a:xfrm>
          <a:prstGeom prst="rect">
            <a:avLst/>
          </a:prstGeom>
          <a:blipFill>
            <a:blip r:embed="rId137" cstate="print"/>
            <a:stretch>
              <a:fillRect/>
            </a:stretch>
          </a:blipFill>
        </p:spPr>
        <p:txBody>
          <a:bodyPr wrap="square" lIns="0" tIns="0" rIns="0" bIns="0" rtlCol="0"/>
          <a:lstStyle/>
          <a:p>
            <a:endParaRPr/>
          </a:p>
        </p:txBody>
      </p:sp>
      <p:sp>
        <p:nvSpPr>
          <p:cNvPr id="137" name="object 137"/>
          <p:cNvSpPr/>
          <p:nvPr/>
        </p:nvSpPr>
        <p:spPr>
          <a:xfrm>
            <a:off x="10387527" y="4981258"/>
            <a:ext cx="309015" cy="266351"/>
          </a:xfrm>
          <a:prstGeom prst="rect">
            <a:avLst/>
          </a:prstGeom>
          <a:blipFill>
            <a:blip r:embed="rId138" cstate="print"/>
            <a:stretch>
              <a:fillRect/>
            </a:stretch>
          </a:blipFill>
        </p:spPr>
        <p:txBody>
          <a:bodyPr wrap="square" lIns="0" tIns="0" rIns="0" bIns="0" rtlCol="0"/>
          <a:lstStyle/>
          <a:p>
            <a:endParaRPr/>
          </a:p>
        </p:txBody>
      </p:sp>
      <p:sp>
        <p:nvSpPr>
          <p:cNvPr id="138" name="object 138"/>
          <p:cNvSpPr/>
          <p:nvPr/>
        </p:nvSpPr>
        <p:spPr>
          <a:xfrm>
            <a:off x="1504199" y="5444734"/>
            <a:ext cx="369398" cy="364913"/>
          </a:xfrm>
          <a:prstGeom prst="rect">
            <a:avLst/>
          </a:prstGeom>
          <a:blipFill>
            <a:blip r:embed="rId139" cstate="print"/>
            <a:stretch>
              <a:fillRect/>
            </a:stretch>
          </a:blipFill>
        </p:spPr>
        <p:txBody>
          <a:bodyPr wrap="square" lIns="0" tIns="0" rIns="0" bIns="0" rtlCol="0"/>
          <a:lstStyle/>
          <a:p>
            <a:endParaRPr/>
          </a:p>
        </p:txBody>
      </p:sp>
      <p:sp>
        <p:nvSpPr>
          <p:cNvPr id="139" name="object 139"/>
          <p:cNvSpPr/>
          <p:nvPr/>
        </p:nvSpPr>
        <p:spPr>
          <a:xfrm>
            <a:off x="2026330" y="5556202"/>
            <a:ext cx="645263" cy="92694"/>
          </a:xfrm>
          <a:prstGeom prst="rect">
            <a:avLst/>
          </a:prstGeom>
          <a:blipFill>
            <a:blip r:embed="rId140" cstate="print"/>
            <a:stretch>
              <a:fillRect/>
            </a:stretch>
          </a:blipFill>
        </p:spPr>
        <p:txBody>
          <a:bodyPr wrap="square" lIns="0" tIns="0" rIns="0" bIns="0" rtlCol="0"/>
          <a:lstStyle/>
          <a:p>
            <a:endParaRPr/>
          </a:p>
        </p:txBody>
      </p:sp>
      <p:sp>
        <p:nvSpPr>
          <p:cNvPr id="140" name="object 140"/>
          <p:cNvSpPr/>
          <p:nvPr/>
        </p:nvSpPr>
        <p:spPr>
          <a:xfrm>
            <a:off x="2813669" y="5553856"/>
            <a:ext cx="955463" cy="154882"/>
          </a:xfrm>
          <a:prstGeom prst="rect">
            <a:avLst/>
          </a:prstGeom>
          <a:blipFill>
            <a:blip r:embed="rId141" cstate="print"/>
            <a:stretch>
              <a:fillRect/>
            </a:stretch>
          </a:blipFill>
        </p:spPr>
        <p:txBody>
          <a:bodyPr wrap="square" lIns="0" tIns="0" rIns="0" bIns="0" rtlCol="0"/>
          <a:lstStyle/>
          <a:p>
            <a:endParaRPr/>
          </a:p>
        </p:txBody>
      </p:sp>
      <p:sp>
        <p:nvSpPr>
          <p:cNvPr id="141" name="object 141"/>
          <p:cNvSpPr/>
          <p:nvPr/>
        </p:nvSpPr>
        <p:spPr>
          <a:xfrm>
            <a:off x="4007110" y="5478762"/>
            <a:ext cx="429781" cy="225283"/>
          </a:xfrm>
          <a:prstGeom prst="rect">
            <a:avLst/>
          </a:prstGeom>
          <a:blipFill>
            <a:blip r:embed="rId142" cstate="print"/>
            <a:stretch>
              <a:fillRect/>
            </a:stretch>
          </a:blipFill>
        </p:spPr>
        <p:txBody>
          <a:bodyPr wrap="square" lIns="0" tIns="0" rIns="0" bIns="0" rtlCol="0"/>
          <a:lstStyle/>
          <a:p>
            <a:endParaRPr/>
          </a:p>
        </p:txBody>
      </p:sp>
      <p:sp>
        <p:nvSpPr>
          <p:cNvPr id="142" name="object 142"/>
          <p:cNvSpPr/>
          <p:nvPr/>
        </p:nvSpPr>
        <p:spPr>
          <a:xfrm>
            <a:off x="4565945" y="5447080"/>
            <a:ext cx="693806" cy="317979"/>
          </a:xfrm>
          <a:prstGeom prst="rect">
            <a:avLst/>
          </a:prstGeom>
          <a:blipFill>
            <a:blip r:embed="rId143" cstate="print"/>
            <a:stretch>
              <a:fillRect/>
            </a:stretch>
          </a:blipFill>
        </p:spPr>
        <p:txBody>
          <a:bodyPr wrap="square" lIns="0" tIns="0" rIns="0" bIns="0" rtlCol="0"/>
          <a:lstStyle/>
          <a:p>
            <a:endParaRPr/>
          </a:p>
        </p:txBody>
      </p:sp>
      <p:sp>
        <p:nvSpPr>
          <p:cNvPr id="143" name="object 143"/>
          <p:cNvSpPr/>
          <p:nvPr/>
        </p:nvSpPr>
        <p:spPr>
          <a:xfrm>
            <a:off x="5328422" y="5384894"/>
            <a:ext cx="318487" cy="411847"/>
          </a:xfrm>
          <a:prstGeom prst="rect">
            <a:avLst/>
          </a:prstGeom>
          <a:blipFill>
            <a:blip r:embed="rId144" cstate="print"/>
            <a:stretch>
              <a:fillRect/>
            </a:stretch>
          </a:blipFill>
        </p:spPr>
        <p:txBody>
          <a:bodyPr wrap="square" lIns="0" tIns="0" rIns="0" bIns="0" rtlCol="0"/>
          <a:lstStyle/>
          <a:p>
            <a:endParaRPr/>
          </a:p>
        </p:txBody>
      </p:sp>
      <p:sp>
        <p:nvSpPr>
          <p:cNvPr id="144" name="object 144"/>
          <p:cNvSpPr/>
          <p:nvPr/>
        </p:nvSpPr>
        <p:spPr>
          <a:xfrm>
            <a:off x="5786619" y="5567937"/>
            <a:ext cx="591984" cy="102081"/>
          </a:xfrm>
          <a:prstGeom prst="rect">
            <a:avLst/>
          </a:prstGeom>
          <a:blipFill>
            <a:blip r:embed="rId145" cstate="print"/>
            <a:stretch>
              <a:fillRect/>
            </a:stretch>
          </a:blipFill>
        </p:spPr>
        <p:txBody>
          <a:bodyPr wrap="square" lIns="0" tIns="0" rIns="0" bIns="0" rtlCol="0"/>
          <a:lstStyle/>
          <a:p>
            <a:endParaRPr/>
          </a:p>
        </p:txBody>
      </p:sp>
      <p:sp>
        <p:nvSpPr>
          <p:cNvPr id="145" name="object 145"/>
          <p:cNvSpPr/>
          <p:nvPr/>
        </p:nvSpPr>
        <p:spPr>
          <a:xfrm>
            <a:off x="7079515" y="5571455"/>
            <a:ext cx="636976" cy="146668"/>
          </a:xfrm>
          <a:prstGeom prst="rect">
            <a:avLst/>
          </a:prstGeom>
          <a:blipFill>
            <a:blip r:embed="rId146" cstate="print"/>
            <a:stretch>
              <a:fillRect/>
            </a:stretch>
          </a:blipFill>
        </p:spPr>
        <p:txBody>
          <a:bodyPr wrap="square" lIns="0" tIns="0" rIns="0" bIns="0" rtlCol="0"/>
          <a:lstStyle/>
          <a:p>
            <a:endParaRPr/>
          </a:p>
        </p:txBody>
      </p:sp>
      <p:sp>
        <p:nvSpPr>
          <p:cNvPr id="146" name="object 146"/>
          <p:cNvSpPr/>
          <p:nvPr/>
        </p:nvSpPr>
        <p:spPr>
          <a:xfrm>
            <a:off x="6515945" y="5496361"/>
            <a:ext cx="420309" cy="194776"/>
          </a:xfrm>
          <a:prstGeom prst="rect">
            <a:avLst/>
          </a:prstGeom>
          <a:blipFill>
            <a:blip r:embed="rId147" cstate="print"/>
            <a:stretch>
              <a:fillRect/>
            </a:stretch>
          </a:blipFill>
        </p:spPr>
        <p:txBody>
          <a:bodyPr wrap="square" lIns="0" tIns="0" rIns="0" bIns="0" rtlCol="0"/>
          <a:lstStyle/>
          <a:p>
            <a:endParaRPr/>
          </a:p>
        </p:txBody>
      </p:sp>
      <p:sp>
        <p:nvSpPr>
          <p:cNvPr id="147" name="object 147"/>
          <p:cNvSpPr/>
          <p:nvPr/>
        </p:nvSpPr>
        <p:spPr>
          <a:xfrm>
            <a:off x="7896454" y="5552683"/>
            <a:ext cx="609744" cy="164269"/>
          </a:xfrm>
          <a:prstGeom prst="rect">
            <a:avLst/>
          </a:prstGeom>
          <a:blipFill>
            <a:blip r:embed="rId148" cstate="print"/>
            <a:stretch>
              <a:fillRect/>
            </a:stretch>
          </a:blipFill>
        </p:spPr>
        <p:txBody>
          <a:bodyPr wrap="square" lIns="0" tIns="0" rIns="0" bIns="0" rtlCol="0"/>
          <a:lstStyle/>
          <a:p>
            <a:endParaRPr/>
          </a:p>
        </p:txBody>
      </p:sp>
      <p:sp>
        <p:nvSpPr>
          <p:cNvPr id="148" name="object 148"/>
          <p:cNvSpPr/>
          <p:nvPr/>
        </p:nvSpPr>
        <p:spPr>
          <a:xfrm>
            <a:off x="8644723" y="5394278"/>
            <a:ext cx="303095" cy="286298"/>
          </a:xfrm>
          <a:prstGeom prst="rect">
            <a:avLst/>
          </a:prstGeom>
          <a:blipFill>
            <a:blip r:embed="rId149" cstate="print"/>
            <a:stretch>
              <a:fillRect/>
            </a:stretch>
          </a:blipFill>
        </p:spPr>
        <p:txBody>
          <a:bodyPr wrap="square" lIns="0" tIns="0" rIns="0" bIns="0" rtlCol="0"/>
          <a:lstStyle/>
          <a:p>
            <a:endParaRPr/>
          </a:p>
        </p:txBody>
      </p:sp>
      <p:sp>
        <p:nvSpPr>
          <p:cNvPr id="149" name="object 149"/>
          <p:cNvSpPr/>
          <p:nvPr/>
        </p:nvSpPr>
        <p:spPr>
          <a:xfrm>
            <a:off x="9144358" y="5364946"/>
            <a:ext cx="284151" cy="329712"/>
          </a:xfrm>
          <a:prstGeom prst="rect">
            <a:avLst/>
          </a:prstGeom>
          <a:blipFill>
            <a:blip r:embed="rId150" cstate="print"/>
            <a:stretch>
              <a:fillRect/>
            </a:stretch>
          </a:blipFill>
        </p:spPr>
        <p:txBody>
          <a:bodyPr wrap="square" lIns="0" tIns="0" rIns="0" bIns="0" rtlCol="0"/>
          <a:lstStyle/>
          <a:p>
            <a:endParaRPr/>
          </a:p>
        </p:txBody>
      </p:sp>
      <p:sp>
        <p:nvSpPr>
          <p:cNvPr id="150" name="object 150"/>
          <p:cNvSpPr/>
          <p:nvPr/>
        </p:nvSpPr>
        <p:spPr>
          <a:xfrm>
            <a:off x="9595452" y="5462333"/>
            <a:ext cx="361110" cy="228804"/>
          </a:xfrm>
          <a:prstGeom prst="rect">
            <a:avLst/>
          </a:prstGeom>
          <a:blipFill>
            <a:blip r:embed="rId151" cstate="print"/>
            <a:stretch>
              <a:fillRect/>
            </a:stretch>
          </a:blipFill>
        </p:spPr>
        <p:txBody>
          <a:bodyPr wrap="square" lIns="0" tIns="0" rIns="0" bIns="0" rtlCol="0"/>
          <a:lstStyle/>
          <a:p>
            <a:endParaRPr/>
          </a:p>
        </p:txBody>
      </p:sp>
      <p:sp>
        <p:nvSpPr>
          <p:cNvPr id="151" name="object 151"/>
          <p:cNvSpPr/>
          <p:nvPr/>
        </p:nvSpPr>
        <p:spPr>
          <a:xfrm>
            <a:off x="10091535" y="5530390"/>
            <a:ext cx="750637" cy="92694"/>
          </a:xfrm>
          <a:prstGeom prst="rect">
            <a:avLst/>
          </a:prstGeom>
          <a:blipFill>
            <a:blip r:embed="rId152" cstate="print"/>
            <a:stretch>
              <a:fillRect/>
            </a:stretch>
          </a:blipFill>
        </p:spPr>
        <p:txBody>
          <a:bodyPr wrap="square" lIns="0" tIns="0" rIns="0" bIns="0" rtlCol="0"/>
          <a:lstStyle/>
          <a:p>
            <a:endParaRPr/>
          </a:p>
        </p:txBody>
      </p:sp>
      <p:sp>
        <p:nvSpPr>
          <p:cNvPr id="152" name="object 152"/>
          <p:cNvSpPr/>
          <p:nvPr/>
        </p:nvSpPr>
        <p:spPr>
          <a:xfrm>
            <a:off x="1446184" y="5980957"/>
            <a:ext cx="1146082" cy="104427"/>
          </a:xfrm>
          <a:prstGeom prst="rect">
            <a:avLst/>
          </a:prstGeom>
          <a:blipFill>
            <a:blip r:embed="rId153" cstate="print"/>
            <a:stretch>
              <a:fillRect/>
            </a:stretch>
          </a:blipFill>
        </p:spPr>
        <p:txBody>
          <a:bodyPr wrap="square" lIns="0" tIns="0" rIns="0" bIns="0" rtlCol="0"/>
          <a:lstStyle/>
          <a:p>
            <a:endParaRPr/>
          </a:p>
        </p:txBody>
      </p:sp>
      <p:sp>
        <p:nvSpPr>
          <p:cNvPr id="153" name="object 153"/>
          <p:cNvSpPr/>
          <p:nvPr/>
        </p:nvSpPr>
        <p:spPr>
          <a:xfrm>
            <a:off x="2659753" y="5943410"/>
            <a:ext cx="388341" cy="161923"/>
          </a:xfrm>
          <a:prstGeom prst="rect">
            <a:avLst/>
          </a:prstGeom>
          <a:blipFill>
            <a:blip r:embed="rId154" cstate="print"/>
            <a:stretch>
              <a:fillRect/>
            </a:stretch>
          </a:blipFill>
        </p:spPr>
        <p:txBody>
          <a:bodyPr wrap="square" lIns="0" tIns="0" rIns="0" bIns="0" rtlCol="0"/>
          <a:lstStyle/>
          <a:p>
            <a:endParaRPr/>
          </a:p>
        </p:txBody>
      </p:sp>
      <p:sp>
        <p:nvSpPr>
          <p:cNvPr id="154" name="object 154"/>
          <p:cNvSpPr/>
          <p:nvPr/>
        </p:nvSpPr>
        <p:spPr>
          <a:xfrm>
            <a:off x="3094272" y="5811993"/>
            <a:ext cx="417940" cy="322672"/>
          </a:xfrm>
          <a:prstGeom prst="rect">
            <a:avLst/>
          </a:prstGeom>
          <a:blipFill>
            <a:blip r:embed="rId155" cstate="print"/>
            <a:stretch>
              <a:fillRect/>
            </a:stretch>
          </a:blipFill>
        </p:spPr>
        <p:txBody>
          <a:bodyPr wrap="square" lIns="0" tIns="0" rIns="0" bIns="0" rtlCol="0"/>
          <a:lstStyle/>
          <a:p>
            <a:endParaRPr/>
          </a:p>
        </p:txBody>
      </p:sp>
      <p:sp>
        <p:nvSpPr>
          <p:cNvPr id="155" name="object 155"/>
          <p:cNvSpPr/>
          <p:nvPr/>
        </p:nvSpPr>
        <p:spPr>
          <a:xfrm>
            <a:off x="3606931" y="5949276"/>
            <a:ext cx="529234" cy="152536"/>
          </a:xfrm>
          <a:prstGeom prst="rect">
            <a:avLst/>
          </a:prstGeom>
          <a:blipFill>
            <a:blip r:embed="rId156" cstate="print"/>
            <a:stretch>
              <a:fillRect/>
            </a:stretch>
          </a:blipFill>
        </p:spPr>
        <p:txBody>
          <a:bodyPr wrap="square" lIns="0" tIns="0" rIns="0" bIns="0" rtlCol="0"/>
          <a:lstStyle/>
          <a:p>
            <a:endParaRPr/>
          </a:p>
        </p:txBody>
      </p:sp>
      <p:sp>
        <p:nvSpPr>
          <p:cNvPr id="156" name="object 156"/>
          <p:cNvSpPr/>
          <p:nvPr/>
        </p:nvSpPr>
        <p:spPr>
          <a:xfrm>
            <a:off x="4227329" y="5972743"/>
            <a:ext cx="467668" cy="136108"/>
          </a:xfrm>
          <a:prstGeom prst="rect">
            <a:avLst/>
          </a:prstGeom>
          <a:blipFill>
            <a:blip r:embed="rId157" cstate="print"/>
            <a:stretch>
              <a:fillRect/>
            </a:stretch>
          </a:blipFill>
        </p:spPr>
        <p:txBody>
          <a:bodyPr wrap="square" lIns="0" tIns="0" rIns="0" bIns="0" rtlCol="0"/>
          <a:lstStyle/>
          <a:p>
            <a:endParaRPr/>
          </a:p>
        </p:txBody>
      </p:sp>
      <p:sp>
        <p:nvSpPr>
          <p:cNvPr id="157" name="object 157"/>
          <p:cNvSpPr/>
          <p:nvPr/>
        </p:nvSpPr>
        <p:spPr>
          <a:xfrm>
            <a:off x="7699915" y="1765092"/>
            <a:ext cx="706829" cy="214723"/>
          </a:xfrm>
          <a:prstGeom prst="rect">
            <a:avLst/>
          </a:prstGeom>
          <a:blipFill>
            <a:blip r:embed="rId158" cstate="print"/>
            <a:stretch>
              <a:fillRect/>
            </a:stretch>
          </a:blipFill>
        </p:spPr>
        <p:txBody>
          <a:bodyPr wrap="square" lIns="0" tIns="0" rIns="0" bIns="0" rtlCol="0"/>
          <a:lstStyle/>
          <a:p>
            <a:endParaRPr/>
          </a:p>
        </p:txBody>
      </p:sp>
      <p:sp>
        <p:nvSpPr>
          <p:cNvPr id="158" name="object 158"/>
          <p:cNvSpPr/>
          <p:nvPr/>
        </p:nvSpPr>
        <p:spPr>
          <a:xfrm>
            <a:off x="8336891" y="4685573"/>
            <a:ext cx="348086" cy="149015"/>
          </a:xfrm>
          <a:prstGeom prst="rect">
            <a:avLst/>
          </a:prstGeom>
          <a:blipFill>
            <a:blip r:embed="rId159" cstate="print"/>
            <a:stretch>
              <a:fillRect/>
            </a:stretch>
          </a:blipFill>
        </p:spPr>
        <p:txBody>
          <a:bodyPr wrap="square" lIns="0" tIns="0" rIns="0" bIns="0" rtlCol="0"/>
          <a:lstStyle/>
          <a:p>
            <a:endParaRPr/>
          </a:p>
        </p:txBody>
      </p:sp>
      <p:sp>
        <p:nvSpPr>
          <p:cNvPr id="159" name="object 159"/>
          <p:cNvSpPr/>
          <p:nvPr/>
        </p:nvSpPr>
        <p:spPr>
          <a:xfrm>
            <a:off x="7664396" y="4159910"/>
            <a:ext cx="567121" cy="343792"/>
          </a:xfrm>
          <a:prstGeom prst="rect">
            <a:avLst/>
          </a:prstGeom>
          <a:blipFill>
            <a:blip r:embed="rId160" cstate="print"/>
            <a:stretch>
              <a:fillRect/>
            </a:stretch>
          </a:blipFill>
        </p:spPr>
        <p:txBody>
          <a:bodyPr wrap="square" lIns="0" tIns="0" rIns="0" bIns="0" rtlCol="0"/>
          <a:lstStyle/>
          <a:p>
            <a:endParaRPr/>
          </a:p>
        </p:txBody>
      </p:sp>
      <p:sp>
        <p:nvSpPr>
          <p:cNvPr id="160" name="object 160"/>
          <p:cNvSpPr/>
          <p:nvPr/>
        </p:nvSpPr>
        <p:spPr>
          <a:xfrm>
            <a:off x="4844179" y="5887088"/>
            <a:ext cx="325591" cy="221763"/>
          </a:xfrm>
          <a:prstGeom prst="rect">
            <a:avLst/>
          </a:prstGeom>
          <a:blipFill>
            <a:blip r:embed="rId161" cstate="print"/>
            <a:stretch>
              <a:fillRect/>
            </a:stretch>
          </a:blipFill>
        </p:spPr>
        <p:txBody>
          <a:bodyPr wrap="square" lIns="0" tIns="0" rIns="0" bIns="0" rtlCol="0"/>
          <a:lstStyle/>
          <a:p>
            <a:endParaRPr/>
          </a:p>
        </p:txBody>
      </p:sp>
      <p:sp>
        <p:nvSpPr>
          <p:cNvPr id="161" name="object 161"/>
          <p:cNvSpPr/>
          <p:nvPr/>
        </p:nvSpPr>
        <p:spPr>
          <a:xfrm>
            <a:off x="5266857" y="5853063"/>
            <a:ext cx="310200" cy="290991"/>
          </a:xfrm>
          <a:prstGeom prst="rect">
            <a:avLst/>
          </a:prstGeom>
          <a:blipFill>
            <a:blip r:embed="rId162" cstate="print"/>
            <a:stretch>
              <a:fillRect/>
            </a:stretch>
          </a:blipFill>
        </p:spPr>
        <p:txBody>
          <a:bodyPr wrap="square" lIns="0" tIns="0" rIns="0" bIns="0" rtlCol="0"/>
          <a:lstStyle/>
          <a:p>
            <a:endParaRPr/>
          </a:p>
        </p:txBody>
      </p:sp>
      <p:sp>
        <p:nvSpPr>
          <p:cNvPr id="162" name="object 162"/>
          <p:cNvSpPr/>
          <p:nvPr/>
        </p:nvSpPr>
        <p:spPr>
          <a:xfrm>
            <a:off x="6566857" y="6009118"/>
            <a:ext cx="651183" cy="99734"/>
          </a:xfrm>
          <a:prstGeom prst="rect">
            <a:avLst/>
          </a:prstGeom>
          <a:blipFill>
            <a:blip r:embed="rId163" cstate="print"/>
            <a:stretch>
              <a:fillRect/>
            </a:stretch>
          </a:blipFill>
        </p:spPr>
        <p:txBody>
          <a:bodyPr wrap="square" lIns="0" tIns="0" rIns="0" bIns="0" rtlCol="0"/>
          <a:lstStyle/>
          <a:p>
            <a:endParaRPr/>
          </a:p>
        </p:txBody>
      </p:sp>
      <p:sp>
        <p:nvSpPr>
          <p:cNvPr id="163" name="object 163"/>
          <p:cNvSpPr/>
          <p:nvPr/>
        </p:nvSpPr>
        <p:spPr>
          <a:xfrm>
            <a:off x="7278421" y="5973916"/>
            <a:ext cx="544625" cy="174829"/>
          </a:xfrm>
          <a:prstGeom prst="rect">
            <a:avLst/>
          </a:prstGeom>
          <a:blipFill>
            <a:blip r:embed="rId164" cstate="print"/>
            <a:stretch>
              <a:fillRect/>
            </a:stretch>
          </a:blipFill>
        </p:spPr>
        <p:txBody>
          <a:bodyPr wrap="square" lIns="0" tIns="0" rIns="0" bIns="0" rtlCol="0"/>
          <a:lstStyle/>
          <a:p>
            <a:endParaRPr/>
          </a:p>
        </p:txBody>
      </p:sp>
      <p:sp>
        <p:nvSpPr>
          <p:cNvPr id="164" name="object 164"/>
          <p:cNvSpPr/>
          <p:nvPr/>
        </p:nvSpPr>
        <p:spPr>
          <a:xfrm>
            <a:off x="7928420" y="5977437"/>
            <a:ext cx="249817" cy="171309"/>
          </a:xfrm>
          <a:prstGeom prst="rect">
            <a:avLst/>
          </a:prstGeom>
          <a:blipFill>
            <a:blip r:embed="rId165" cstate="print"/>
            <a:stretch>
              <a:fillRect/>
            </a:stretch>
          </a:blipFill>
        </p:spPr>
        <p:txBody>
          <a:bodyPr wrap="square" lIns="0" tIns="0" rIns="0" bIns="0" rtlCol="0"/>
          <a:lstStyle/>
          <a:p>
            <a:endParaRPr/>
          </a:p>
        </p:txBody>
      </p:sp>
      <p:sp>
        <p:nvSpPr>
          <p:cNvPr id="165" name="object 165"/>
          <p:cNvSpPr/>
          <p:nvPr/>
        </p:nvSpPr>
        <p:spPr>
          <a:xfrm>
            <a:off x="8309661" y="5996210"/>
            <a:ext cx="465299" cy="120855"/>
          </a:xfrm>
          <a:prstGeom prst="rect">
            <a:avLst/>
          </a:prstGeom>
          <a:blipFill>
            <a:blip r:embed="rId166" cstate="print"/>
            <a:stretch>
              <a:fillRect/>
            </a:stretch>
          </a:blipFill>
        </p:spPr>
        <p:txBody>
          <a:bodyPr wrap="square" lIns="0" tIns="0" rIns="0" bIns="0" rtlCol="0"/>
          <a:lstStyle/>
          <a:p>
            <a:endParaRPr/>
          </a:p>
        </p:txBody>
      </p:sp>
      <p:sp>
        <p:nvSpPr>
          <p:cNvPr id="166" name="object 166"/>
          <p:cNvSpPr/>
          <p:nvPr/>
        </p:nvSpPr>
        <p:spPr>
          <a:xfrm>
            <a:off x="8863758" y="5949276"/>
            <a:ext cx="640527" cy="199470"/>
          </a:xfrm>
          <a:prstGeom prst="rect">
            <a:avLst/>
          </a:prstGeom>
          <a:blipFill>
            <a:blip r:embed="rId167" cstate="print"/>
            <a:stretch>
              <a:fillRect/>
            </a:stretch>
          </a:blipFill>
        </p:spPr>
        <p:txBody>
          <a:bodyPr wrap="square" lIns="0" tIns="0" rIns="0" bIns="0" rtlCol="0"/>
          <a:lstStyle/>
          <a:p>
            <a:endParaRPr/>
          </a:p>
        </p:txBody>
      </p:sp>
      <p:sp>
        <p:nvSpPr>
          <p:cNvPr id="167" name="object 167"/>
          <p:cNvSpPr/>
          <p:nvPr/>
        </p:nvSpPr>
        <p:spPr>
          <a:xfrm>
            <a:off x="10233613" y="5997384"/>
            <a:ext cx="491347" cy="91521"/>
          </a:xfrm>
          <a:prstGeom prst="rect">
            <a:avLst/>
          </a:prstGeom>
          <a:blipFill>
            <a:blip r:embed="rId168" cstate="print"/>
            <a:stretch>
              <a:fillRect/>
            </a:stretch>
          </a:blipFill>
        </p:spPr>
        <p:txBody>
          <a:bodyPr wrap="square" lIns="0" tIns="0" rIns="0" bIns="0" rtlCol="0"/>
          <a:lstStyle/>
          <a:p>
            <a:endParaRPr/>
          </a:p>
        </p:txBody>
      </p:sp>
      <p:sp>
        <p:nvSpPr>
          <p:cNvPr id="168" name="object 168"/>
          <p:cNvSpPr/>
          <p:nvPr/>
        </p:nvSpPr>
        <p:spPr>
          <a:xfrm>
            <a:off x="9588348" y="5993864"/>
            <a:ext cx="502002" cy="120855"/>
          </a:xfrm>
          <a:prstGeom prst="rect">
            <a:avLst/>
          </a:prstGeom>
          <a:blipFill>
            <a:blip r:embed="rId169" cstate="print"/>
            <a:stretch>
              <a:fillRect/>
            </a:stretch>
          </a:blipFill>
        </p:spPr>
        <p:txBody>
          <a:bodyPr wrap="square" lIns="0" tIns="0" rIns="0" bIns="0" rtlCol="0"/>
          <a:lstStyle/>
          <a:p>
            <a:endParaRPr/>
          </a:p>
        </p:txBody>
      </p:sp>
      <p:sp>
        <p:nvSpPr>
          <p:cNvPr id="169" name="object 169"/>
          <p:cNvSpPr/>
          <p:nvPr/>
        </p:nvSpPr>
        <p:spPr>
          <a:xfrm>
            <a:off x="3746638" y="6228534"/>
            <a:ext cx="348087" cy="330886"/>
          </a:xfrm>
          <a:prstGeom prst="rect">
            <a:avLst/>
          </a:prstGeom>
          <a:blipFill>
            <a:blip r:embed="rId170" cstate="print"/>
            <a:stretch>
              <a:fillRect/>
            </a:stretch>
          </a:blipFill>
        </p:spPr>
        <p:txBody>
          <a:bodyPr wrap="square" lIns="0" tIns="0" rIns="0" bIns="0" rtlCol="0"/>
          <a:lstStyle/>
          <a:p>
            <a:endParaRPr/>
          </a:p>
        </p:txBody>
      </p:sp>
      <p:sp>
        <p:nvSpPr>
          <p:cNvPr id="170" name="object 170"/>
          <p:cNvSpPr/>
          <p:nvPr/>
        </p:nvSpPr>
        <p:spPr>
          <a:xfrm>
            <a:off x="1471048" y="6314189"/>
            <a:ext cx="492531" cy="164269"/>
          </a:xfrm>
          <a:prstGeom prst="rect">
            <a:avLst/>
          </a:prstGeom>
          <a:blipFill>
            <a:blip r:embed="rId171" cstate="print"/>
            <a:stretch>
              <a:fillRect/>
            </a:stretch>
          </a:blipFill>
        </p:spPr>
        <p:txBody>
          <a:bodyPr wrap="square" lIns="0" tIns="0" rIns="0" bIns="0" rtlCol="0"/>
          <a:lstStyle/>
          <a:p>
            <a:endParaRPr/>
          </a:p>
        </p:txBody>
      </p:sp>
      <p:sp>
        <p:nvSpPr>
          <p:cNvPr id="171" name="object 171"/>
          <p:cNvSpPr/>
          <p:nvPr/>
        </p:nvSpPr>
        <p:spPr>
          <a:xfrm>
            <a:off x="2042905" y="6222669"/>
            <a:ext cx="516210" cy="292164"/>
          </a:xfrm>
          <a:prstGeom prst="rect">
            <a:avLst/>
          </a:prstGeom>
          <a:blipFill>
            <a:blip r:embed="rId172" cstate="print"/>
            <a:stretch>
              <a:fillRect/>
            </a:stretch>
          </a:blipFill>
        </p:spPr>
        <p:txBody>
          <a:bodyPr wrap="square" lIns="0" tIns="0" rIns="0" bIns="0" rtlCol="0"/>
          <a:lstStyle/>
          <a:p>
            <a:endParaRPr/>
          </a:p>
        </p:txBody>
      </p:sp>
      <p:sp>
        <p:nvSpPr>
          <p:cNvPr id="172" name="object 172"/>
          <p:cNvSpPr/>
          <p:nvPr/>
        </p:nvSpPr>
        <p:spPr>
          <a:xfrm>
            <a:off x="2632522" y="6201547"/>
            <a:ext cx="254553" cy="278084"/>
          </a:xfrm>
          <a:prstGeom prst="rect">
            <a:avLst/>
          </a:prstGeom>
          <a:blipFill>
            <a:blip r:embed="rId173" cstate="print"/>
            <a:stretch>
              <a:fillRect/>
            </a:stretch>
          </a:blipFill>
        </p:spPr>
        <p:txBody>
          <a:bodyPr wrap="square" lIns="0" tIns="0" rIns="0" bIns="0" rtlCol="0"/>
          <a:lstStyle/>
          <a:p>
            <a:endParaRPr/>
          </a:p>
        </p:txBody>
      </p:sp>
      <p:sp>
        <p:nvSpPr>
          <p:cNvPr id="173" name="object 173"/>
          <p:cNvSpPr/>
          <p:nvPr/>
        </p:nvSpPr>
        <p:spPr>
          <a:xfrm>
            <a:off x="3031520" y="6350564"/>
            <a:ext cx="552913" cy="136108"/>
          </a:xfrm>
          <a:prstGeom prst="rect">
            <a:avLst/>
          </a:prstGeom>
          <a:blipFill>
            <a:blip r:embed="rId174" cstate="print"/>
            <a:stretch>
              <a:fillRect/>
            </a:stretch>
          </a:blipFill>
        </p:spPr>
        <p:txBody>
          <a:bodyPr wrap="square" lIns="0" tIns="0" rIns="0" bIns="0" rtlCol="0"/>
          <a:lstStyle/>
          <a:p>
            <a:endParaRPr/>
          </a:p>
        </p:txBody>
      </p:sp>
      <p:sp>
        <p:nvSpPr>
          <p:cNvPr id="174" name="object 174"/>
          <p:cNvSpPr/>
          <p:nvPr/>
        </p:nvSpPr>
        <p:spPr>
          <a:xfrm>
            <a:off x="4223778" y="6276643"/>
            <a:ext cx="195354" cy="226456"/>
          </a:xfrm>
          <a:prstGeom prst="rect">
            <a:avLst/>
          </a:prstGeom>
          <a:blipFill>
            <a:blip r:embed="rId175" cstate="print"/>
            <a:stretch>
              <a:fillRect/>
            </a:stretch>
          </a:blipFill>
        </p:spPr>
        <p:txBody>
          <a:bodyPr wrap="square" lIns="0" tIns="0" rIns="0" bIns="0" rtlCol="0"/>
          <a:lstStyle/>
          <a:p>
            <a:endParaRPr/>
          </a:p>
        </p:txBody>
      </p:sp>
      <p:sp>
        <p:nvSpPr>
          <p:cNvPr id="175" name="object 175"/>
          <p:cNvSpPr/>
          <p:nvPr/>
        </p:nvSpPr>
        <p:spPr>
          <a:xfrm>
            <a:off x="4602649" y="6314190"/>
            <a:ext cx="447540" cy="168962"/>
          </a:xfrm>
          <a:prstGeom prst="rect">
            <a:avLst/>
          </a:prstGeom>
          <a:blipFill>
            <a:blip r:embed="rId176" cstate="print"/>
            <a:stretch>
              <a:fillRect/>
            </a:stretch>
          </a:blipFill>
        </p:spPr>
        <p:txBody>
          <a:bodyPr wrap="square" lIns="0" tIns="0" rIns="0" bIns="0" rtlCol="0"/>
          <a:lstStyle/>
          <a:p>
            <a:endParaRPr/>
          </a:p>
        </p:txBody>
      </p:sp>
      <p:sp>
        <p:nvSpPr>
          <p:cNvPr id="176" name="object 176"/>
          <p:cNvSpPr/>
          <p:nvPr/>
        </p:nvSpPr>
        <p:spPr>
          <a:xfrm>
            <a:off x="5109388" y="6327096"/>
            <a:ext cx="576593" cy="212376"/>
          </a:xfrm>
          <a:prstGeom prst="rect">
            <a:avLst/>
          </a:prstGeom>
          <a:blipFill>
            <a:blip r:embed="rId177" cstate="print"/>
            <a:stretch>
              <a:fillRect/>
            </a:stretch>
          </a:blipFill>
        </p:spPr>
        <p:txBody>
          <a:bodyPr wrap="square" lIns="0" tIns="0" rIns="0" bIns="0" rtlCol="0"/>
          <a:lstStyle/>
          <a:p>
            <a:endParaRPr/>
          </a:p>
        </p:txBody>
      </p:sp>
      <p:sp>
        <p:nvSpPr>
          <p:cNvPr id="177" name="object 177"/>
          <p:cNvSpPr/>
          <p:nvPr/>
        </p:nvSpPr>
        <p:spPr>
          <a:xfrm>
            <a:off x="5735708" y="6325922"/>
            <a:ext cx="627504" cy="161923"/>
          </a:xfrm>
          <a:prstGeom prst="rect">
            <a:avLst/>
          </a:prstGeom>
          <a:blipFill>
            <a:blip r:embed="rId178" cstate="print"/>
            <a:stretch>
              <a:fillRect/>
            </a:stretch>
          </a:blipFill>
        </p:spPr>
        <p:txBody>
          <a:bodyPr wrap="square" lIns="0" tIns="0" rIns="0" bIns="0" rtlCol="0"/>
          <a:lstStyle/>
          <a:p>
            <a:endParaRPr/>
          </a:p>
        </p:txBody>
      </p:sp>
      <p:sp>
        <p:nvSpPr>
          <p:cNvPr id="178" name="object 178"/>
          <p:cNvSpPr/>
          <p:nvPr/>
        </p:nvSpPr>
        <p:spPr>
          <a:xfrm>
            <a:off x="6455563" y="6388112"/>
            <a:ext cx="565937" cy="113814"/>
          </a:xfrm>
          <a:prstGeom prst="rect">
            <a:avLst/>
          </a:prstGeom>
          <a:blipFill>
            <a:blip r:embed="rId179" cstate="print"/>
            <a:stretch>
              <a:fillRect/>
            </a:stretch>
          </a:blipFill>
        </p:spPr>
        <p:txBody>
          <a:bodyPr wrap="square" lIns="0" tIns="0" rIns="0" bIns="0" rtlCol="0"/>
          <a:lstStyle/>
          <a:p>
            <a:endParaRPr/>
          </a:p>
        </p:txBody>
      </p:sp>
      <p:sp>
        <p:nvSpPr>
          <p:cNvPr id="179" name="object 179"/>
          <p:cNvSpPr/>
          <p:nvPr/>
        </p:nvSpPr>
        <p:spPr>
          <a:xfrm>
            <a:off x="7117402" y="6357603"/>
            <a:ext cx="503186" cy="145495"/>
          </a:xfrm>
          <a:prstGeom prst="rect">
            <a:avLst/>
          </a:prstGeom>
          <a:blipFill>
            <a:blip r:embed="rId180" cstate="print"/>
            <a:stretch>
              <a:fillRect/>
            </a:stretch>
          </a:blipFill>
        </p:spPr>
        <p:txBody>
          <a:bodyPr wrap="square" lIns="0" tIns="0" rIns="0" bIns="0" rtlCol="0"/>
          <a:lstStyle/>
          <a:p>
            <a:endParaRPr/>
          </a:p>
        </p:txBody>
      </p:sp>
      <p:sp>
        <p:nvSpPr>
          <p:cNvPr id="180" name="object 180"/>
          <p:cNvSpPr/>
          <p:nvPr/>
        </p:nvSpPr>
        <p:spPr>
          <a:xfrm>
            <a:off x="7743723" y="6358776"/>
            <a:ext cx="560017" cy="153709"/>
          </a:xfrm>
          <a:prstGeom prst="rect">
            <a:avLst/>
          </a:prstGeom>
          <a:blipFill>
            <a:blip r:embed="rId181" cstate="print"/>
            <a:stretch>
              <a:fillRect/>
            </a:stretch>
          </a:blipFill>
        </p:spPr>
        <p:txBody>
          <a:bodyPr wrap="square" lIns="0" tIns="0" rIns="0" bIns="0" rtlCol="0"/>
          <a:lstStyle/>
          <a:p>
            <a:endParaRPr/>
          </a:p>
        </p:txBody>
      </p:sp>
      <p:sp>
        <p:nvSpPr>
          <p:cNvPr id="181" name="object 181"/>
          <p:cNvSpPr/>
          <p:nvPr/>
        </p:nvSpPr>
        <p:spPr>
          <a:xfrm>
            <a:off x="8367674" y="6374031"/>
            <a:ext cx="599089" cy="112641"/>
          </a:xfrm>
          <a:prstGeom prst="rect">
            <a:avLst/>
          </a:prstGeom>
          <a:blipFill>
            <a:blip r:embed="rId182" cstate="print"/>
            <a:stretch>
              <a:fillRect/>
            </a:stretch>
          </a:blipFill>
        </p:spPr>
        <p:txBody>
          <a:bodyPr wrap="square" lIns="0" tIns="0" rIns="0" bIns="0" rtlCol="0"/>
          <a:lstStyle/>
          <a:p>
            <a:endParaRPr/>
          </a:p>
        </p:txBody>
      </p:sp>
      <p:sp>
        <p:nvSpPr>
          <p:cNvPr id="182" name="object 182"/>
          <p:cNvSpPr/>
          <p:nvPr/>
        </p:nvSpPr>
        <p:spPr>
          <a:xfrm>
            <a:off x="9419041" y="6260214"/>
            <a:ext cx="587248" cy="295685"/>
          </a:xfrm>
          <a:prstGeom prst="rect">
            <a:avLst/>
          </a:prstGeom>
          <a:blipFill>
            <a:blip r:embed="rId183" cstate="print"/>
            <a:stretch>
              <a:fillRect/>
            </a:stretch>
          </a:blipFill>
        </p:spPr>
        <p:txBody>
          <a:bodyPr wrap="square" lIns="0" tIns="0" rIns="0" bIns="0" rtlCol="0"/>
          <a:lstStyle/>
          <a:p>
            <a:endParaRPr/>
          </a:p>
        </p:txBody>
      </p:sp>
      <p:sp>
        <p:nvSpPr>
          <p:cNvPr id="183" name="object 183"/>
          <p:cNvSpPr/>
          <p:nvPr/>
        </p:nvSpPr>
        <p:spPr>
          <a:xfrm>
            <a:off x="9015306" y="6176908"/>
            <a:ext cx="351638" cy="348485"/>
          </a:xfrm>
          <a:prstGeom prst="rect">
            <a:avLst/>
          </a:prstGeom>
          <a:blipFill>
            <a:blip r:embed="rId184" cstate="print"/>
            <a:stretch>
              <a:fillRect/>
            </a:stretch>
          </a:blipFill>
        </p:spPr>
        <p:txBody>
          <a:bodyPr wrap="square" lIns="0" tIns="0" rIns="0" bIns="0" rtlCol="0"/>
          <a:lstStyle/>
          <a:p>
            <a:endParaRPr/>
          </a:p>
        </p:txBody>
      </p:sp>
      <p:sp>
        <p:nvSpPr>
          <p:cNvPr id="184" name="object 184"/>
          <p:cNvSpPr/>
          <p:nvPr/>
        </p:nvSpPr>
        <p:spPr>
          <a:xfrm>
            <a:off x="10103375" y="6378725"/>
            <a:ext cx="710381" cy="99734"/>
          </a:xfrm>
          <a:prstGeom prst="rect">
            <a:avLst/>
          </a:prstGeom>
          <a:blipFill>
            <a:blip r:embed="rId185" cstate="print"/>
            <a:stretch>
              <a:fillRect/>
            </a:stretch>
          </a:blipFill>
        </p:spPr>
        <p:txBody>
          <a:bodyPr wrap="square" lIns="0" tIns="0" rIns="0" bIns="0" rtlCol="0"/>
          <a:lstStyle/>
          <a:p>
            <a:endParaRPr/>
          </a:p>
        </p:txBody>
      </p:sp>
      <p:sp>
        <p:nvSpPr>
          <p:cNvPr id="185" name="object 185"/>
          <p:cNvSpPr/>
          <p:nvPr/>
        </p:nvSpPr>
        <p:spPr>
          <a:xfrm>
            <a:off x="5112941" y="1291056"/>
            <a:ext cx="698542" cy="418887"/>
          </a:xfrm>
          <a:prstGeom prst="rect">
            <a:avLst/>
          </a:prstGeom>
          <a:blipFill>
            <a:blip r:embed="rId186" cstate="print"/>
            <a:stretch>
              <a:fillRect/>
            </a:stretch>
          </a:blipFill>
        </p:spPr>
        <p:txBody>
          <a:bodyPr wrap="square" lIns="0" tIns="0" rIns="0" bIns="0" rtlCol="0"/>
          <a:lstStyle/>
          <a:p>
            <a:endParaRPr/>
          </a:p>
        </p:txBody>
      </p:sp>
      <p:sp>
        <p:nvSpPr>
          <p:cNvPr id="186" name="object 186"/>
          <p:cNvSpPr/>
          <p:nvPr/>
        </p:nvSpPr>
        <p:spPr>
          <a:xfrm>
            <a:off x="5668222" y="5992690"/>
            <a:ext cx="788524" cy="125548"/>
          </a:xfrm>
          <a:prstGeom prst="rect">
            <a:avLst/>
          </a:prstGeom>
          <a:blipFill>
            <a:blip r:embed="rId187" cstate="print"/>
            <a:stretch>
              <a:fillRect/>
            </a:stretch>
          </a:blipFill>
        </p:spPr>
        <p:txBody>
          <a:bodyPr wrap="square" lIns="0" tIns="0" rIns="0" bIns="0" rtlCol="0"/>
          <a:lstStyle/>
          <a:p>
            <a:endParaRPr/>
          </a:p>
        </p:txBody>
      </p:sp>
      <p:sp>
        <p:nvSpPr>
          <p:cNvPr id="187" name="object 187"/>
          <p:cNvSpPr/>
          <p:nvPr/>
        </p:nvSpPr>
        <p:spPr>
          <a:xfrm>
            <a:off x="573703" y="544200"/>
            <a:ext cx="1098724" cy="914703"/>
          </a:xfrm>
          <a:custGeom>
            <a:avLst/>
            <a:gdLst/>
            <a:ahLst/>
            <a:cxnLst/>
            <a:rect l="l" t="t" r="r" b="b"/>
            <a:pathLst>
              <a:path w="2159635" h="2159635">
                <a:moveTo>
                  <a:pt x="1079754" y="0"/>
                </a:moveTo>
                <a:lnTo>
                  <a:pt x="1031657" y="1052"/>
                </a:lnTo>
                <a:lnTo>
                  <a:pt x="984100" y="4178"/>
                </a:lnTo>
                <a:lnTo>
                  <a:pt x="937125" y="9336"/>
                </a:lnTo>
                <a:lnTo>
                  <a:pt x="890776" y="16481"/>
                </a:lnTo>
                <a:lnTo>
                  <a:pt x="845098" y="25569"/>
                </a:lnTo>
                <a:lnTo>
                  <a:pt x="800135" y="36557"/>
                </a:lnTo>
                <a:lnTo>
                  <a:pt x="755929" y="49400"/>
                </a:lnTo>
                <a:lnTo>
                  <a:pt x="712526" y="64054"/>
                </a:lnTo>
                <a:lnTo>
                  <a:pt x="669968" y="80476"/>
                </a:lnTo>
                <a:lnTo>
                  <a:pt x="628300" y="98622"/>
                </a:lnTo>
                <a:lnTo>
                  <a:pt x="587566" y="118447"/>
                </a:lnTo>
                <a:lnTo>
                  <a:pt x="547810" y="139908"/>
                </a:lnTo>
                <a:lnTo>
                  <a:pt x="509075" y="162962"/>
                </a:lnTo>
                <a:lnTo>
                  <a:pt x="471405" y="187564"/>
                </a:lnTo>
                <a:lnTo>
                  <a:pt x="434845" y="213670"/>
                </a:lnTo>
                <a:lnTo>
                  <a:pt x="399438" y="241236"/>
                </a:lnTo>
                <a:lnTo>
                  <a:pt x="365228" y="270219"/>
                </a:lnTo>
                <a:lnTo>
                  <a:pt x="332259" y="300575"/>
                </a:lnTo>
                <a:lnTo>
                  <a:pt x="300575" y="332259"/>
                </a:lnTo>
                <a:lnTo>
                  <a:pt x="270219" y="365228"/>
                </a:lnTo>
                <a:lnTo>
                  <a:pt x="241236" y="399438"/>
                </a:lnTo>
                <a:lnTo>
                  <a:pt x="213670" y="434845"/>
                </a:lnTo>
                <a:lnTo>
                  <a:pt x="187564" y="471405"/>
                </a:lnTo>
                <a:lnTo>
                  <a:pt x="162962" y="509075"/>
                </a:lnTo>
                <a:lnTo>
                  <a:pt x="139908" y="547810"/>
                </a:lnTo>
                <a:lnTo>
                  <a:pt x="118447" y="587566"/>
                </a:lnTo>
                <a:lnTo>
                  <a:pt x="98622" y="628300"/>
                </a:lnTo>
                <a:lnTo>
                  <a:pt x="80476" y="669968"/>
                </a:lnTo>
                <a:lnTo>
                  <a:pt x="64054" y="712526"/>
                </a:lnTo>
                <a:lnTo>
                  <a:pt x="49400" y="755929"/>
                </a:lnTo>
                <a:lnTo>
                  <a:pt x="36557" y="800135"/>
                </a:lnTo>
                <a:lnTo>
                  <a:pt x="25569" y="845098"/>
                </a:lnTo>
                <a:lnTo>
                  <a:pt x="16481" y="890776"/>
                </a:lnTo>
                <a:lnTo>
                  <a:pt x="9336" y="937125"/>
                </a:lnTo>
                <a:lnTo>
                  <a:pt x="4178" y="984100"/>
                </a:lnTo>
                <a:lnTo>
                  <a:pt x="1052" y="1031657"/>
                </a:lnTo>
                <a:lnTo>
                  <a:pt x="0" y="1079754"/>
                </a:lnTo>
                <a:lnTo>
                  <a:pt x="1052" y="1127850"/>
                </a:lnTo>
                <a:lnTo>
                  <a:pt x="4178" y="1175407"/>
                </a:lnTo>
                <a:lnTo>
                  <a:pt x="9336" y="1222382"/>
                </a:lnTo>
                <a:lnTo>
                  <a:pt x="16481" y="1268731"/>
                </a:lnTo>
                <a:lnTo>
                  <a:pt x="25569" y="1314409"/>
                </a:lnTo>
                <a:lnTo>
                  <a:pt x="36557" y="1359372"/>
                </a:lnTo>
                <a:lnTo>
                  <a:pt x="49400" y="1403578"/>
                </a:lnTo>
                <a:lnTo>
                  <a:pt x="64054" y="1446981"/>
                </a:lnTo>
                <a:lnTo>
                  <a:pt x="80476" y="1489539"/>
                </a:lnTo>
                <a:lnTo>
                  <a:pt x="98622" y="1531207"/>
                </a:lnTo>
                <a:lnTo>
                  <a:pt x="118447" y="1571941"/>
                </a:lnTo>
                <a:lnTo>
                  <a:pt x="139908" y="1611697"/>
                </a:lnTo>
                <a:lnTo>
                  <a:pt x="162962" y="1650432"/>
                </a:lnTo>
                <a:lnTo>
                  <a:pt x="187564" y="1688102"/>
                </a:lnTo>
                <a:lnTo>
                  <a:pt x="213670" y="1724662"/>
                </a:lnTo>
                <a:lnTo>
                  <a:pt x="241236" y="1760069"/>
                </a:lnTo>
                <a:lnTo>
                  <a:pt x="270219" y="1794279"/>
                </a:lnTo>
                <a:lnTo>
                  <a:pt x="300575" y="1827248"/>
                </a:lnTo>
                <a:lnTo>
                  <a:pt x="332259" y="1858932"/>
                </a:lnTo>
                <a:lnTo>
                  <a:pt x="365228" y="1889288"/>
                </a:lnTo>
                <a:lnTo>
                  <a:pt x="399438" y="1918271"/>
                </a:lnTo>
                <a:lnTo>
                  <a:pt x="434845" y="1945837"/>
                </a:lnTo>
                <a:lnTo>
                  <a:pt x="471405" y="1971943"/>
                </a:lnTo>
                <a:lnTo>
                  <a:pt x="509075" y="1996545"/>
                </a:lnTo>
                <a:lnTo>
                  <a:pt x="547810" y="2019599"/>
                </a:lnTo>
                <a:lnTo>
                  <a:pt x="587566" y="2041060"/>
                </a:lnTo>
                <a:lnTo>
                  <a:pt x="628300" y="2060885"/>
                </a:lnTo>
                <a:lnTo>
                  <a:pt x="669968" y="2079031"/>
                </a:lnTo>
                <a:lnTo>
                  <a:pt x="712526" y="2095453"/>
                </a:lnTo>
                <a:lnTo>
                  <a:pt x="755929" y="2110107"/>
                </a:lnTo>
                <a:lnTo>
                  <a:pt x="800135" y="2122950"/>
                </a:lnTo>
                <a:lnTo>
                  <a:pt x="845098" y="2133938"/>
                </a:lnTo>
                <a:lnTo>
                  <a:pt x="890776" y="2143026"/>
                </a:lnTo>
                <a:lnTo>
                  <a:pt x="937125" y="2150171"/>
                </a:lnTo>
                <a:lnTo>
                  <a:pt x="984100" y="2155329"/>
                </a:lnTo>
                <a:lnTo>
                  <a:pt x="1031657" y="2158455"/>
                </a:lnTo>
                <a:lnTo>
                  <a:pt x="1079754" y="2159508"/>
                </a:lnTo>
                <a:lnTo>
                  <a:pt x="1127850" y="2158455"/>
                </a:lnTo>
                <a:lnTo>
                  <a:pt x="1175407" y="2155329"/>
                </a:lnTo>
                <a:lnTo>
                  <a:pt x="1222382" y="2150171"/>
                </a:lnTo>
                <a:lnTo>
                  <a:pt x="1268731" y="2143026"/>
                </a:lnTo>
                <a:lnTo>
                  <a:pt x="1314409" y="2133938"/>
                </a:lnTo>
                <a:lnTo>
                  <a:pt x="1359372" y="2122950"/>
                </a:lnTo>
                <a:lnTo>
                  <a:pt x="1403578" y="2110107"/>
                </a:lnTo>
                <a:lnTo>
                  <a:pt x="1446981" y="2095453"/>
                </a:lnTo>
                <a:lnTo>
                  <a:pt x="1489539" y="2079031"/>
                </a:lnTo>
                <a:lnTo>
                  <a:pt x="1531207" y="2060885"/>
                </a:lnTo>
                <a:lnTo>
                  <a:pt x="1571941" y="2041060"/>
                </a:lnTo>
                <a:lnTo>
                  <a:pt x="1611697" y="2019599"/>
                </a:lnTo>
                <a:lnTo>
                  <a:pt x="1650432" y="1996545"/>
                </a:lnTo>
                <a:lnTo>
                  <a:pt x="1688102" y="1971943"/>
                </a:lnTo>
                <a:lnTo>
                  <a:pt x="1724662" y="1945837"/>
                </a:lnTo>
                <a:lnTo>
                  <a:pt x="1760069" y="1918271"/>
                </a:lnTo>
                <a:lnTo>
                  <a:pt x="1794279" y="1889288"/>
                </a:lnTo>
                <a:lnTo>
                  <a:pt x="1827248" y="1858932"/>
                </a:lnTo>
                <a:lnTo>
                  <a:pt x="1858932" y="1827248"/>
                </a:lnTo>
                <a:lnTo>
                  <a:pt x="1889288" y="1794279"/>
                </a:lnTo>
                <a:lnTo>
                  <a:pt x="1918271" y="1760069"/>
                </a:lnTo>
                <a:lnTo>
                  <a:pt x="1945837" y="1724662"/>
                </a:lnTo>
                <a:lnTo>
                  <a:pt x="1971943" y="1688102"/>
                </a:lnTo>
                <a:lnTo>
                  <a:pt x="1996545" y="1650432"/>
                </a:lnTo>
                <a:lnTo>
                  <a:pt x="2019599" y="1611697"/>
                </a:lnTo>
                <a:lnTo>
                  <a:pt x="2041060" y="1571941"/>
                </a:lnTo>
                <a:lnTo>
                  <a:pt x="2060885" y="1531207"/>
                </a:lnTo>
                <a:lnTo>
                  <a:pt x="2079031" y="1489539"/>
                </a:lnTo>
                <a:lnTo>
                  <a:pt x="2095453" y="1446981"/>
                </a:lnTo>
                <a:lnTo>
                  <a:pt x="2110107" y="1403578"/>
                </a:lnTo>
                <a:lnTo>
                  <a:pt x="2122950" y="1359372"/>
                </a:lnTo>
                <a:lnTo>
                  <a:pt x="2133938" y="1314409"/>
                </a:lnTo>
                <a:lnTo>
                  <a:pt x="2143026" y="1268731"/>
                </a:lnTo>
                <a:lnTo>
                  <a:pt x="2150171" y="1222382"/>
                </a:lnTo>
                <a:lnTo>
                  <a:pt x="2155329" y="1175407"/>
                </a:lnTo>
                <a:lnTo>
                  <a:pt x="2158455" y="1127850"/>
                </a:lnTo>
                <a:lnTo>
                  <a:pt x="2159508" y="1079754"/>
                </a:lnTo>
                <a:lnTo>
                  <a:pt x="2158455" y="1031657"/>
                </a:lnTo>
                <a:lnTo>
                  <a:pt x="2155329" y="984100"/>
                </a:lnTo>
                <a:lnTo>
                  <a:pt x="2150171" y="937125"/>
                </a:lnTo>
                <a:lnTo>
                  <a:pt x="2143026" y="890776"/>
                </a:lnTo>
                <a:lnTo>
                  <a:pt x="2133938" y="845098"/>
                </a:lnTo>
                <a:lnTo>
                  <a:pt x="2122950" y="800135"/>
                </a:lnTo>
                <a:lnTo>
                  <a:pt x="2110107" y="755929"/>
                </a:lnTo>
                <a:lnTo>
                  <a:pt x="2095453" y="712526"/>
                </a:lnTo>
                <a:lnTo>
                  <a:pt x="2079031" y="669968"/>
                </a:lnTo>
                <a:lnTo>
                  <a:pt x="2060885" y="628300"/>
                </a:lnTo>
                <a:lnTo>
                  <a:pt x="2041060" y="587566"/>
                </a:lnTo>
                <a:lnTo>
                  <a:pt x="2019599" y="547810"/>
                </a:lnTo>
                <a:lnTo>
                  <a:pt x="1996545" y="509075"/>
                </a:lnTo>
                <a:lnTo>
                  <a:pt x="1971943" y="471405"/>
                </a:lnTo>
                <a:lnTo>
                  <a:pt x="1945837" y="434845"/>
                </a:lnTo>
                <a:lnTo>
                  <a:pt x="1918271" y="399438"/>
                </a:lnTo>
                <a:lnTo>
                  <a:pt x="1889288" y="365228"/>
                </a:lnTo>
                <a:lnTo>
                  <a:pt x="1858932" y="332259"/>
                </a:lnTo>
                <a:lnTo>
                  <a:pt x="1827248" y="300575"/>
                </a:lnTo>
                <a:lnTo>
                  <a:pt x="1794279" y="270219"/>
                </a:lnTo>
                <a:lnTo>
                  <a:pt x="1760069" y="241236"/>
                </a:lnTo>
                <a:lnTo>
                  <a:pt x="1724662" y="213670"/>
                </a:lnTo>
                <a:lnTo>
                  <a:pt x="1688102" y="187564"/>
                </a:lnTo>
                <a:lnTo>
                  <a:pt x="1650432" y="162962"/>
                </a:lnTo>
                <a:lnTo>
                  <a:pt x="1611697" y="139908"/>
                </a:lnTo>
                <a:lnTo>
                  <a:pt x="1571941" y="118447"/>
                </a:lnTo>
                <a:lnTo>
                  <a:pt x="1531207" y="98622"/>
                </a:lnTo>
                <a:lnTo>
                  <a:pt x="1489539" y="80476"/>
                </a:lnTo>
                <a:lnTo>
                  <a:pt x="1446981" y="64054"/>
                </a:lnTo>
                <a:lnTo>
                  <a:pt x="1403578" y="49400"/>
                </a:lnTo>
                <a:lnTo>
                  <a:pt x="1359372" y="36557"/>
                </a:lnTo>
                <a:lnTo>
                  <a:pt x="1314409" y="25569"/>
                </a:lnTo>
                <a:lnTo>
                  <a:pt x="1268731" y="16481"/>
                </a:lnTo>
                <a:lnTo>
                  <a:pt x="1222382" y="9336"/>
                </a:lnTo>
                <a:lnTo>
                  <a:pt x="1175407" y="4178"/>
                </a:lnTo>
                <a:lnTo>
                  <a:pt x="1127850" y="1052"/>
                </a:lnTo>
                <a:lnTo>
                  <a:pt x="1079754" y="0"/>
                </a:lnTo>
                <a:close/>
              </a:path>
            </a:pathLst>
          </a:custGeom>
          <a:solidFill>
            <a:srgbClr val="20355C">
              <a:alpha val="90194"/>
            </a:srgbClr>
          </a:solidFill>
        </p:spPr>
        <p:txBody>
          <a:bodyPr wrap="square" lIns="0" tIns="0" rIns="0" bIns="0" rtlCol="0"/>
          <a:lstStyle/>
          <a:p>
            <a:endParaRPr/>
          </a:p>
        </p:txBody>
      </p:sp>
      <p:sp>
        <p:nvSpPr>
          <p:cNvPr id="189" name="Rectangle 188">
            <a:extLst>
              <a:ext uri="{FF2B5EF4-FFF2-40B4-BE49-F238E27FC236}">
                <a16:creationId xmlns:a16="http://schemas.microsoft.com/office/drawing/2014/main" id="{50295D8B-00A5-49CD-8F23-EDBAE6353A92}"/>
              </a:ext>
            </a:extLst>
          </p:cNvPr>
          <p:cNvSpPr/>
          <p:nvPr/>
        </p:nvSpPr>
        <p:spPr>
          <a:xfrm>
            <a:off x="-1346069" y="589342"/>
            <a:ext cx="4953000" cy="646331"/>
          </a:xfrm>
          <a:prstGeom prst="rect">
            <a:avLst/>
          </a:prstGeom>
        </p:spPr>
        <p:txBody>
          <a:bodyPr>
            <a:spAutoFit/>
          </a:bodyPr>
          <a:lstStyle/>
          <a:p>
            <a:pPr marL="516" algn="ctr">
              <a:spcBef>
                <a:spcPts val="77"/>
              </a:spcBef>
            </a:pPr>
            <a:r>
              <a:rPr lang="en-GB" b="1" spc="-8" dirty="0">
                <a:solidFill>
                  <a:srgbClr val="FFFFFF"/>
                </a:solidFill>
                <a:latin typeface="Calibri"/>
                <a:cs typeface="Calibri"/>
              </a:rPr>
              <a:t>Our</a:t>
            </a:r>
            <a:endParaRPr lang="en-GB" b="1" dirty="0">
              <a:latin typeface="Calibri"/>
              <a:cs typeface="Calibri"/>
            </a:endParaRPr>
          </a:p>
          <a:p>
            <a:pPr algn="ctr">
              <a:lnSpc>
                <a:spcPct val="100000"/>
              </a:lnSpc>
            </a:pPr>
            <a:r>
              <a:rPr lang="en-GB" b="1" spc="-4" dirty="0">
                <a:solidFill>
                  <a:srgbClr val="FFFFFF"/>
                </a:solidFill>
                <a:latin typeface="Calibri"/>
                <a:cs typeface="Calibri"/>
              </a:rPr>
              <a:t>M</a:t>
            </a:r>
            <a:r>
              <a:rPr lang="en-GB" b="1" spc="-8" dirty="0">
                <a:solidFill>
                  <a:srgbClr val="FFFFFF"/>
                </a:solidFill>
                <a:latin typeface="Calibri"/>
                <a:cs typeface="Calibri"/>
              </a:rPr>
              <a:t>e</a:t>
            </a:r>
            <a:r>
              <a:rPr lang="en-GB" b="1" dirty="0">
                <a:solidFill>
                  <a:srgbClr val="FFFFFF"/>
                </a:solidFill>
                <a:latin typeface="Calibri"/>
                <a:cs typeface="Calibri"/>
              </a:rPr>
              <a:t>m</a:t>
            </a:r>
            <a:r>
              <a:rPr lang="en-GB" b="1" spc="-8" dirty="0">
                <a:solidFill>
                  <a:srgbClr val="FFFFFF"/>
                </a:solidFill>
                <a:latin typeface="Calibri"/>
                <a:cs typeface="Calibri"/>
              </a:rPr>
              <a:t>be</a:t>
            </a:r>
            <a:r>
              <a:rPr lang="en-GB" b="1" spc="-33" dirty="0">
                <a:solidFill>
                  <a:srgbClr val="FFFFFF"/>
                </a:solidFill>
                <a:latin typeface="Calibri"/>
                <a:cs typeface="Calibri"/>
              </a:rPr>
              <a:t>r</a:t>
            </a:r>
            <a:r>
              <a:rPr lang="en-GB" b="1" spc="-4" dirty="0">
                <a:solidFill>
                  <a:srgbClr val="FFFFFF"/>
                </a:solidFill>
                <a:latin typeface="Calibri"/>
                <a:cs typeface="Calibri"/>
              </a:rPr>
              <a:t>s</a:t>
            </a:r>
            <a:endParaRPr lang="en-GB" dirty="0">
              <a:latin typeface="Calibri"/>
              <a:cs typeface="Calibri"/>
            </a:endParaRPr>
          </a:p>
        </p:txBody>
      </p:sp>
    </p:spTree>
    <p:extLst>
      <p:ext uri="{BB962C8B-B14F-4D97-AF65-F5344CB8AC3E}">
        <p14:creationId xmlns:p14="http://schemas.microsoft.com/office/powerpoint/2010/main" val="103993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D4D3D6E-69FB-4F87-BAB4-3DC900EE6541}"/>
              </a:ext>
            </a:extLst>
          </p:cNvPr>
          <p:cNvSpPr>
            <a:spLocks noGrp="1"/>
          </p:cNvSpPr>
          <p:nvPr>
            <p:ph type="body" idx="1"/>
          </p:nvPr>
        </p:nvSpPr>
        <p:spPr/>
        <p:txBody>
          <a:bodyPr/>
          <a:lstStyle/>
          <a:p>
            <a:pPr fontAlgn="base">
              <a:spcBef>
                <a:spcPts val="0"/>
              </a:spcBef>
            </a:pPr>
            <a:r>
              <a:rPr lang="en-US" sz="2000" b="1" dirty="0"/>
              <a:t>Advancing the Measurement, Valuation and Reporting of non-financial aspects of business impacts and performance.</a:t>
            </a:r>
            <a:r>
              <a:rPr lang="en-US" sz="2000" dirty="0"/>
              <a:t>​</a:t>
            </a:r>
          </a:p>
          <a:p>
            <a:pPr fontAlgn="base">
              <a:spcBef>
                <a:spcPts val="0"/>
              </a:spcBef>
            </a:pPr>
            <a:endParaRPr lang="en-US" sz="2000" dirty="0"/>
          </a:p>
          <a:p>
            <a:pPr fontAlgn="base">
              <a:spcBef>
                <a:spcPts val="0"/>
              </a:spcBef>
            </a:pPr>
            <a:r>
              <a:rPr lang="en-GB" sz="2000" dirty="0"/>
              <a:t>The program’s objectives are to:</a:t>
            </a:r>
            <a:r>
              <a:rPr lang="en-US" sz="2000" dirty="0"/>
              <a:t>​</a:t>
            </a:r>
          </a:p>
          <a:p>
            <a:pPr fontAlgn="base">
              <a:spcBef>
                <a:spcPts val="0"/>
              </a:spcBef>
            </a:pPr>
            <a:endParaRPr lang="en-US" sz="2000" dirty="0"/>
          </a:p>
          <a:p>
            <a:pPr marL="342900" indent="-342900" fontAlgn="base">
              <a:spcBef>
                <a:spcPts val="0"/>
              </a:spcBef>
              <a:buFont typeface="Arial" panose="020B0604020202020204" pitchFamily="34" charset="0"/>
              <a:buChar char="•"/>
            </a:pPr>
            <a:r>
              <a:rPr lang="en-GB" sz="2000" dirty="0"/>
              <a:t>Integrate </a:t>
            </a:r>
            <a:r>
              <a:rPr lang="en-GB" sz="2000" b="1" dirty="0"/>
              <a:t>natural and social capital measurement and valuation</a:t>
            </a:r>
            <a:r>
              <a:rPr lang="en-GB" sz="2000" dirty="0"/>
              <a:t> into corporate performance management and decision-making,</a:t>
            </a:r>
            <a:r>
              <a:rPr lang="en-US" sz="2000" dirty="0"/>
              <a:t>​</a:t>
            </a:r>
          </a:p>
          <a:p>
            <a:pPr marL="342900" indent="-342900" fontAlgn="base">
              <a:spcBef>
                <a:spcPts val="0"/>
              </a:spcBef>
              <a:buFont typeface="Arial" panose="020B0604020202020204" pitchFamily="34" charset="0"/>
              <a:buChar char="•"/>
            </a:pPr>
            <a:r>
              <a:rPr lang="en-GB" sz="2000" b="1" dirty="0"/>
              <a:t>Improve the effectiveness of both internal and external non-financial reporting</a:t>
            </a:r>
            <a:r>
              <a:rPr lang="en-GB" sz="2000" dirty="0"/>
              <a:t>, to reflect the true value of a company and to disclose true profit and cost,</a:t>
            </a:r>
            <a:r>
              <a:rPr lang="en-US" sz="2000" dirty="0"/>
              <a:t>​</a:t>
            </a:r>
          </a:p>
          <a:p>
            <a:pPr marL="342900" indent="-342900" fontAlgn="base">
              <a:spcBef>
                <a:spcPts val="0"/>
              </a:spcBef>
              <a:buFont typeface="Arial" panose="020B0604020202020204" pitchFamily="34" charset="0"/>
              <a:buChar char="•"/>
            </a:pPr>
            <a:r>
              <a:rPr lang="en-GB" sz="2000" dirty="0"/>
              <a:t>Accelerate progress to a world where more sustainable companies are recognized and rewarded - and are therefore more successful.</a:t>
            </a:r>
            <a:r>
              <a:rPr lang="en-US" sz="2000" dirty="0"/>
              <a:t>​</a:t>
            </a:r>
          </a:p>
          <a:p>
            <a:pPr fontAlgn="base">
              <a:spcBef>
                <a:spcPts val="0"/>
              </a:spcBef>
            </a:pPr>
            <a:r>
              <a:rPr lang="en-US" sz="2000" dirty="0"/>
              <a:t>​</a:t>
            </a:r>
          </a:p>
          <a:p>
            <a:pPr fontAlgn="base">
              <a:spcBef>
                <a:spcPts val="0"/>
              </a:spcBef>
            </a:pPr>
            <a:r>
              <a:rPr lang="en-US" sz="2000" dirty="0"/>
              <a:t>​</a:t>
            </a:r>
          </a:p>
          <a:p>
            <a:pPr>
              <a:spcBef>
                <a:spcPts val="0"/>
              </a:spcBef>
            </a:pPr>
            <a:endParaRPr lang="en-GB" sz="2000" dirty="0"/>
          </a:p>
        </p:txBody>
      </p:sp>
      <p:sp>
        <p:nvSpPr>
          <p:cNvPr id="4" name="Title 3">
            <a:extLst>
              <a:ext uri="{FF2B5EF4-FFF2-40B4-BE49-F238E27FC236}">
                <a16:creationId xmlns:a16="http://schemas.microsoft.com/office/drawing/2014/main" id="{60DE712C-25B4-4DBC-B7C1-5942B134C9C1}"/>
              </a:ext>
            </a:extLst>
          </p:cNvPr>
          <p:cNvSpPr>
            <a:spLocks noGrp="1"/>
          </p:cNvSpPr>
          <p:nvPr>
            <p:ph type="title"/>
          </p:nvPr>
        </p:nvSpPr>
        <p:spPr/>
        <p:txBody>
          <a:bodyPr/>
          <a:lstStyle/>
          <a:p>
            <a:r>
              <a:rPr lang="en-GB" dirty="0"/>
              <a:t>Redefining Value</a:t>
            </a:r>
          </a:p>
        </p:txBody>
      </p:sp>
    </p:spTree>
    <p:extLst>
      <p:ext uri="{BB962C8B-B14F-4D97-AF65-F5344CB8AC3E}">
        <p14:creationId xmlns:p14="http://schemas.microsoft.com/office/powerpoint/2010/main" val="312643288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816AD7-35E0-4DBC-976E-8D3447D11C55}"/>
              </a:ext>
            </a:extLst>
          </p:cNvPr>
          <p:cNvSpPr>
            <a:spLocks noGrp="1"/>
          </p:cNvSpPr>
          <p:nvPr>
            <p:ph type="body" idx="1"/>
          </p:nvPr>
        </p:nvSpPr>
        <p:spPr>
          <a:xfrm>
            <a:off x="649258" y="2018370"/>
            <a:ext cx="5452790" cy="3816897"/>
          </a:xfrm>
        </p:spPr>
        <p:txBody>
          <a:bodyPr/>
          <a:lstStyle/>
          <a:p>
            <a:pPr marL="0" indent="0">
              <a:spcBef>
                <a:spcPts val="0"/>
              </a:spcBef>
              <a:buNone/>
            </a:pPr>
            <a:r>
              <a:rPr lang="en-GB" b="1" dirty="0"/>
              <a:t>Reporting and Disclosure</a:t>
            </a:r>
          </a:p>
          <a:p>
            <a:pPr marL="0" indent="0">
              <a:spcBef>
                <a:spcPts val="0"/>
              </a:spcBef>
              <a:buNone/>
            </a:pPr>
            <a:endParaRPr lang="en-GB" b="1" dirty="0"/>
          </a:p>
          <a:p>
            <a:pPr>
              <a:spcBef>
                <a:spcPts val="0"/>
              </a:spcBef>
            </a:pPr>
            <a:r>
              <a:rPr lang="en-GB" dirty="0"/>
              <a:t>Reporting Matters</a:t>
            </a:r>
          </a:p>
          <a:p>
            <a:pPr>
              <a:spcBef>
                <a:spcPts val="0"/>
              </a:spcBef>
            </a:pPr>
            <a:r>
              <a:rPr lang="en-GB" dirty="0"/>
              <a:t>The Reporting Exchange</a:t>
            </a:r>
          </a:p>
          <a:p>
            <a:pPr marL="0" indent="0">
              <a:spcBef>
                <a:spcPts val="0"/>
              </a:spcBef>
              <a:buNone/>
            </a:pPr>
            <a:endParaRPr lang="en-GB" dirty="0"/>
          </a:p>
          <a:p>
            <a:pPr>
              <a:spcBef>
                <a:spcPts val="0"/>
              </a:spcBef>
            </a:pPr>
            <a:endParaRPr lang="en-GB" dirty="0"/>
          </a:p>
          <a:p>
            <a:pPr marL="0" indent="0">
              <a:spcBef>
                <a:spcPts val="0"/>
              </a:spcBef>
              <a:buNone/>
            </a:pPr>
            <a:r>
              <a:rPr lang="en-GB" b="1" dirty="0"/>
              <a:t>Valuation</a:t>
            </a:r>
          </a:p>
          <a:p>
            <a:pPr marL="0" indent="0">
              <a:spcBef>
                <a:spcPts val="0"/>
              </a:spcBef>
              <a:buNone/>
            </a:pPr>
            <a:endParaRPr lang="en-GB" b="1" dirty="0"/>
          </a:p>
          <a:p>
            <a:pPr>
              <a:spcBef>
                <a:spcPts val="0"/>
              </a:spcBef>
            </a:pPr>
            <a:r>
              <a:rPr lang="en-GB" dirty="0"/>
              <a:t>Natural Capital Protocol</a:t>
            </a:r>
          </a:p>
          <a:p>
            <a:pPr>
              <a:spcBef>
                <a:spcPts val="0"/>
              </a:spcBef>
            </a:pPr>
            <a:r>
              <a:rPr lang="en-GB" dirty="0"/>
              <a:t>Social Capital Protocol</a:t>
            </a:r>
          </a:p>
        </p:txBody>
      </p:sp>
      <p:sp>
        <p:nvSpPr>
          <p:cNvPr id="3" name="Title 2">
            <a:extLst>
              <a:ext uri="{FF2B5EF4-FFF2-40B4-BE49-F238E27FC236}">
                <a16:creationId xmlns:a16="http://schemas.microsoft.com/office/drawing/2014/main" id="{9D25B754-4D19-49E5-B7BB-1F7B3FA63783}"/>
              </a:ext>
            </a:extLst>
          </p:cNvPr>
          <p:cNvSpPr>
            <a:spLocks noGrp="1"/>
          </p:cNvSpPr>
          <p:nvPr>
            <p:ph type="title"/>
          </p:nvPr>
        </p:nvSpPr>
        <p:spPr/>
        <p:txBody>
          <a:bodyPr/>
          <a:lstStyle/>
          <a:p>
            <a:r>
              <a:rPr lang="en-GB" dirty="0"/>
              <a:t>Redefining Value Projects</a:t>
            </a:r>
          </a:p>
        </p:txBody>
      </p:sp>
      <p:pic>
        <p:nvPicPr>
          <p:cNvPr id="17" name="Picture 16">
            <a:extLst>
              <a:ext uri="{FF2B5EF4-FFF2-40B4-BE49-F238E27FC236}">
                <a16:creationId xmlns:a16="http://schemas.microsoft.com/office/drawing/2014/main" id="{D23C941A-76AB-41DE-9740-97E6BC55680B}"/>
              </a:ext>
            </a:extLst>
          </p:cNvPr>
          <p:cNvPicPr>
            <a:picLocks noChangeAspect="1"/>
          </p:cNvPicPr>
          <p:nvPr/>
        </p:nvPicPr>
        <p:blipFill>
          <a:blip r:embed="rId2"/>
          <a:stretch>
            <a:fillRect/>
          </a:stretch>
        </p:blipFill>
        <p:spPr>
          <a:xfrm>
            <a:off x="5334335" y="1494830"/>
            <a:ext cx="3060823" cy="2164359"/>
          </a:xfrm>
          <a:prstGeom prst="rect">
            <a:avLst/>
          </a:prstGeom>
          <a:ln>
            <a:solidFill>
              <a:schemeClr val="bg2"/>
            </a:solidFill>
          </a:ln>
        </p:spPr>
      </p:pic>
      <p:pic>
        <p:nvPicPr>
          <p:cNvPr id="18" name="Picture 17">
            <a:extLst>
              <a:ext uri="{FF2B5EF4-FFF2-40B4-BE49-F238E27FC236}">
                <a16:creationId xmlns:a16="http://schemas.microsoft.com/office/drawing/2014/main" id="{73DAD4EC-B996-4D8A-9A6A-A92E59FAB847}"/>
              </a:ext>
            </a:extLst>
          </p:cNvPr>
          <p:cNvPicPr>
            <a:picLocks noChangeAspect="1"/>
          </p:cNvPicPr>
          <p:nvPr/>
        </p:nvPicPr>
        <p:blipFill>
          <a:blip r:embed="rId3"/>
          <a:stretch>
            <a:fillRect/>
          </a:stretch>
        </p:blipFill>
        <p:spPr>
          <a:xfrm>
            <a:off x="8562026" y="1750741"/>
            <a:ext cx="3267954" cy="1271852"/>
          </a:xfrm>
          <a:prstGeom prst="rect">
            <a:avLst/>
          </a:prstGeom>
        </p:spPr>
      </p:pic>
      <p:pic>
        <p:nvPicPr>
          <p:cNvPr id="19" name="Picture 18">
            <a:extLst>
              <a:ext uri="{FF2B5EF4-FFF2-40B4-BE49-F238E27FC236}">
                <a16:creationId xmlns:a16="http://schemas.microsoft.com/office/drawing/2014/main" id="{96957E0A-E0C3-4417-93FA-26A4B26E7662}"/>
              </a:ext>
            </a:extLst>
          </p:cNvPr>
          <p:cNvPicPr>
            <a:picLocks noChangeAspect="1"/>
          </p:cNvPicPr>
          <p:nvPr/>
        </p:nvPicPr>
        <p:blipFill rotWithShape="1">
          <a:blip r:embed="rId4"/>
          <a:srcRect l="49242"/>
          <a:stretch/>
        </p:blipFill>
        <p:spPr>
          <a:xfrm>
            <a:off x="8101138" y="3704735"/>
            <a:ext cx="2510168" cy="2990914"/>
          </a:xfrm>
          <a:prstGeom prst="rect">
            <a:avLst/>
          </a:prstGeom>
        </p:spPr>
      </p:pic>
      <p:pic>
        <p:nvPicPr>
          <p:cNvPr id="16" name="Picture 15">
            <a:extLst>
              <a:ext uri="{FF2B5EF4-FFF2-40B4-BE49-F238E27FC236}">
                <a16:creationId xmlns:a16="http://schemas.microsoft.com/office/drawing/2014/main" id="{0F1BE30A-85CA-4C46-B413-43DE70809FB6}"/>
              </a:ext>
            </a:extLst>
          </p:cNvPr>
          <p:cNvPicPr>
            <a:picLocks noChangeAspect="1"/>
          </p:cNvPicPr>
          <p:nvPr/>
        </p:nvPicPr>
        <p:blipFill rotWithShape="1">
          <a:blip r:embed="rId5"/>
          <a:srcRect r="51419"/>
          <a:stretch/>
        </p:blipFill>
        <p:spPr>
          <a:xfrm>
            <a:off x="5628353" y="3659189"/>
            <a:ext cx="2472785" cy="3082006"/>
          </a:xfrm>
          <a:prstGeom prst="rect">
            <a:avLst/>
          </a:prstGeom>
        </p:spPr>
      </p:pic>
    </p:spTree>
    <p:extLst>
      <p:ext uri="{BB962C8B-B14F-4D97-AF65-F5344CB8AC3E}">
        <p14:creationId xmlns:p14="http://schemas.microsoft.com/office/powerpoint/2010/main" val="267334666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F8C95-E18F-4E13-BCD8-AA7BBD856B30}"/>
              </a:ext>
            </a:extLst>
          </p:cNvPr>
          <p:cNvSpPr>
            <a:spLocks noGrp="1"/>
          </p:cNvSpPr>
          <p:nvPr>
            <p:ph type="title"/>
          </p:nvPr>
        </p:nvSpPr>
        <p:spPr>
          <a:xfrm>
            <a:off x="1661356" y="1188374"/>
            <a:ext cx="9149427" cy="562367"/>
          </a:xfrm>
        </p:spPr>
        <p:txBody>
          <a:bodyPr/>
          <a:lstStyle/>
          <a:p>
            <a:r>
              <a:rPr lang="en-GB" dirty="0"/>
              <a:t>Conservation and Financial Markets Initiative (CFMI) </a:t>
            </a:r>
          </a:p>
        </p:txBody>
      </p:sp>
    </p:spTree>
    <p:extLst>
      <p:ext uri="{BB962C8B-B14F-4D97-AF65-F5344CB8AC3E}">
        <p14:creationId xmlns:p14="http://schemas.microsoft.com/office/powerpoint/2010/main" val="42594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D35441-485B-4D88-89B3-C09EB41E7D3E}"/>
              </a:ext>
            </a:extLst>
          </p:cNvPr>
          <p:cNvSpPr>
            <a:spLocks noGrp="1"/>
          </p:cNvSpPr>
          <p:nvPr>
            <p:ph type="body" idx="1"/>
          </p:nvPr>
        </p:nvSpPr>
        <p:spPr/>
        <p:txBody>
          <a:bodyPr/>
          <a:lstStyle/>
          <a:p>
            <a:pPr>
              <a:spcBef>
                <a:spcPts val="0"/>
              </a:spcBef>
            </a:pPr>
            <a:r>
              <a:rPr lang="en-GB" sz="2000" b="1" dirty="0"/>
              <a:t>Risk Management , Integrated Performance Management </a:t>
            </a:r>
            <a:r>
              <a:rPr lang="en-GB" sz="2000" b="1"/>
              <a:t>and Governance</a:t>
            </a:r>
            <a:endParaRPr lang="en-GB" sz="2000" b="1" dirty="0"/>
          </a:p>
          <a:p>
            <a:pPr>
              <a:spcBef>
                <a:spcPts val="0"/>
              </a:spcBef>
            </a:pPr>
            <a:r>
              <a:rPr lang="en-GB" sz="2000" dirty="0">
                <a:solidFill>
                  <a:srgbClr val="4A4A4B"/>
                </a:solidFill>
                <a:latin typeface="Calibri" panose="020F0502020204030204" pitchFamily="34" charset="0"/>
                <a:cs typeface="Calibri" panose="020F0502020204030204" pitchFamily="34" charset="0"/>
              </a:rPr>
              <a:t>Risk is seeking to achieve greater alignment in how sustainability risks are mainstreamed and managed</a:t>
            </a:r>
          </a:p>
          <a:p>
            <a:pPr>
              <a:spcBef>
                <a:spcPts val="0"/>
              </a:spcBef>
            </a:pPr>
            <a:endParaRPr lang="en-GB" sz="2000" dirty="0"/>
          </a:p>
          <a:p>
            <a:pPr>
              <a:spcBef>
                <a:spcPts val="0"/>
              </a:spcBef>
            </a:pPr>
            <a:r>
              <a:rPr lang="en-GB" sz="2000" b="1" dirty="0"/>
              <a:t>Purpose Driven Disclosure </a:t>
            </a:r>
          </a:p>
          <a:p>
            <a:pPr>
              <a:spcBef>
                <a:spcPts val="0"/>
              </a:spcBef>
            </a:pPr>
            <a:r>
              <a:rPr lang="en-GB" sz="2000" dirty="0">
                <a:solidFill>
                  <a:srgbClr val="4A4A4B"/>
                </a:solidFill>
                <a:latin typeface="Calibri" panose="020F0502020204030204" pitchFamily="34" charset="0"/>
                <a:cs typeface="Calibri" panose="020F0502020204030204" pitchFamily="34" charset="0"/>
              </a:rPr>
              <a:t>PDD is designed to seek alignment on materiality &amp; metrics as applied to sustainability information for internal management and for disclosure in mainstream reporting vehicles.</a:t>
            </a:r>
          </a:p>
          <a:p>
            <a:pPr>
              <a:spcBef>
                <a:spcPts val="0"/>
              </a:spcBef>
            </a:pPr>
            <a:endParaRPr lang="en-GB" sz="2000" b="1" dirty="0"/>
          </a:p>
          <a:p>
            <a:pPr>
              <a:spcBef>
                <a:spcPts val="0"/>
              </a:spcBef>
            </a:pPr>
            <a:r>
              <a:rPr lang="en-GB" sz="2000" b="1" dirty="0"/>
              <a:t>Assurance</a:t>
            </a:r>
          </a:p>
          <a:p>
            <a:pPr>
              <a:spcBef>
                <a:spcPts val="0"/>
              </a:spcBef>
            </a:pPr>
            <a:r>
              <a:rPr lang="en-GB" sz="2000" dirty="0">
                <a:solidFill>
                  <a:srgbClr val="4A4A4B"/>
                </a:solidFill>
                <a:latin typeface="Calibri" panose="020F0502020204030204" pitchFamily="34" charset="0"/>
                <a:cs typeface="Calibri" panose="020F0502020204030204" pitchFamily="34" charset="0"/>
              </a:rPr>
              <a:t>Assurance aims to increase the number of companies obtaining assurance of their reports against international standards.</a:t>
            </a:r>
          </a:p>
          <a:p>
            <a:pPr>
              <a:spcBef>
                <a:spcPts val="0"/>
              </a:spcBef>
            </a:pPr>
            <a:endParaRPr lang="en-GB" sz="2000" b="1" dirty="0"/>
          </a:p>
        </p:txBody>
      </p:sp>
      <p:sp>
        <p:nvSpPr>
          <p:cNvPr id="3" name="Title 2">
            <a:extLst>
              <a:ext uri="{FF2B5EF4-FFF2-40B4-BE49-F238E27FC236}">
                <a16:creationId xmlns:a16="http://schemas.microsoft.com/office/drawing/2014/main" id="{C1F3801B-F429-40E7-9BD4-FC8A9D351141}"/>
              </a:ext>
            </a:extLst>
          </p:cNvPr>
          <p:cNvSpPr>
            <a:spLocks noGrp="1"/>
          </p:cNvSpPr>
          <p:nvPr>
            <p:ph type="title"/>
          </p:nvPr>
        </p:nvSpPr>
        <p:spPr/>
        <p:txBody>
          <a:bodyPr/>
          <a:lstStyle/>
          <a:p>
            <a:r>
              <a:rPr lang="en-GB" dirty="0"/>
              <a:t>CFMI Projects</a:t>
            </a:r>
          </a:p>
        </p:txBody>
      </p:sp>
    </p:spTree>
    <p:extLst>
      <p:ext uri="{BB962C8B-B14F-4D97-AF65-F5344CB8AC3E}">
        <p14:creationId xmlns:p14="http://schemas.microsoft.com/office/powerpoint/2010/main" val="390600895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BFF63C-C789-424D-A52D-1E04778D04CA}"/>
              </a:ext>
            </a:extLst>
          </p:cNvPr>
          <p:cNvSpPr>
            <a:spLocks noGrp="1"/>
          </p:cNvSpPr>
          <p:nvPr>
            <p:ph type="title"/>
          </p:nvPr>
        </p:nvSpPr>
        <p:spPr/>
        <p:txBody>
          <a:bodyPr/>
          <a:lstStyle/>
          <a:p>
            <a:r>
              <a:rPr lang="en-GB" dirty="0"/>
              <a:t>Assurance Project - Phases </a:t>
            </a:r>
          </a:p>
        </p:txBody>
      </p:sp>
      <p:graphicFrame>
        <p:nvGraphicFramePr>
          <p:cNvPr id="10" name="Diagram 9">
            <a:extLst>
              <a:ext uri="{FF2B5EF4-FFF2-40B4-BE49-F238E27FC236}">
                <a16:creationId xmlns:a16="http://schemas.microsoft.com/office/drawing/2014/main" id="{FA234215-B8F5-4479-97E5-46C54085A8CC}"/>
              </a:ext>
            </a:extLst>
          </p:cNvPr>
          <p:cNvGraphicFramePr/>
          <p:nvPr>
            <p:extLst>
              <p:ext uri="{D42A27DB-BD31-4B8C-83A1-F6EECF244321}">
                <p14:modId xmlns:p14="http://schemas.microsoft.com/office/powerpoint/2010/main" val="3223245433"/>
              </p:ext>
            </p:extLst>
          </p:nvPr>
        </p:nvGraphicFramePr>
        <p:xfrm>
          <a:off x="1469052" y="1069047"/>
          <a:ext cx="9018555" cy="54437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355493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49A0-F58D-4735-9C00-A86261CCF623}"/>
              </a:ext>
            </a:extLst>
          </p:cNvPr>
          <p:cNvSpPr>
            <a:spLocks noGrp="1"/>
          </p:cNvSpPr>
          <p:nvPr>
            <p:ph type="title"/>
          </p:nvPr>
        </p:nvSpPr>
        <p:spPr/>
        <p:txBody>
          <a:bodyPr/>
          <a:lstStyle/>
          <a:p>
            <a:r>
              <a:rPr lang="en-GB" dirty="0"/>
              <a:t>Assurance 1.0</a:t>
            </a:r>
          </a:p>
        </p:txBody>
      </p:sp>
    </p:spTree>
    <p:extLst>
      <p:ext uri="{BB962C8B-B14F-4D97-AF65-F5344CB8AC3E}">
        <p14:creationId xmlns:p14="http://schemas.microsoft.com/office/powerpoint/2010/main" val="411668964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EB2025-6CC2-470E-8BE8-C72EC5901BF8}"/>
              </a:ext>
            </a:extLst>
          </p:cNvPr>
          <p:cNvSpPr>
            <a:spLocks noGrp="1"/>
          </p:cNvSpPr>
          <p:nvPr>
            <p:ph type="body" idx="1"/>
          </p:nvPr>
        </p:nvSpPr>
        <p:spPr>
          <a:xfrm>
            <a:off x="649258" y="2018370"/>
            <a:ext cx="5956816" cy="3816897"/>
          </a:xfrm>
        </p:spPr>
        <p:txBody>
          <a:bodyPr/>
          <a:lstStyle/>
          <a:p>
            <a:pPr>
              <a:spcBef>
                <a:spcPts val="0"/>
              </a:spcBef>
            </a:pPr>
            <a:r>
              <a:rPr lang="en-GB" sz="2000" dirty="0"/>
              <a:t>WBSCD Report 2016</a:t>
            </a:r>
          </a:p>
          <a:p>
            <a:pPr lvl="1">
              <a:spcBef>
                <a:spcPts val="0"/>
              </a:spcBef>
            </a:pPr>
            <a:r>
              <a:rPr lang="en-GB" sz="2000" dirty="0"/>
              <a:t>Strong member support for assurance</a:t>
            </a:r>
          </a:p>
          <a:p>
            <a:pPr lvl="1">
              <a:spcBef>
                <a:spcPts val="0"/>
              </a:spcBef>
            </a:pPr>
            <a:r>
              <a:rPr lang="en-GB" sz="2000" dirty="0"/>
              <a:t>Not just about assurance but implications for all in the reporting supply chain</a:t>
            </a:r>
          </a:p>
          <a:p>
            <a:pPr lvl="1">
              <a:spcBef>
                <a:spcPts val="0"/>
              </a:spcBef>
            </a:pPr>
            <a:r>
              <a:rPr lang="en-GB" sz="2000" dirty="0"/>
              <a:t>Maturity model</a:t>
            </a:r>
          </a:p>
          <a:p>
            <a:pPr lvl="1">
              <a:spcBef>
                <a:spcPts val="0"/>
              </a:spcBef>
            </a:pPr>
            <a:r>
              <a:rPr lang="en-GB" sz="2000" dirty="0"/>
              <a:t>Assurance in the context of value creation</a:t>
            </a:r>
          </a:p>
          <a:p>
            <a:pPr lvl="1">
              <a:spcBef>
                <a:spcPts val="0"/>
              </a:spcBef>
            </a:pPr>
            <a:r>
              <a:rPr lang="en-GB" sz="2000" dirty="0"/>
              <a:t>Revised standard or guidance to support ISAE 3000</a:t>
            </a:r>
          </a:p>
          <a:p>
            <a:pPr lvl="1">
              <a:spcBef>
                <a:spcPts val="0"/>
              </a:spcBef>
            </a:pPr>
            <a:endParaRPr lang="en-GB" sz="2000" dirty="0"/>
          </a:p>
          <a:p>
            <a:pPr>
              <a:spcBef>
                <a:spcPts val="0"/>
              </a:spcBef>
            </a:pPr>
            <a:endParaRPr lang="en-GB" sz="2000" dirty="0"/>
          </a:p>
          <a:p>
            <a:pPr>
              <a:spcBef>
                <a:spcPts val="0"/>
              </a:spcBef>
            </a:pPr>
            <a:endParaRPr lang="en-GB" sz="2000" dirty="0"/>
          </a:p>
          <a:p>
            <a:pPr>
              <a:spcBef>
                <a:spcPts val="0"/>
              </a:spcBef>
            </a:pPr>
            <a:endParaRPr lang="en-GB" sz="2000" dirty="0"/>
          </a:p>
        </p:txBody>
      </p:sp>
      <p:sp>
        <p:nvSpPr>
          <p:cNvPr id="3" name="Title 2">
            <a:extLst>
              <a:ext uri="{FF2B5EF4-FFF2-40B4-BE49-F238E27FC236}">
                <a16:creationId xmlns:a16="http://schemas.microsoft.com/office/drawing/2014/main" id="{F1D95015-A8F5-46B2-A1E5-36BEB4F084D3}"/>
              </a:ext>
            </a:extLst>
          </p:cNvPr>
          <p:cNvSpPr>
            <a:spLocks noGrp="1"/>
          </p:cNvSpPr>
          <p:nvPr>
            <p:ph type="title"/>
          </p:nvPr>
        </p:nvSpPr>
        <p:spPr/>
        <p:txBody>
          <a:bodyPr/>
          <a:lstStyle/>
          <a:p>
            <a:r>
              <a:rPr lang="en-GB" dirty="0"/>
              <a:t>Assurance 1.0 Project</a:t>
            </a:r>
          </a:p>
        </p:txBody>
      </p:sp>
      <p:graphicFrame>
        <p:nvGraphicFramePr>
          <p:cNvPr id="4" name="Object 3">
            <a:extLst>
              <a:ext uri="{FF2B5EF4-FFF2-40B4-BE49-F238E27FC236}">
                <a16:creationId xmlns:a16="http://schemas.microsoft.com/office/drawing/2014/main" id="{D3B4E70B-7F5F-414D-8F4B-650B3255AAC6}"/>
              </a:ext>
            </a:extLst>
          </p:cNvPr>
          <p:cNvGraphicFramePr>
            <a:graphicFrameLocks noChangeAspect="1"/>
          </p:cNvGraphicFramePr>
          <p:nvPr>
            <p:extLst>
              <p:ext uri="{D42A27DB-BD31-4B8C-83A1-F6EECF244321}">
                <p14:modId xmlns:p14="http://schemas.microsoft.com/office/powerpoint/2010/main" val="918104473"/>
              </p:ext>
            </p:extLst>
          </p:nvPr>
        </p:nvGraphicFramePr>
        <p:xfrm>
          <a:off x="6849139" y="1750741"/>
          <a:ext cx="3231569" cy="4572697"/>
        </p:xfrm>
        <a:graphic>
          <a:graphicData uri="http://schemas.openxmlformats.org/presentationml/2006/ole">
            <mc:AlternateContent xmlns:mc="http://schemas.openxmlformats.org/markup-compatibility/2006">
              <mc:Choice xmlns:v="urn:schemas-microsoft-com:vml" Requires="v">
                <p:oleObj spid="_x0000_s1040" name="Acrobat Document" r:id="rId3" imgW="5667174" imgH="8019998" progId="Acrobat.Document.DC">
                  <p:embed/>
                </p:oleObj>
              </mc:Choice>
              <mc:Fallback>
                <p:oleObj name="Acrobat Document" r:id="rId3" imgW="5667174" imgH="8019998" progId="Acrobat.Document.DC">
                  <p:embed/>
                  <p:pic>
                    <p:nvPicPr>
                      <p:cNvPr id="4" name="Object 3">
                        <a:extLst>
                          <a:ext uri="{FF2B5EF4-FFF2-40B4-BE49-F238E27FC236}">
                            <a16:creationId xmlns:a16="http://schemas.microsoft.com/office/drawing/2014/main" id="{D3B4E70B-7F5F-414D-8F4B-650B3255AAC6}"/>
                          </a:ext>
                        </a:extLst>
                      </p:cNvPr>
                      <p:cNvPicPr/>
                      <p:nvPr/>
                    </p:nvPicPr>
                    <p:blipFill>
                      <a:blip r:embed="rId4"/>
                      <a:stretch>
                        <a:fillRect/>
                      </a:stretch>
                    </p:blipFill>
                    <p:spPr>
                      <a:xfrm>
                        <a:off x="6849139" y="1750741"/>
                        <a:ext cx="3231569" cy="4572697"/>
                      </a:xfrm>
                      <a:prstGeom prst="rect">
                        <a:avLst/>
                      </a:prstGeom>
                      <a:ln>
                        <a:solidFill>
                          <a:schemeClr val="bg2">
                            <a:lumMod val="50000"/>
                          </a:schemeClr>
                        </a:solidFill>
                      </a:ln>
                    </p:spPr>
                  </p:pic>
                </p:oleObj>
              </mc:Fallback>
            </mc:AlternateContent>
          </a:graphicData>
        </a:graphic>
      </p:graphicFrame>
    </p:spTree>
    <p:extLst>
      <p:ext uri="{BB962C8B-B14F-4D97-AF65-F5344CB8AC3E}">
        <p14:creationId xmlns:p14="http://schemas.microsoft.com/office/powerpoint/2010/main" val="273468525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8D75DE-B6FE-4609-85BC-49B853D8C770}"/>
              </a:ext>
            </a:extLst>
          </p:cNvPr>
          <p:cNvSpPr>
            <a:spLocks noGrp="1"/>
          </p:cNvSpPr>
          <p:nvPr>
            <p:ph type="title"/>
          </p:nvPr>
        </p:nvSpPr>
        <p:spPr/>
        <p:txBody>
          <a:bodyPr/>
          <a:lstStyle/>
          <a:p>
            <a:r>
              <a:rPr lang="en-GB" dirty="0"/>
              <a:t>Assurance Maturity Model</a:t>
            </a:r>
          </a:p>
        </p:txBody>
      </p:sp>
      <p:pic>
        <p:nvPicPr>
          <p:cNvPr id="10" name="Picture 9">
            <a:extLst>
              <a:ext uri="{FF2B5EF4-FFF2-40B4-BE49-F238E27FC236}">
                <a16:creationId xmlns:a16="http://schemas.microsoft.com/office/drawing/2014/main" id="{7DD9AACA-D56F-49A1-ACAE-90CAE57D2EB6}"/>
              </a:ext>
            </a:extLst>
          </p:cNvPr>
          <p:cNvPicPr>
            <a:picLocks noChangeAspect="1"/>
          </p:cNvPicPr>
          <p:nvPr/>
        </p:nvPicPr>
        <p:blipFill rotWithShape="1">
          <a:blip r:embed="rId2">
            <a:extLst>
              <a:ext uri="{28A0092B-C50C-407E-A947-70E740481C1C}">
                <a14:useLocalDpi xmlns:a14="http://schemas.microsoft.com/office/drawing/2010/main" val="0"/>
              </a:ext>
            </a:extLst>
          </a:blip>
          <a:srcRect l="5412" t="29610" r="14759" b="27099"/>
          <a:stretch/>
        </p:blipFill>
        <p:spPr>
          <a:xfrm>
            <a:off x="2877247" y="1750741"/>
            <a:ext cx="6546594" cy="5020394"/>
          </a:xfrm>
          <a:prstGeom prst="rect">
            <a:avLst/>
          </a:prstGeom>
        </p:spPr>
      </p:pic>
    </p:spTree>
    <p:extLst>
      <p:ext uri="{BB962C8B-B14F-4D97-AF65-F5344CB8AC3E}">
        <p14:creationId xmlns:p14="http://schemas.microsoft.com/office/powerpoint/2010/main" val="12534875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7156D-EEF6-4B77-BA64-B229C9DADE5D}"/>
              </a:ext>
            </a:extLst>
          </p:cNvPr>
          <p:cNvSpPr>
            <a:spLocks noGrp="1"/>
          </p:cNvSpPr>
          <p:nvPr>
            <p:ph type="title"/>
          </p:nvPr>
        </p:nvSpPr>
        <p:spPr/>
        <p:txBody>
          <a:bodyPr/>
          <a:lstStyle/>
          <a:p>
            <a:r>
              <a:rPr lang="en-GB" dirty="0"/>
              <a:t>Assurance 2.0</a:t>
            </a:r>
          </a:p>
        </p:txBody>
      </p:sp>
    </p:spTree>
    <p:extLst>
      <p:ext uri="{BB962C8B-B14F-4D97-AF65-F5344CB8AC3E}">
        <p14:creationId xmlns:p14="http://schemas.microsoft.com/office/powerpoint/2010/main" val="159022531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6BC3F-C7FC-461C-AD66-7F5B7ADC0F67}"/>
              </a:ext>
            </a:extLst>
          </p:cNvPr>
          <p:cNvSpPr>
            <a:spLocks noGrp="1"/>
          </p:cNvSpPr>
          <p:nvPr>
            <p:ph type="body" idx="1"/>
          </p:nvPr>
        </p:nvSpPr>
        <p:spPr/>
        <p:txBody>
          <a:bodyPr/>
          <a:lstStyle/>
          <a:p>
            <a:pPr>
              <a:spcBef>
                <a:spcPts val="0"/>
              </a:spcBef>
            </a:pPr>
            <a:r>
              <a:rPr lang="en-US" sz="2000" dirty="0"/>
              <a:t>Our aim is to ensure that sustainability information is considered alongside financial information in decision-making.  </a:t>
            </a:r>
          </a:p>
          <a:p>
            <a:pPr>
              <a:spcBef>
                <a:spcPts val="0"/>
              </a:spcBef>
            </a:pPr>
            <a:endParaRPr lang="en-US" sz="2000" dirty="0"/>
          </a:p>
          <a:p>
            <a:pPr>
              <a:spcBef>
                <a:spcPts val="0"/>
              </a:spcBef>
            </a:pPr>
            <a:r>
              <a:rPr lang="en-US" sz="2000" dirty="0"/>
              <a:t>Achieving financial-grade quality for sustainability information integrated into a single report. </a:t>
            </a:r>
          </a:p>
          <a:p>
            <a:pPr marL="0" indent="0">
              <a:spcBef>
                <a:spcPts val="0"/>
              </a:spcBef>
              <a:buNone/>
            </a:pPr>
            <a:endParaRPr lang="en-GB" sz="2000" dirty="0"/>
          </a:p>
          <a:p>
            <a:pPr>
              <a:spcBef>
                <a:spcPts val="0"/>
              </a:spcBef>
            </a:pPr>
            <a:r>
              <a:rPr lang="en-GB" sz="2000" dirty="0"/>
              <a:t>Assurance of sustainability information continues to be an issue for preparers and assurance providers. </a:t>
            </a:r>
            <a:r>
              <a:rPr lang="en-US" sz="2000" dirty="0"/>
              <a:t>Investors have consistently stated that assurance is essential for them to have confidence in sustainability information. </a:t>
            </a:r>
          </a:p>
          <a:p>
            <a:pPr>
              <a:spcBef>
                <a:spcPts val="0"/>
              </a:spcBef>
            </a:pPr>
            <a:endParaRPr lang="en-GB" sz="2000" dirty="0"/>
          </a:p>
          <a:p>
            <a:pPr>
              <a:spcBef>
                <a:spcPts val="0"/>
              </a:spcBef>
            </a:pPr>
            <a:r>
              <a:rPr lang="en-US" sz="2000" dirty="0"/>
              <a:t>Capital providers need to have trust and confidence in the information reported.  To that end, external assurance provides a critical role in building that trust and confidence.  </a:t>
            </a:r>
            <a:endParaRPr lang="en-GB" sz="2000" dirty="0"/>
          </a:p>
          <a:p>
            <a:pPr>
              <a:spcBef>
                <a:spcPts val="0"/>
              </a:spcBef>
            </a:pPr>
            <a:endParaRPr lang="en-GB" sz="2000" dirty="0"/>
          </a:p>
        </p:txBody>
      </p:sp>
      <p:sp>
        <p:nvSpPr>
          <p:cNvPr id="3" name="Title 2">
            <a:extLst>
              <a:ext uri="{FF2B5EF4-FFF2-40B4-BE49-F238E27FC236}">
                <a16:creationId xmlns:a16="http://schemas.microsoft.com/office/drawing/2014/main" id="{BD5A5590-4E75-49B8-8125-921E77BDBC38}"/>
              </a:ext>
            </a:extLst>
          </p:cNvPr>
          <p:cNvSpPr>
            <a:spLocks noGrp="1"/>
          </p:cNvSpPr>
          <p:nvPr>
            <p:ph type="title"/>
          </p:nvPr>
        </p:nvSpPr>
        <p:spPr/>
        <p:txBody>
          <a:bodyPr/>
          <a:lstStyle/>
          <a:p>
            <a:r>
              <a:rPr lang="en-GB" dirty="0">
                <a:solidFill>
                  <a:schemeClr val="tx1"/>
                </a:solidFill>
              </a:rPr>
              <a:t>Assurance 2.0</a:t>
            </a:r>
          </a:p>
        </p:txBody>
      </p:sp>
    </p:spTree>
    <p:extLst>
      <p:ext uri="{BB962C8B-B14F-4D97-AF65-F5344CB8AC3E}">
        <p14:creationId xmlns:p14="http://schemas.microsoft.com/office/powerpoint/2010/main" val="35267773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hought Bubble: Cloud 3">
            <a:extLst>
              <a:ext uri="{FF2B5EF4-FFF2-40B4-BE49-F238E27FC236}">
                <a16:creationId xmlns:a16="http://schemas.microsoft.com/office/drawing/2014/main" id="{6409F85B-0E20-4B96-B466-D017FFF23623}"/>
              </a:ext>
            </a:extLst>
          </p:cNvPr>
          <p:cNvSpPr/>
          <p:nvPr/>
        </p:nvSpPr>
        <p:spPr>
          <a:xfrm>
            <a:off x="1246720" y="1792842"/>
            <a:ext cx="1698171" cy="1005955"/>
          </a:xfrm>
          <a:prstGeom prst="cloudCallout">
            <a:avLst>
              <a:gd name="adj1" fmla="val 60483"/>
              <a:gd name="adj2" fmla="val 51954"/>
            </a:avLst>
          </a:prstGeom>
          <a:solidFill>
            <a:schemeClr val="bg1">
              <a:lumMod val="6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How assurance can add value…?</a:t>
            </a:r>
          </a:p>
        </p:txBody>
      </p:sp>
      <p:sp>
        <p:nvSpPr>
          <p:cNvPr id="5" name="Thought Bubble: Cloud 4">
            <a:extLst>
              <a:ext uri="{FF2B5EF4-FFF2-40B4-BE49-F238E27FC236}">
                <a16:creationId xmlns:a16="http://schemas.microsoft.com/office/drawing/2014/main" id="{3D56C5C8-0A2A-4D86-B525-EAB30B08C586}"/>
              </a:ext>
            </a:extLst>
          </p:cNvPr>
          <p:cNvSpPr/>
          <p:nvPr/>
        </p:nvSpPr>
        <p:spPr>
          <a:xfrm>
            <a:off x="8426588" y="1319514"/>
            <a:ext cx="1687196" cy="1182103"/>
          </a:xfrm>
          <a:prstGeom prst="cloudCallout">
            <a:avLst>
              <a:gd name="adj1" fmla="val -66809"/>
              <a:gd name="adj2" fmla="val 67016"/>
            </a:avLst>
          </a:prstGeom>
          <a:solidFill>
            <a:schemeClr val="bg1">
              <a:lumMod val="6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Can I rely on and use the information…?</a:t>
            </a:r>
          </a:p>
        </p:txBody>
      </p:sp>
      <p:sp>
        <p:nvSpPr>
          <p:cNvPr id="6" name="Thought Bubble: Cloud 5">
            <a:extLst>
              <a:ext uri="{FF2B5EF4-FFF2-40B4-BE49-F238E27FC236}">
                <a16:creationId xmlns:a16="http://schemas.microsoft.com/office/drawing/2014/main" id="{D1F3B338-920F-44C0-B91F-D14FBABA1E71}"/>
              </a:ext>
            </a:extLst>
          </p:cNvPr>
          <p:cNvSpPr/>
          <p:nvPr/>
        </p:nvSpPr>
        <p:spPr>
          <a:xfrm>
            <a:off x="6897483" y="5504633"/>
            <a:ext cx="2034736" cy="1251900"/>
          </a:xfrm>
          <a:prstGeom prst="cloudCallout">
            <a:avLst>
              <a:gd name="adj1" fmla="val -62816"/>
              <a:gd name="adj2" fmla="val -75964"/>
            </a:avLst>
          </a:prstGeom>
          <a:solidFill>
            <a:schemeClr val="bg1">
              <a:lumMod val="6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What is the risk of a material misstatement of…?</a:t>
            </a:r>
          </a:p>
        </p:txBody>
      </p:sp>
      <p:sp>
        <p:nvSpPr>
          <p:cNvPr id="7" name="TextBox 6">
            <a:extLst>
              <a:ext uri="{FF2B5EF4-FFF2-40B4-BE49-F238E27FC236}">
                <a16:creationId xmlns:a16="http://schemas.microsoft.com/office/drawing/2014/main" id="{333CBB37-686B-436E-8484-FDB7C463560D}"/>
              </a:ext>
            </a:extLst>
          </p:cNvPr>
          <p:cNvSpPr txBox="1"/>
          <p:nvPr/>
        </p:nvSpPr>
        <p:spPr>
          <a:xfrm>
            <a:off x="3008983" y="2903142"/>
            <a:ext cx="1347387" cy="830997"/>
          </a:xfrm>
          <a:prstGeom prst="rect">
            <a:avLst/>
          </a:prstGeom>
          <a:solidFill>
            <a:srgbClr val="00A864"/>
          </a:solidFill>
          <a:ln w="25400">
            <a:solidFill>
              <a:schemeClr val="accent1">
                <a:shade val="50000"/>
              </a:schemeClr>
            </a:solidFill>
            <a:prstDash val="sysDot"/>
          </a:ln>
        </p:spPr>
        <p:txBody>
          <a:bodyPr wrap="square" rtlCol="0">
            <a:spAutoFit/>
          </a:bodyPr>
          <a:lstStyle/>
          <a:p>
            <a:pPr algn="ctr"/>
            <a:r>
              <a:rPr lang="en-GB" sz="1600" dirty="0"/>
              <a:t>Company</a:t>
            </a:r>
          </a:p>
          <a:p>
            <a:pPr algn="ctr"/>
            <a:r>
              <a:rPr lang="en-GB" sz="1600" dirty="0"/>
              <a:t>&lt;Business model&gt;</a:t>
            </a:r>
          </a:p>
        </p:txBody>
      </p:sp>
      <p:sp>
        <p:nvSpPr>
          <p:cNvPr id="8" name="TextBox 7">
            <a:extLst>
              <a:ext uri="{FF2B5EF4-FFF2-40B4-BE49-F238E27FC236}">
                <a16:creationId xmlns:a16="http://schemas.microsoft.com/office/drawing/2014/main" id="{68AAE1EC-8FC7-4663-847F-569A8BBD2779}"/>
              </a:ext>
            </a:extLst>
          </p:cNvPr>
          <p:cNvSpPr txBox="1"/>
          <p:nvPr/>
        </p:nvSpPr>
        <p:spPr>
          <a:xfrm>
            <a:off x="6802970" y="2817305"/>
            <a:ext cx="1917585" cy="830997"/>
          </a:xfrm>
          <a:prstGeom prst="rect">
            <a:avLst/>
          </a:prstGeom>
          <a:solidFill>
            <a:srgbClr val="00A864"/>
          </a:solidFill>
        </p:spPr>
        <p:txBody>
          <a:bodyPr wrap="square" rtlCol="0">
            <a:spAutoFit/>
          </a:bodyPr>
          <a:lstStyle/>
          <a:p>
            <a:pPr algn="ctr"/>
            <a:r>
              <a:rPr lang="en-GB" sz="1600" dirty="0"/>
              <a:t>   Capital providers &lt;Return on and of capital&gt;</a:t>
            </a:r>
          </a:p>
        </p:txBody>
      </p:sp>
      <p:sp>
        <p:nvSpPr>
          <p:cNvPr id="9" name="TextBox 8">
            <a:extLst>
              <a:ext uri="{FF2B5EF4-FFF2-40B4-BE49-F238E27FC236}">
                <a16:creationId xmlns:a16="http://schemas.microsoft.com/office/drawing/2014/main" id="{640107E7-17CE-45EB-B693-FC642ECFA87D}"/>
              </a:ext>
            </a:extLst>
          </p:cNvPr>
          <p:cNvSpPr txBox="1"/>
          <p:nvPr/>
        </p:nvSpPr>
        <p:spPr>
          <a:xfrm>
            <a:off x="5234878" y="4652807"/>
            <a:ext cx="1289731" cy="830997"/>
          </a:xfrm>
          <a:prstGeom prst="rect">
            <a:avLst/>
          </a:prstGeom>
          <a:solidFill>
            <a:srgbClr val="00A864"/>
          </a:solidFill>
          <a:ln>
            <a:solidFill>
              <a:schemeClr val="accent1">
                <a:shade val="50000"/>
              </a:schemeClr>
            </a:solidFill>
          </a:ln>
        </p:spPr>
        <p:txBody>
          <a:bodyPr wrap="square" rtlCol="0">
            <a:spAutoFit/>
          </a:bodyPr>
          <a:lstStyle/>
          <a:p>
            <a:pPr algn="ctr"/>
            <a:r>
              <a:rPr lang="en-GB" sz="1600" dirty="0"/>
              <a:t>External Assurance</a:t>
            </a:r>
          </a:p>
          <a:p>
            <a:pPr algn="ctr"/>
            <a:r>
              <a:rPr lang="en-GB" sz="1600" dirty="0"/>
              <a:t>Provider</a:t>
            </a:r>
          </a:p>
        </p:txBody>
      </p:sp>
      <p:sp>
        <p:nvSpPr>
          <p:cNvPr id="11" name="TextBox 10">
            <a:extLst>
              <a:ext uri="{FF2B5EF4-FFF2-40B4-BE49-F238E27FC236}">
                <a16:creationId xmlns:a16="http://schemas.microsoft.com/office/drawing/2014/main" id="{93CC97EA-8328-490D-86F2-99F4E0AD05CC}"/>
              </a:ext>
            </a:extLst>
          </p:cNvPr>
          <p:cNvSpPr txBox="1"/>
          <p:nvPr/>
        </p:nvSpPr>
        <p:spPr>
          <a:xfrm>
            <a:off x="1497606" y="4118470"/>
            <a:ext cx="1520560" cy="2246769"/>
          </a:xfrm>
          <a:prstGeom prst="rect">
            <a:avLst/>
          </a:prstGeom>
          <a:noFill/>
          <a:ln w="38100">
            <a:solidFill>
              <a:schemeClr val="accent1"/>
            </a:solidFill>
            <a:prstDash val="lgDash"/>
          </a:ln>
        </p:spPr>
        <p:txBody>
          <a:bodyPr wrap="square" rtlCol="0">
            <a:spAutoFit/>
          </a:bodyPr>
          <a:lstStyle/>
          <a:p>
            <a:r>
              <a:rPr lang="en-GB" sz="1400" i="1" dirty="0"/>
              <a:t>External factors:</a:t>
            </a:r>
          </a:p>
          <a:p>
            <a:pPr marL="285750" indent="-285750">
              <a:buFont typeface="Arial" panose="020B0604020202020204" pitchFamily="34" charset="0"/>
              <a:buChar char="•"/>
            </a:pPr>
            <a:r>
              <a:rPr lang="en-GB" sz="1400" i="1" dirty="0"/>
              <a:t>Regulations and regulators</a:t>
            </a:r>
          </a:p>
          <a:p>
            <a:pPr marL="285750" indent="-285750">
              <a:buFont typeface="Arial" panose="020B0604020202020204" pitchFamily="34" charset="0"/>
              <a:buChar char="•"/>
            </a:pPr>
            <a:r>
              <a:rPr lang="en-GB" sz="1400" i="1" dirty="0"/>
              <a:t>Cultural/local factors</a:t>
            </a:r>
          </a:p>
          <a:p>
            <a:pPr marL="285750" indent="-285750">
              <a:buFont typeface="Arial" panose="020B0604020202020204" pitchFamily="34" charset="0"/>
              <a:buChar char="•"/>
            </a:pPr>
            <a:r>
              <a:rPr lang="en-GB" sz="1400" i="1" dirty="0"/>
              <a:t>Resource constraints</a:t>
            </a:r>
          </a:p>
          <a:p>
            <a:pPr marL="285750" indent="-285750">
              <a:buFont typeface="Arial" panose="020B0604020202020204" pitchFamily="34" charset="0"/>
              <a:buChar char="•"/>
            </a:pPr>
            <a:r>
              <a:rPr lang="en-GB" sz="1400" i="1" dirty="0"/>
              <a:t>Technical difficulties</a:t>
            </a:r>
          </a:p>
        </p:txBody>
      </p:sp>
      <p:sp>
        <p:nvSpPr>
          <p:cNvPr id="12" name="TextBox 11">
            <a:extLst>
              <a:ext uri="{FF2B5EF4-FFF2-40B4-BE49-F238E27FC236}">
                <a16:creationId xmlns:a16="http://schemas.microsoft.com/office/drawing/2014/main" id="{32DEADA8-8EB9-4FA4-8196-227D3F6E69E6}"/>
              </a:ext>
            </a:extLst>
          </p:cNvPr>
          <p:cNvSpPr txBox="1"/>
          <p:nvPr/>
        </p:nvSpPr>
        <p:spPr>
          <a:xfrm>
            <a:off x="1497606" y="2909637"/>
            <a:ext cx="1520560" cy="738664"/>
          </a:xfrm>
          <a:prstGeom prst="rect">
            <a:avLst/>
          </a:prstGeom>
          <a:noFill/>
          <a:ln w="38100">
            <a:solidFill>
              <a:schemeClr val="accent1"/>
            </a:solidFill>
            <a:prstDash val="lgDash"/>
          </a:ln>
        </p:spPr>
        <p:txBody>
          <a:bodyPr wrap="square" rtlCol="0">
            <a:spAutoFit/>
          </a:bodyPr>
          <a:lstStyle/>
          <a:p>
            <a:pPr algn="ctr"/>
            <a:r>
              <a:rPr lang="en-GB" sz="1400" i="1" dirty="0"/>
              <a:t>Activities, relationships and impacts</a:t>
            </a:r>
          </a:p>
        </p:txBody>
      </p:sp>
      <p:sp>
        <p:nvSpPr>
          <p:cNvPr id="13" name="TextBox 12">
            <a:extLst>
              <a:ext uri="{FF2B5EF4-FFF2-40B4-BE49-F238E27FC236}">
                <a16:creationId xmlns:a16="http://schemas.microsoft.com/office/drawing/2014/main" id="{BE6796C4-8275-4F8B-A9C7-C34B170137B2}"/>
              </a:ext>
            </a:extLst>
          </p:cNvPr>
          <p:cNvSpPr txBox="1"/>
          <p:nvPr/>
        </p:nvSpPr>
        <p:spPr>
          <a:xfrm>
            <a:off x="3054363" y="5083389"/>
            <a:ext cx="1324697" cy="369332"/>
          </a:xfrm>
          <a:prstGeom prst="rect">
            <a:avLst/>
          </a:prstGeom>
          <a:solidFill>
            <a:srgbClr val="00A864"/>
          </a:solidFill>
        </p:spPr>
        <p:txBody>
          <a:bodyPr wrap="square" rtlCol="0">
            <a:spAutoFit/>
          </a:bodyPr>
          <a:lstStyle/>
          <a:p>
            <a:pPr algn="ctr"/>
            <a:r>
              <a:rPr lang="en-GB" dirty="0"/>
              <a:t>Board</a:t>
            </a:r>
          </a:p>
        </p:txBody>
      </p:sp>
      <p:sp>
        <p:nvSpPr>
          <p:cNvPr id="14" name="TextBox 13">
            <a:extLst>
              <a:ext uri="{FF2B5EF4-FFF2-40B4-BE49-F238E27FC236}">
                <a16:creationId xmlns:a16="http://schemas.microsoft.com/office/drawing/2014/main" id="{321D056C-4E4D-43A2-BCD2-F667F260E866}"/>
              </a:ext>
            </a:extLst>
          </p:cNvPr>
          <p:cNvSpPr txBox="1"/>
          <p:nvPr/>
        </p:nvSpPr>
        <p:spPr>
          <a:xfrm>
            <a:off x="3020516" y="4076369"/>
            <a:ext cx="1347387" cy="646331"/>
          </a:xfrm>
          <a:prstGeom prst="rect">
            <a:avLst/>
          </a:prstGeom>
          <a:solidFill>
            <a:srgbClr val="00A864"/>
          </a:solidFill>
        </p:spPr>
        <p:txBody>
          <a:bodyPr wrap="square" rtlCol="0">
            <a:spAutoFit/>
          </a:bodyPr>
          <a:lstStyle/>
          <a:p>
            <a:pPr algn="ctr"/>
            <a:r>
              <a:rPr lang="en-GB" dirty="0"/>
              <a:t>Internal </a:t>
            </a:r>
          </a:p>
          <a:p>
            <a:pPr algn="ctr"/>
            <a:r>
              <a:rPr lang="en-GB" dirty="0"/>
              <a:t>Controls  </a:t>
            </a:r>
          </a:p>
        </p:txBody>
      </p:sp>
      <p:sp>
        <p:nvSpPr>
          <p:cNvPr id="15" name="TextBox 14">
            <a:extLst>
              <a:ext uri="{FF2B5EF4-FFF2-40B4-BE49-F238E27FC236}">
                <a16:creationId xmlns:a16="http://schemas.microsoft.com/office/drawing/2014/main" id="{F97BBBED-F1FD-4FAC-B08E-1DED61081B3D}"/>
              </a:ext>
            </a:extLst>
          </p:cNvPr>
          <p:cNvSpPr txBox="1"/>
          <p:nvPr/>
        </p:nvSpPr>
        <p:spPr>
          <a:xfrm>
            <a:off x="6780260" y="3840829"/>
            <a:ext cx="2024945" cy="954107"/>
          </a:xfrm>
          <a:prstGeom prst="rect">
            <a:avLst/>
          </a:prstGeom>
          <a:noFill/>
        </p:spPr>
        <p:txBody>
          <a:bodyPr wrap="square" rtlCol="0">
            <a:spAutoFit/>
          </a:bodyPr>
          <a:lstStyle/>
          <a:p>
            <a:r>
              <a:rPr lang="en-GB" sz="1400" i="1" dirty="0"/>
              <a:t>Nature of engagement:</a:t>
            </a:r>
          </a:p>
          <a:p>
            <a:pPr marL="285750" indent="-285750">
              <a:buFont typeface="Arial" panose="020B0604020202020204" pitchFamily="34" charset="0"/>
              <a:buChar char="•"/>
            </a:pPr>
            <a:r>
              <a:rPr lang="en-GB" sz="1400" i="1" dirty="0"/>
              <a:t>consultancy</a:t>
            </a:r>
          </a:p>
          <a:p>
            <a:pPr marL="285750" indent="-285750">
              <a:buFont typeface="Arial" panose="020B0604020202020204" pitchFamily="34" charset="0"/>
              <a:buChar char="•"/>
            </a:pPr>
            <a:r>
              <a:rPr lang="en-GB" sz="1400" i="1" dirty="0"/>
              <a:t>assurance</a:t>
            </a:r>
          </a:p>
          <a:p>
            <a:pPr marL="285750" indent="-285750">
              <a:buFont typeface="Arial" panose="020B0604020202020204" pitchFamily="34" charset="0"/>
              <a:buChar char="•"/>
            </a:pPr>
            <a:r>
              <a:rPr lang="en-GB" sz="1400" i="1" dirty="0"/>
              <a:t>something else</a:t>
            </a:r>
          </a:p>
        </p:txBody>
      </p:sp>
      <p:cxnSp>
        <p:nvCxnSpPr>
          <p:cNvPr id="16" name="Straight Arrow Connector 15">
            <a:extLst>
              <a:ext uri="{FF2B5EF4-FFF2-40B4-BE49-F238E27FC236}">
                <a16:creationId xmlns:a16="http://schemas.microsoft.com/office/drawing/2014/main" id="{82B0A6C4-37CE-49F5-B41E-FBAEDB2B2DE0}"/>
              </a:ext>
            </a:extLst>
          </p:cNvPr>
          <p:cNvCxnSpPr>
            <a:cxnSpLocks/>
          </p:cNvCxnSpPr>
          <p:nvPr/>
        </p:nvCxnSpPr>
        <p:spPr>
          <a:xfrm flipV="1">
            <a:off x="4379059" y="3468560"/>
            <a:ext cx="2423910" cy="1"/>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F9B52B6-8414-45DC-9312-E9057123B9CB}"/>
              </a:ext>
            </a:extLst>
          </p:cNvPr>
          <p:cNvCxnSpPr>
            <a:cxnSpLocks/>
          </p:cNvCxnSpPr>
          <p:nvPr/>
        </p:nvCxnSpPr>
        <p:spPr>
          <a:xfrm flipH="1">
            <a:off x="4472067" y="3103668"/>
            <a:ext cx="2308193"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4E6B14E-7D2B-4C66-ADAA-E0C2438F3CD7}"/>
              </a:ext>
            </a:extLst>
          </p:cNvPr>
          <p:cNvCxnSpPr>
            <a:cxnSpLocks/>
          </p:cNvCxnSpPr>
          <p:nvPr/>
        </p:nvCxnSpPr>
        <p:spPr>
          <a:xfrm flipH="1" flipV="1">
            <a:off x="5867725" y="3761540"/>
            <a:ext cx="12018" cy="882388"/>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16BBAFD-04B6-4E3D-9122-03304ABA17A3}"/>
              </a:ext>
            </a:extLst>
          </p:cNvPr>
          <p:cNvCxnSpPr>
            <a:cxnSpLocks/>
          </p:cNvCxnSpPr>
          <p:nvPr/>
        </p:nvCxnSpPr>
        <p:spPr>
          <a:xfrm flipH="1">
            <a:off x="4460135" y="5239393"/>
            <a:ext cx="762812" cy="0"/>
          </a:xfrm>
          <a:prstGeom prst="straightConnector1">
            <a:avLst/>
          </a:prstGeom>
          <a:ln w="44450">
            <a:headEnd w="med" len="sm"/>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28D4BFB-2741-452E-A0BF-4C5423A2739F}"/>
              </a:ext>
            </a:extLst>
          </p:cNvPr>
          <p:cNvCxnSpPr>
            <a:cxnSpLocks/>
          </p:cNvCxnSpPr>
          <p:nvPr/>
        </p:nvCxnSpPr>
        <p:spPr>
          <a:xfrm>
            <a:off x="3667258" y="3734139"/>
            <a:ext cx="0" cy="341345"/>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AA055C-EE41-4731-B348-24A4A6F95ECF}"/>
              </a:ext>
            </a:extLst>
          </p:cNvPr>
          <p:cNvCxnSpPr>
            <a:cxnSpLocks/>
          </p:cNvCxnSpPr>
          <p:nvPr/>
        </p:nvCxnSpPr>
        <p:spPr>
          <a:xfrm>
            <a:off x="3663032" y="4725767"/>
            <a:ext cx="4226" cy="339162"/>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2CE3913-E449-414F-9CC0-DD72D583D0AA}"/>
              </a:ext>
            </a:extLst>
          </p:cNvPr>
          <p:cNvCxnSpPr>
            <a:cxnSpLocks/>
          </p:cNvCxnSpPr>
          <p:nvPr/>
        </p:nvCxnSpPr>
        <p:spPr>
          <a:xfrm flipH="1">
            <a:off x="5879743" y="4200456"/>
            <a:ext cx="900516" cy="17141"/>
          </a:xfrm>
          <a:prstGeom prst="straightConnector1">
            <a:avLst/>
          </a:prstGeom>
          <a:ln w="4445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0AC2A28-B998-4D6A-966D-E0788ED99590}"/>
              </a:ext>
            </a:extLst>
          </p:cNvPr>
          <p:cNvCxnSpPr>
            <a:cxnSpLocks/>
          </p:cNvCxnSpPr>
          <p:nvPr/>
        </p:nvCxnSpPr>
        <p:spPr>
          <a:xfrm flipH="1" flipV="1">
            <a:off x="5867726" y="5517435"/>
            <a:ext cx="12017" cy="378716"/>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6A559EB-71A1-48F2-BC98-2F552573035B}"/>
              </a:ext>
            </a:extLst>
          </p:cNvPr>
          <p:cNvSpPr txBox="1"/>
          <p:nvPr/>
        </p:nvSpPr>
        <p:spPr>
          <a:xfrm>
            <a:off x="5094122" y="2778214"/>
            <a:ext cx="1293046"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ctr" defTabSz="584200" fontAlgn="auto" hangingPunct="0">
              <a:spcBef>
                <a:spcPts val="0"/>
              </a:spcBef>
              <a:spcAft>
                <a:spcPts val="0"/>
              </a:spcAft>
            </a:pPr>
            <a:r>
              <a:rPr lang="en-GB" sz="1400" dirty="0">
                <a:solidFill>
                  <a:srgbClr val="000000"/>
                </a:solidFill>
                <a:latin typeface="+mn-lt"/>
                <a:cs typeface="+mn-cs"/>
                <a:sym typeface="Helvetica Light"/>
              </a:rPr>
              <a:t>Financial Capital</a:t>
            </a:r>
          </a:p>
        </p:txBody>
      </p:sp>
      <p:sp>
        <p:nvSpPr>
          <p:cNvPr id="34" name="TextBox 33">
            <a:extLst>
              <a:ext uri="{FF2B5EF4-FFF2-40B4-BE49-F238E27FC236}">
                <a16:creationId xmlns:a16="http://schemas.microsoft.com/office/drawing/2014/main" id="{AE238C83-ADC6-4EF8-A573-CDCC1E021153}"/>
              </a:ext>
            </a:extLst>
          </p:cNvPr>
          <p:cNvSpPr txBox="1"/>
          <p:nvPr/>
        </p:nvSpPr>
        <p:spPr>
          <a:xfrm>
            <a:off x="5416683" y="3489283"/>
            <a:ext cx="82080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ctr" defTabSz="584200" fontAlgn="auto" hangingPunct="0">
              <a:spcBef>
                <a:spcPts val="0"/>
              </a:spcBef>
              <a:spcAft>
                <a:spcPts val="0"/>
              </a:spcAft>
            </a:pPr>
            <a:r>
              <a:rPr lang="en-GB" sz="1400" dirty="0">
                <a:solidFill>
                  <a:srgbClr val="000000"/>
                </a:solidFill>
                <a:latin typeface="+mn-lt"/>
                <a:cs typeface="+mn-cs"/>
                <a:sym typeface="Helvetica Light"/>
              </a:rPr>
              <a:t>Reporting</a:t>
            </a:r>
          </a:p>
        </p:txBody>
      </p:sp>
      <p:sp>
        <p:nvSpPr>
          <p:cNvPr id="40" name="TextBox 39">
            <a:extLst>
              <a:ext uri="{FF2B5EF4-FFF2-40B4-BE49-F238E27FC236}">
                <a16:creationId xmlns:a16="http://schemas.microsoft.com/office/drawing/2014/main" id="{FD719EA0-F6DC-4C42-9604-107E6421A788}"/>
              </a:ext>
            </a:extLst>
          </p:cNvPr>
          <p:cNvSpPr txBox="1"/>
          <p:nvPr/>
        </p:nvSpPr>
        <p:spPr>
          <a:xfrm>
            <a:off x="5222947" y="5896152"/>
            <a:ext cx="1557312" cy="954107"/>
          </a:xfrm>
          <a:prstGeom prst="rect">
            <a:avLst/>
          </a:prstGeom>
          <a:noFill/>
        </p:spPr>
        <p:txBody>
          <a:bodyPr wrap="square" rtlCol="0">
            <a:spAutoFit/>
          </a:bodyPr>
          <a:lstStyle/>
          <a:p>
            <a:r>
              <a:rPr lang="en-GB" sz="1400" i="1" dirty="0"/>
              <a:t>Subject matter:</a:t>
            </a:r>
          </a:p>
          <a:p>
            <a:pPr marL="285750" indent="-285750">
              <a:buFont typeface="Arial" panose="020B0604020202020204" pitchFamily="34" charset="0"/>
              <a:buChar char="•"/>
            </a:pPr>
            <a:r>
              <a:rPr lang="en-GB" sz="1400" i="1" dirty="0"/>
              <a:t>Compliance</a:t>
            </a:r>
          </a:p>
          <a:p>
            <a:pPr marL="285750" indent="-285750">
              <a:buFont typeface="Arial" panose="020B0604020202020204" pitchFamily="34" charset="0"/>
              <a:buChar char="•"/>
            </a:pPr>
            <a:r>
              <a:rPr lang="en-GB" sz="1400" i="1" dirty="0"/>
              <a:t>Performance</a:t>
            </a:r>
          </a:p>
          <a:p>
            <a:pPr marL="285750" indent="-285750">
              <a:buFont typeface="Arial" panose="020B0604020202020204" pitchFamily="34" charset="0"/>
              <a:buChar char="•"/>
            </a:pPr>
            <a:r>
              <a:rPr lang="en-GB" sz="1400" i="1" dirty="0"/>
              <a:t>Outcomes</a:t>
            </a:r>
          </a:p>
        </p:txBody>
      </p:sp>
      <p:sp>
        <p:nvSpPr>
          <p:cNvPr id="41" name="TextBox 40">
            <a:extLst>
              <a:ext uri="{FF2B5EF4-FFF2-40B4-BE49-F238E27FC236}">
                <a16:creationId xmlns:a16="http://schemas.microsoft.com/office/drawing/2014/main" id="{28E4FEFF-F226-494B-88D4-F475053680F8}"/>
              </a:ext>
            </a:extLst>
          </p:cNvPr>
          <p:cNvSpPr txBox="1"/>
          <p:nvPr/>
        </p:nvSpPr>
        <p:spPr>
          <a:xfrm>
            <a:off x="3018167" y="5623453"/>
            <a:ext cx="1289135" cy="738664"/>
          </a:xfrm>
          <a:prstGeom prst="rect">
            <a:avLst/>
          </a:prstGeom>
          <a:noFill/>
        </p:spPr>
        <p:txBody>
          <a:bodyPr wrap="none" rtlCol="0">
            <a:spAutoFit/>
          </a:bodyPr>
          <a:lstStyle/>
          <a:p>
            <a:r>
              <a:rPr lang="en-GB" sz="1400" i="1" dirty="0"/>
              <a:t>Criteria:</a:t>
            </a:r>
          </a:p>
          <a:p>
            <a:pPr marL="285750" indent="-285750">
              <a:buFont typeface="Arial" panose="020B0604020202020204" pitchFamily="34" charset="0"/>
              <a:buChar char="•"/>
            </a:pPr>
            <a:r>
              <a:rPr lang="en-GB" sz="1400" i="1" dirty="0"/>
              <a:t>Standards</a:t>
            </a:r>
          </a:p>
          <a:p>
            <a:pPr marL="285750" indent="-285750">
              <a:buFont typeface="Arial" panose="020B0604020202020204" pitchFamily="34" charset="0"/>
              <a:buChar char="•"/>
            </a:pPr>
            <a:r>
              <a:rPr lang="en-GB" sz="1400" i="1" dirty="0"/>
              <a:t>norms</a:t>
            </a:r>
          </a:p>
        </p:txBody>
      </p:sp>
      <p:grpSp>
        <p:nvGrpSpPr>
          <p:cNvPr id="45" name="Group 44">
            <a:extLst>
              <a:ext uri="{FF2B5EF4-FFF2-40B4-BE49-F238E27FC236}">
                <a16:creationId xmlns:a16="http://schemas.microsoft.com/office/drawing/2014/main" id="{E6EECAC1-2E57-4FA0-828A-2A84BFE47EFE}"/>
              </a:ext>
            </a:extLst>
          </p:cNvPr>
          <p:cNvGrpSpPr/>
          <p:nvPr/>
        </p:nvGrpSpPr>
        <p:grpSpPr>
          <a:xfrm>
            <a:off x="8837779" y="2744882"/>
            <a:ext cx="2089036" cy="1219759"/>
            <a:chOff x="9998586" y="1764108"/>
            <a:chExt cx="2028137" cy="1751451"/>
          </a:xfrm>
        </p:grpSpPr>
        <p:sp>
          <p:nvSpPr>
            <p:cNvPr id="46" name="Arrow: Pentagon 45">
              <a:extLst>
                <a:ext uri="{FF2B5EF4-FFF2-40B4-BE49-F238E27FC236}">
                  <a16:creationId xmlns:a16="http://schemas.microsoft.com/office/drawing/2014/main" id="{0CEEE906-828C-4D86-94CD-C53A64F27D11}"/>
                </a:ext>
              </a:extLst>
            </p:cNvPr>
            <p:cNvSpPr/>
            <p:nvPr/>
          </p:nvSpPr>
          <p:spPr>
            <a:xfrm rot="10800000">
              <a:off x="9998586" y="1786445"/>
              <a:ext cx="1973518" cy="1729114"/>
            </a:xfrm>
            <a:prstGeom prst="homePlate">
              <a:avLst/>
            </a:prstGeom>
            <a:solidFill>
              <a:schemeClr val="bg1">
                <a:lumMod val="6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47" name="TextBox 46">
              <a:extLst>
                <a:ext uri="{FF2B5EF4-FFF2-40B4-BE49-F238E27FC236}">
                  <a16:creationId xmlns:a16="http://schemas.microsoft.com/office/drawing/2014/main" id="{96ED7E7C-B282-483F-931C-E9D558C4CFDD}"/>
                </a:ext>
              </a:extLst>
            </p:cNvPr>
            <p:cNvSpPr txBox="1"/>
            <p:nvPr/>
          </p:nvSpPr>
          <p:spPr>
            <a:xfrm>
              <a:off x="10487523" y="1764108"/>
              <a:ext cx="1539200" cy="1723551"/>
            </a:xfrm>
            <a:prstGeom prst="rect">
              <a:avLst/>
            </a:prstGeom>
            <a:noFill/>
          </p:spPr>
          <p:txBody>
            <a:bodyPr wrap="square" rtlCol="0">
              <a:spAutoFit/>
            </a:bodyPr>
            <a:lstStyle/>
            <a:p>
              <a:r>
                <a:rPr lang="en-GB" sz="1200" b="1" dirty="0">
                  <a:solidFill>
                    <a:schemeClr val="bg1"/>
                  </a:solidFill>
                </a:rPr>
                <a:t>Objective: </a:t>
              </a:r>
              <a:r>
                <a:rPr lang="en-GB" sz="1200" dirty="0">
                  <a:solidFill>
                    <a:schemeClr val="bg1"/>
                  </a:solidFill>
                </a:rPr>
                <a:t>“Information is relevant and reliable for decision-making on resource allocation”</a:t>
              </a:r>
            </a:p>
          </p:txBody>
        </p:sp>
      </p:grpSp>
      <p:sp>
        <p:nvSpPr>
          <p:cNvPr id="52" name="Arrow: Pentagon 51">
            <a:extLst>
              <a:ext uri="{FF2B5EF4-FFF2-40B4-BE49-F238E27FC236}">
                <a16:creationId xmlns:a16="http://schemas.microsoft.com/office/drawing/2014/main" id="{9F69182A-BE5F-4EA2-9CE5-3A0168EEB18E}"/>
              </a:ext>
            </a:extLst>
          </p:cNvPr>
          <p:cNvSpPr/>
          <p:nvPr/>
        </p:nvSpPr>
        <p:spPr>
          <a:xfrm rot="10800000">
            <a:off x="8837779" y="4468699"/>
            <a:ext cx="2032777" cy="1204203"/>
          </a:xfrm>
          <a:prstGeom prst="homePlate">
            <a:avLst/>
          </a:prstGeom>
          <a:solidFill>
            <a:schemeClr val="bg1">
              <a:lumMod val="6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50" name="TextBox 49">
            <a:extLst>
              <a:ext uri="{FF2B5EF4-FFF2-40B4-BE49-F238E27FC236}">
                <a16:creationId xmlns:a16="http://schemas.microsoft.com/office/drawing/2014/main" id="{66B19AE5-EF44-4101-AD54-59EAB9D2AD0A}"/>
              </a:ext>
            </a:extLst>
          </p:cNvPr>
          <p:cNvSpPr txBox="1"/>
          <p:nvPr/>
        </p:nvSpPr>
        <p:spPr>
          <a:xfrm>
            <a:off x="9397651" y="4475698"/>
            <a:ext cx="1472904" cy="1015663"/>
          </a:xfrm>
          <a:prstGeom prst="rect">
            <a:avLst/>
          </a:prstGeom>
          <a:noFill/>
        </p:spPr>
        <p:txBody>
          <a:bodyPr wrap="square" rtlCol="0">
            <a:spAutoFit/>
          </a:bodyPr>
          <a:lstStyle/>
          <a:p>
            <a:r>
              <a:rPr lang="en-GB" sz="1200" b="1" dirty="0">
                <a:solidFill>
                  <a:schemeClr val="bg1"/>
                </a:solidFill>
              </a:rPr>
              <a:t>Scope: </a:t>
            </a:r>
            <a:r>
              <a:rPr lang="en-GB" sz="1200" dirty="0">
                <a:solidFill>
                  <a:schemeClr val="bg1"/>
                </a:solidFill>
              </a:rPr>
              <a:t>“assurance of externally reported information to capital providers”</a:t>
            </a:r>
          </a:p>
        </p:txBody>
      </p:sp>
      <p:sp>
        <p:nvSpPr>
          <p:cNvPr id="3" name="Title 2">
            <a:extLst>
              <a:ext uri="{FF2B5EF4-FFF2-40B4-BE49-F238E27FC236}">
                <a16:creationId xmlns:a16="http://schemas.microsoft.com/office/drawing/2014/main" id="{E9A7CC65-E338-4955-BBAA-528203BF843A}"/>
              </a:ext>
            </a:extLst>
          </p:cNvPr>
          <p:cNvSpPr>
            <a:spLocks noGrp="1"/>
          </p:cNvSpPr>
          <p:nvPr>
            <p:ph type="title"/>
          </p:nvPr>
        </p:nvSpPr>
        <p:spPr/>
        <p:txBody>
          <a:bodyPr/>
          <a:lstStyle/>
          <a:p>
            <a:r>
              <a:rPr lang="en-GB" dirty="0"/>
              <a:t>Understanding the Eco-System</a:t>
            </a:r>
          </a:p>
        </p:txBody>
      </p:sp>
    </p:spTree>
    <p:extLst>
      <p:ext uri="{BB962C8B-B14F-4D97-AF65-F5344CB8AC3E}">
        <p14:creationId xmlns:p14="http://schemas.microsoft.com/office/powerpoint/2010/main" val="277131302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6BC3F-C7FC-461C-AD66-7F5B7ADC0F67}"/>
              </a:ext>
            </a:extLst>
          </p:cNvPr>
          <p:cNvSpPr>
            <a:spLocks noGrp="1"/>
          </p:cNvSpPr>
          <p:nvPr>
            <p:ph type="body" idx="1"/>
          </p:nvPr>
        </p:nvSpPr>
        <p:spPr/>
        <p:txBody>
          <a:bodyPr/>
          <a:lstStyle/>
          <a:p>
            <a:pPr marL="0" indent="0">
              <a:spcBef>
                <a:spcPts val="0"/>
              </a:spcBef>
              <a:buNone/>
            </a:pPr>
            <a:r>
              <a:rPr lang="en-GB" sz="2000" dirty="0"/>
              <a:t>The aim of the new project is to strengthen the assurance of ESG information by:</a:t>
            </a:r>
            <a:br>
              <a:rPr lang="en-GB" sz="2000" dirty="0"/>
            </a:br>
            <a:endParaRPr lang="en-GB" sz="2000" dirty="0"/>
          </a:p>
          <a:p>
            <a:pPr>
              <a:spcBef>
                <a:spcPts val="0"/>
              </a:spcBef>
            </a:pPr>
            <a:r>
              <a:rPr lang="en-GB" sz="2000" dirty="0"/>
              <a:t>Building consensus around the issues that need to be addressed to strengthen external assurance processes and outcomes; </a:t>
            </a:r>
          </a:p>
          <a:p>
            <a:pPr marL="0" indent="0">
              <a:spcBef>
                <a:spcPts val="0"/>
              </a:spcBef>
              <a:buNone/>
            </a:pPr>
            <a:endParaRPr lang="en-GB" sz="2000" dirty="0"/>
          </a:p>
          <a:p>
            <a:pPr>
              <a:spcBef>
                <a:spcPts val="0"/>
              </a:spcBef>
            </a:pPr>
            <a:r>
              <a:rPr lang="en-GB" sz="2000" dirty="0"/>
              <a:t>Engaging with international and national standard setters such as  the IAASB and participating in their processes to consider the development of guidance; and</a:t>
            </a:r>
          </a:p>
          <a:p>
            <a:pPr marL="0" indent="0">
              <a:spcBef>
                <a:spcPts val="0"/>
              </a:spcBef>
              <a:buNone/>
            </a:pPr>
            <a:endParaRPr lang="en-GB" sz="2000" dirty="0"/>
          </a:p>
          <a:p>
            <a:pPr>
              <a:spcBef>
                <a:spcPts val="0"/>
              </a:spcBef>
            </a:pPr>
            <a:r>
              <a:rPr lang="en-GB" sz="2000" dirty="0"/>
              <a:t>Assisting the development of implementation tools to assist preparers, assurance providers and capital providers. </a:t>
            </a:r>
          </a:p>
          <a:p>
            <a:pPr>
              <a:spcBef>
                <a:spcPts val="0"/>
              </a:spcBef>
            </a:pPr>
            <a:endParaRPr lang="en-GB" sz="2000" dirty="0"/>
          </a:p>
        </p:txBody>
      </p:sp>
      <p:sp>
        <p:nvSpPr>
          <p:cNvPr id="3" name="Title 2">
            <a:extLst>
              <a:ext uri="{FF2B5EF4-FFF2-40B4-BE49-F238E27FC236}">
                <a16:creationId xmlns:a16="http://schemas.microsoft.com/office/drawing/2014/main" id="{BD5A5590-4E75-49B8-8125-921E77BDBC38}"/>
              </a:ext>
            </a:extLst>
          </p:cNvPr>
          <p:cNvSpPr>
            <a:spLocks noGrp="1"/>
          </p:cNvSpPr>
          <p:nvPr>
            <p:ph type="title"/>
          </p:nvPr>
        </p:nvSpPr>
        <p:spPr/>
        <p:txBody>
          <a:bodyPr/>
          <a:lstStyle/>
          <a:p>
            <a:r>
              <a:rPr lang="en-GB" dirty="0"/>
              <a:t>Terms of Reference – Project Aims</a:t>
            </a:r>
          </a:p>
        </p:txBody>
      </p:sp>
    </p:spTree>
    <p:extLst>
      <p:ext uri="{BB962C8B-B14F-4D97-AF65-F5344CB8AC3E}">
        <p14:creationId xmlns:p14="http://schemas.microsoft.com/office/powerpoint/2010/main" val="355270344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F2FC23-6001-444E-B21C-22E8CEC7D73B}"/>
              </a:ext>
            </a:extLst>
          </p:cNvPr>
          <p:cNvSpPr>
            <a:spLocks noGrp="1"/>
          </p:cNvSpPr>
          <p:nvPr>
            <p:ph type="title"/>
          </p:nvPr>
        </p:nvSpPr>
        <p:spPr/>
        <p:txBody>
          <a:bodyPr/>
          <a:lstStyle/>
          <a:p>
            <a:r>
              <a:rPr lang="en-GB" dirty="0"/>
              <a:t>Assurance Working Group Members</a:t>
            </a:r>
          </a:p>
        </p:txBody>
      </p:sp>
      <p:graphicFrame>
        <p:nvGraphicFramePr>
          <p:cNvPr id="4" name="Table 3">
            <a:extLst>
              <a:ext uri="{FF2B5EF4-FFF2-40B4-BE49-F238E27FC236}">
                <a16:creationId xmlns:a16="http://schemas.microsoft.com/office/drawing/2014/main" id="{C534D52F-3BDE-4EBA-813B-8C0968405C3E}"/>
              </a:ext>
            </a:extLst>
          </p:cNvPr>
          <p:cNvGraphicFramePr>
            <a:graphicFrameLocks noGrp="1"/>
          </p:cNvGraphicFramePr>
          <p:nvPr>
            <p:extLst>
              <p:ext uri="{D42A27DB-BD31-4B8C-83A1-F6EECF244321}">
                <p14:modId xmlns:p14="http://schemas.microsoft.com/office/powerpoint/2010/main" val="4074155333"/>
              </p:ext>
            </p:extLst>
          </p:nvPr>
        </p:nvGraphicFramePr>
        <p:xfrm>
          <a:off x="637977" y="1931978"/>
          <a:ext cx="11025135" cy="3509352"/>
        </p:xfrm>
        <a:graphic>
          <a:graphicData uri="http://schemas.openxmlformats.org/drawingml/2006/table">
            <a:tbl>
              <a:tblPr firstRow="1" bandRow="1">
                <a:tableStyleId>{073A0DAA-6AF3-43AB-8588-CEC1D06C72B9}</a:tableStyleId>
              </a:tblPr>
              <a:tblGrid>
                <a:gridCol w="3634232">
                  <a:extLst>
                    <a:ext uri="{9D8B030D-6E8A-4147-A177-3AD203B41FA5}">
                      <a16:colId xmlns:a16="http://schemas.microsoft.com/office/drawing/2014/main" val="245201697"/>
                    </a:ext>
                  </a:extLst>
                </a:gridCol>
                <a:gridCol w="3794548">
                  <a:extLst>
                    <a:ext uri="{9D8B030D-6E8A-4147-A177-3AD203B41FA5}">
                      <a16:colId xmlns:a16="http://schemas.microsoft.com/office/drawing/2014/main" val="2677325828"/>
                    </a:ext>
                  </a:extLst>
                </a:gridCol>
                <a:gridCol w="3596355">
                  <a:extLst>
                    <a:ext uri="{9D8B030D-6E8A-4147-A177-3AD203B41FA5}">
                      <a16:colId xmlns:a16="http://schemas.microsoft.com/office/drawing/2014/main" val="4243910159"/>
                    </a:ext>
                  </a:extLst>
                </a:gridCol>
              </a:tblGrid>
              <a:tr h="319032">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447714069"/>
                  </a:ext>
                </a:extLst>
              </a:tr>
              <a:tr h="319032">
                <a:tc>
                  <a:txBody>
                    <a:bodyPr/>
                    <a:lstStyle/>
                    <a:p>
                      <a:r>
                        <a:rPr lang="en-GB" dirty="0"/>
                        <a:t>Aditya Birla Group</a:t>
                      </a:r>
                    </a:p>
                  </a:txBody>
                  <a:tcPr anchor="ctr"/>
                </a:tc>
                <a:tc>
                  <a:txBody>
                    <a:bodyPr/>
                    <a:lstStyle/>
                    <a:p>
                      <a:r>
                        <a:rPr lang="en-GB" dirty="0"/>
                        <a:t>GRI</a:t>
                      </a:r>
                    </a:p>
                  </a:txBody>
                  <a:tcPr anchor="ctr">
                    <a:solidFill>
                      <a:srgbClr val="C1A0CB"/>
                    </a:solidFill>
                  </a:tcPr>
                </a:tc>
                <a:tc>
                  <a:txBody>
                    <a:bodyPr/>
                    <a:lstStyle/>
                    <a:p>
                      <a:r>
                        <a:rPr lang="en-GB" dirty="0"/>
                        <a:t>Shift</a:t>
                      </a:r>
                    </a:p>
                  </a:txBody>
                  <a:tcPr anchor="ctr"/>
                </a:tc>
                <a:extLst>
                  <a:ext uri="{0D108BD9-81ED-4DB2-BD59-A6C34878D82A}">
                    <a16:rowId xmlns:a16="http://schemas.microsoft.com/office/drawing/2014/main" val="3300340106"/>
                  </a:ext>
                </a:extLst>
              </a:tr>
              <a:tr h="319032">
                <a:tc>
                  <a:txBody>
                    <a:bodyPr/>
                    <a:lstStyle/>
                    <a:p>
                      <a:r>
                        <a:rPr lang="en-GB" dirty="0"/>
                        <a:t>AICPA</a:t>
                      </a:r>
                    </a:p>
                  </a:txBody>
                  <a:tcPr anchor="ctr"/>
                </a:tc>
                <a:tc>
                  <a:txBody>
                    <a:bodyPr/>
                    <a:lstStyle/>
                    <a:p>
                      <a:r>
                        <a:rPr lang="en-GB" dirty="0"/>
                        <a:t>Honda</a:t>
                      </a:r>
                    </a:p>
                  </a:txBody>
                  <a:tcPr anchor="ctr"/>
                </a:tc>
                <a:tc>
                  <a:txBody>
                    <a:bodyPr/>
                    <a:lstStyle/>
                    <a:p>
                      <a:r>
                        <a:rPr lang="en-GB" dirty="0"/>
                        <a:t>Social Value</a:t>
                      </a:r>
                    </a:p>
                  </a:txBody>
                  <a:tcPr anchor="ctr"/>
                </a:tc>
                <a:extLst>
                  <a:ext uri="{0D108BD9-81ED-4DB2-BD59-A6C34878D82A}">
                    <a16:rowId xmlns:a16="http://schemas.microsoft.com/office/drawing/2014/main" val="2576950370"/>
                  </a:ext>
                </a:extLst>
              </a:tr>
              <a:tr h="319032">
                <a:tc>
                  <a:txBody>
                    <a:bodyPr/>
                    <a:lstStyle/>
                    <a:p>
                      <a:r>
                        <a:rPr lang="en-GB" dirty="0"/>
                        <a:t>Arcadis</a:t>
                      </a:r>
                    </a:p>
                  </a:txBody>
                  <a:tcPr anchor="ctr"/>
                </a:tc>
                <a:tc>
                  <a:txBody>
                    <a:bodyPr/>
                    <a:lstStyle/>
                    <a:p>
                      <a:r>
                        <a:rPr lang="en-GB" dirty="0"/>
                        <a:t>IAASB</a:t>
                      </a:r>
                    </a:p>
                  </a:txBody>
                  <a:tcPr anchor="ctr"/>
                </a:tc>
                <a:tc>
                  <a:txBody>
                    <a:bodyPr/>
                    <a:lstStyle/>
                    <a:p>
                      <a:r>
                        <a:rPr lang="en-GB" dirty="0"/>
                        <a:t>Solvay S.A.</a:t>
                      </a:r>
                    </a:p>
                  </a:txBody>
                  <a:tcPr anchor="ctr"/>
                </a:tc>
                <a:extLst>
                  <a:ext uri="{0D108BD9-81ED-4DB2-BD59-A6C34878D82A}">
                    <a16:rowId xmlns:a16="http://schemas.microsoft.com/office/drawing/2014/main" val="139823821"/>
                  </a:ext>
                </a:extLst>
              </a:tr>
              <a:tr h="319032">
                <a:tc>
                  <a:txBody>
                    <a:bodyPr/>
                    <a:lstStyle/>
                    <a:p>
                      <a:r>
                        <a:rPr lang="en-GB" dirty="0"/>
                        <a:t>CLP Group</a:t>
                      </a:r>
                    </a:p>
                  </a:txBody>
                  <a:tcPr anchor="ctr"/>
                </a:tc>
                <a:tc>
                  <a:txBody>
                    <a:bodyPr/>
                    <a:lstStyle/>
                    <a:p>
                      <a:r>
                        <a:rPr lang="en-GB" dirty="0"/>
                        <a:t>International Integrated Reporting Council</a:t>
                      </a:r>
                    </a:p>
                  </a:txBody>
                  <a:tcPr anchor="ctr">
                    <a:solidFill>
                      <a:srgbClr val="C1A0CB"/>
                    </a:solidFill>
                  </a:tcPr>
                </a:tc>
                <a:tc>
                  <a:txBody>
                    <a:bodyPr/>
                    <a:lstStyle/>
                    <a:p>
                      <a:r>
                        <a:rPr lang="en-GB" dirty="0" err="1"/>
                        <a:t>Stora</a:t>
                      </a:r>
                      <a:r>
                        <a:rPr lang="en-GB" dirty="0"/>
                        <a:t> Enso</a:t>
                      </a:r>
                    </a:p>
                  </a:txBody>
                  <a:tcPr anchor="ctr"/>
                </a:tc>
                <a:extLst>
                  <a:ext uri="{0D108BD9-81ED-4DB2-BD59-A6C34878D82A}">
                    <a16:rowId xmlns:a16="http://schemas.microsoft.com/office/drawing/2014/main" val="3656603648"/>
                  </a:ext>
                </a:extLst>
              </a:tr>
              <a:tr h="319032">
                <a:tc>
                  <a:txBody>
                    <a:bodyPr/>
                    <a:lstStyle/>
                    <a:p>
                      <a:r>
                        <a:rPr lang="en-GB" dirty="0"/>
                        <a:t>Deloitte </a:t>
                      </a:r>
                    </a:p>
                  </a:txBody>
                  <a:tcPr anchor="ctr"/>
                </a:tc>
                <a:tc>
                  <a:txBody>
                    <a:bodyPr/>
                    <a:lstStyle/>
                    <a:p>
                      <a:r>
                        <a:rPr lang="en-GB" dirty="0"/>
                        <a:t>International Paper Company</a:t>
                      </a:r>
                    </a:p>
                  </a:txBody>
                  <a:tcPr anchor="ctr"/>
                </a:tc>
                <a:tc>
                  <a:txBody>
                    <a:bodyPr/>
                    <a:lstStyle/>
                    <a:p>
                      <a:r>
                        <a:rPr lang="en-GB" dirty="0"/>
                        <a:t>Syngenta International AG</a:t>
                      </a:r>
                    </a:p>
                  </a:txBody>
                  <a:tcPr anchor="ctr"/>
                </a:tc>
                <a:extLst>
                  <a:ext uri="{0D108BD9-81ED-4DB2-BD59-A6C34878D82A}">
                    <a16:rowId xmlns:a16="http://schemas.microsoft.com/office/drawing/2014/main" val="284811071"/>
                  </a:ext>
                </a:extLst>
              </a:tr>
              <a:tr h="319032">
                <a:tc>
                  <a:txBody>
                    <a:bodyPr/>
                    <a:lstStyle/>
                    <a:p>
                      <a:r>
                        <a:rPr lang="en-GB" dirty="0"/>
                        <a:t>DNV GL</a:t>
                      </a:r>
                    </a:p>
                  </a:txBody>
                  <a:tcPr anchor="ctr"/>
                </a:tc>
                <a:tc>
                  <a:txBody>
                    <a:bodyPr/>
                    <a:lstStyle/>
                    <a:p>
                      <a:r>
                        <a:rPr lang="en-GB" dirty="0"/>
                        <a:t>ICAEW</a:t>
                      </a:r>
                    </a:p>
                  </a:txBody>
                  <a:tcPr anchor="ctr"/>
                </a:tc>
                <a:tc>
                  <a:txBody>
                    <a:bodyPr/>
                    <a:lstStyle/>
                    <a:p>
                      <a:r>
                        <a:rPr lang="en-GB" dirty="0"/>
                        <a:t>The Dow Chemical Company</a:t>
                      </a:r>
                    </a:p>
                  </a:txBody>
                  <a:tcPr anchor="ctr"/>
                </a:tc>
                <a:extLst>
                  <a:ext uri="{0D108BD9-81ED-4DB2-BD59-A6C34878D82A}">
                    <a16:rowId xmlns:a16="http://schemas.microsoft.com/office/drawing/2014/main" val="4197549376"/>
                  </a:ext>
                </a:extLst>
              </a:tr>
              <a:tr h="319032">
                <a:tc>
                  <a:txBody>
                    <a:bodyPr/>
                    <a:lstStyle/>
                    <a:p>
                      <a:r>
                        <a:rPr lang="en-GB" dirty="0"/>
                        <a:t>ERM</a:t>
                      </a:r>
                    </a:p>
                  </a:txBody>
                  <a:tcPr anchor="ctr"/>
                </a:tc>
                <a:tc>
                  <a:txBody>
                    <a:bodyPr/>
                    <a:lstStyle/>
                    <a:p>
                      <a:r>
                        <a:rPr lang="en-GB" dirty="0"/>
                        <a:t>KPMG</a:t>
                      </a:r>
                    </a:p>
                  </a:txBody>
                  <a:tcPr anchor="ctr"/>
                </a:tc>
                <a:tc>
                  <a:txBody>
                    <a:bodyPr/>
                    <a:lstStyle/>
                    <a:p>
                      <a:r>
                        <a:rPr lang="en-GB" dirty="0"/>
                        <a:t>SAICA</a:t>
                      </a:r>
                    </a:p>
                  </a:txBody>
                  <a:tcPr anchor="ctr"/>
                </a:tc>
                <a:extLst>
                  <a:ext uri="{0D108BD9-81ED-4DB2-BD59-A6C34878D82A}">
                    <a16:rowId xmlns:a16="http://schemas.microsoft.com/office/drawing/2014/main" val="1202657943"/>
                  </a:ext>
                </a:extLst>
              </a:tr>
              <a:tr h="319032">
                <a:tc>
                  <a:txBody>
                    <a:bodyPr/>
                    <a:lstStyle/>
                    <a:p>
                      <a:r>
                        <a:rPr lang="en-GB" dirty="0"/>
                        <a:t>EY</a:t>
                      </a:r>
                    </a:p>
                  </a:txBody>
                  <a:tcPr anchor="ctr"/>
                </a:tc>
                <a:tc>
                  <a:txBody>
                    <a:bodyPr/>
                    <a:lstStyle/>
                    <a:p>
                      <a:r>
                        <a:rPr lang="en-GB" dirty="0"/>
                        <a:t>NBA</a:t>
                      </a:r>
                    </a:p>
                  </a:txBody>
                  <a:tcPr anchor="ctr"/>
                </a:tc>
                <a:tc>
                  <a:txBody>
                    <a:bodyPr/>
                    <a:lstStyle/>
                    <a:p>
                      <a:r>
                        <a:rPr lang="en-GB" dirty="0"/>
                        <a:t>Volkswagen</a:t>
                      </a:r>
                    </a:p>
                  </a:txBody>
                  <a:tcPr anchor="ctr"/>
                </a:tc>
                <a:extLst>
                  <a:ext uri="{0D108BD9-81ED-4DB2-BD59-A6C34878D82A}">
                    <a16:rowId xmlns:a16="http://schemas.microsoft.com/office/drawing/2014/main" val="2897198995"/>
                  </a:ext>
                </a:extLst>
              </a:tr>
              <a:tr h="319032">
                <a:tc>
                  <a:txBody>
                    <a:bodyPr/>
                    <a:lstStyle/>
                    <a:p>
                      <a:r>
                        <a:rPr lang="en-GB" dirty="0"/>
                        <a:t>Eskom</a:t>
                      </a:r>
                    </a:p>
                  </a:txBody>
                  <a:tcPr anchor="ctr"/>
                </a:tc>
                <a:tc>
                  <a:txBody>
                    <a:bodyPr/>
                    <a:lstStyle/>
                    <a:p>
                      <a:r>
                        <a:rPr lang="en-GB" dirty="0"/>
                        <a:t>PwC</a:t>
                      </a:r>
                    </a:p>
                  </a:txBody>
                  <a:tcPr anchor="ctr"/>
                </a:tc>
                <a:tc>
                  <a:txBody>
                    <a:bodyPr/>
                    <a:lstStyle/>
                    <a:p>
                      <a:endParaRPr lang="en-GB" dirty="0"/>
                    </a:p>
                  </a:txBody>
                  <a:tcPr anchor="ctr"/>
                </a:tc>
                <a:extLst>
                  <a:ext uri="{0D108BD9-81ED-4DB2-BD59-A6C34878D82A}">
                    <a16:rowId xmlns:a16="http://schemas.microsoft.com/office/drawing/2014/main" val="731429913"/>
                  </a:ext>
                </a:extLst>
              </a:tr>
              <a:tr h="319032">
                <a:tc>
                  <a:txBody>
                    <a:bodyPr/>
                    <a:lstStyle/>
                    <a:p>
                      <a:r>
                        <a:rPr lang="en-GB" dirty="0"/>
                        <a:t>FSR Denmark</a:t>
                      </a:r>
                    </a:p>
                  </a:txBody>
                  <a:tcPr anchor="ctr"/>
                </a:tc>
                <a:tc>
                  <a:txBody>
                    <a:bodyPr/>
                    <a:lstStyle/>
                    <a:p>
                      <a:pPr marL="0" marR="0" lvl="0" indent="0" algn="ctr" defTabSz="410813" rtl="0" eaLnBrk="1" fontAlgn="auto" latinLnBrk="0" hangingPunct="1">
                        <a:lnSpc>
                          <a:spcPct val="100000"/>
                        </a:lnSpc>
                        <a:spcBef>
                          <a:spcPts val="0"/>
                        </a:spcBef>
                        <a:spcAft>
                          <a:spcPts val="0"/>
                        </a:spcAft>
                        <a:buClrTx/>
                        <a:buSzTx/>
                        <a:buFontTx/>
                        <a:buNone/>
                        <a:tabLst/>
                        <a:defRPr/>
                      </a:pPr>
                      <a:r>
                        <a:rPr lang="en-GB" dirty="0"/>
                        <a:t>Philips</a:t>
                      </a:r>
                    </a:p>
                  </a:txBody>
                  <a:tcPr anchor="ctr"/>
                </a:tc>
                <a:tc>
                  <a:txBody>
                    <a:bodyPr/>
                    <a:lstStyle/>
                    <a:p>
                      <a:endParaRPr lang="en-GB" dirty="0"/>
                    </a:p>
                  </a:txBody>
                  <a:tcPr anchor="ctr"/>
                </a:tc>
                <a:extLst>
                  <a:ext uri="{0D108BD9-81ED-4DB2-BD59-A6C34878D82A}">
                    <a16:rowId xmlns:a16="http://schemas.microsoft.com/office/drawing/2014/main" val="3880321939"/>
                  </a:ext>
                </a:extLst>
              </a:tr>
            </a:tbl>
          </a:graphicData>
        </a:graphic>
      </p:graphicFrame>
      <p:sp>
        <p:nvSpPr>
          <p:cNvPr id="6" name="TextBox 5">
            <a:extLst>
              <a:ext uri="{FF2B5EF4-FFF2-40B4-BE49-F238E27FC236}">
                <a16:creationId xmlns:a16="http://schemas.microsoft.com/office/drawing/2014/main" id="{0F2BD80A-0725-4B3A-9F8D-A2D7D7A784B5}"/>
              </a:ext>
            </a:extLst>
          </p:cNvPr>
          <p:cNvSpPr txBox="1"/>
          <p:nvPr/>
        </p:nvSpPr>
        <p:spPr>
          <a:xfrm>
            <a:off x="1099625" y="5691174"/>
            <a:ext cx="8366152"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584200" fontAlgn="auto" hangingPunct="0">
              <a:spcBef>
                <a:spcPts val="0"/>
              </a:spcBef>
              <a:spcAft>
                <a:spcPts val="0"/>
              </a:spcAft>
            </a:pPr>
            <a:r>
              <a:rPr lang="en-GB" sz="1400" dirty="0">
                <a:latin typeface="+mn-lt"/>
                <a:cs typeface="+mn-cs"/>
                <a:sym typeface="Helvetica Light"/>
              </a:rPr>
              <a:t>Denotes the companies that respondents to the IAASB consultation would advise that the IAASB collaborate with.</a:t>
            </a:r>
          </a:p>
        </p:txBody>
      </p:sp>
      <p:sp>
        <p:nvSpPr>
          <p:cNvPr id="7" name="Rectangle 6">
            <a:extLst>
              <a:ext uri="{FF2B5EF4-FFF2-40B4-BE49-F238E27FC236}">
                <a16:creationId xmlns:a16="http://schemas.microsoft.com/office/drawing/2014/main" id="{FADB4430-D00B-4FF3-AB05-CC60F23673C1}"/>
              </a:ext>
            </a:extLst>
          </p:cNvPr>
          <p:cNvSpPr/>
          <p:nvPr/>
        </p:nvSpPr>
        <p:spPr>
          <a:xfrm>
            <a:off x="637977" y="5622567"/>
            <a:ext cx="461649" cy="471924"/>
          </a:xfrm>
          <a:prstGeom prst="rect">
            <a:avLst/>
          </a:prstGeom>
          <a:solidFill>
            <a:srgbClr val="C1A0CB"/>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584200" fontAlgn="auto" hangingPunct="0">
              <a:spcBef>
                <a:spcPts val="0"/>
              </a:spcBef>
              <a:spcAft>
                <a:spcPts val="0"/>
              </a:spcAft>
            </a:pPr>
            <a:endParaRPr lang="en-GB" sz="2400">
              <a:solidFill>
                <a:srgbClr val="FFFFFF"/>
              </a:solidFill>
              <a:latin typeface="+mn-lt"/>
              <a:cs typeface="+mn-cs"/>
              <a:sym typeface="Helvetica Light"/>
            </a:endParaRPr>
          </a:p>
        </p:txBody>
      </p:sp>
    </p:spTree>
    <p:extLst>
      <p:ext uri="{BB962C8B-B14F-4D97-AF65-F5344CB8AC3E}">
        <p14:creationId xmlns:p14="http://schemas.microsoft.com/office/powerpoint/2010/main" val="131187326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29E4BF-1DC4-4F54-AD5D-12A9FAA756BD}"/>
              </a:ext>
            </a:extLst>
          </p:cNvPr>
          <p:cNvSpPr>
            <a:spLocks noGrp="1"/>
          </p:cNvSpPr>
          <p:nvPr>
            <p:ph type="body" idx="1"/>
          </p:nvPr>
        </p:nvSpPr>
        <p:spPr/>
        <p:txBody>
          <a:bodyPr/>
          <a:lstStyle/>
          <a:p>
            <a:pPr>
              <a:spcBef>
                <a:spcPts val="0"/>
              </a:spcBef>
            </a:pPr>
            <a:r>
              <a:rPr lang="en-US" sz="2000" dirty="0"/>
              <a:t>The Assurance 2.0 project will consist of a number of different strands of work all of which seek the support and engagement of our working group, and expert advisors. </a:t>
            </a:r>
            <a:endParaRPr lang="en-GB" sz="2000" dirty="0"/>
          </a:p>
          <a:p>
            <a:pPr>
              <a:spcBef>
                <a:spcPts val="0"/>
              </a:spcBef>
            </a:pPr>
            <a:endParaRPr lang="en-GB" sz="2000" dirty="0"/>
          </a:p>
          <a:p>
            <a:pPr marL="342900" indent="-342900">
              <a:spcBef>
                <a:spcPts val="0"/>
              </a:spcBef>
              <a:buFont typeface="Arial" panose="020B0604020202020204" pitchFamily="34" charset="0"/>
              <a:buChar char="•"/>
            </a:pPr>
            <a:r>
              <a:rPr lang="en-GB" sz="2000" dirty="0"/>
              <a:t>Understanding investor needs and educating them on assurance</a:t>
            </a:r>
          </a:p>
          <a:p>
            <a:pPr>
              <a:spcBef>
                <a:spcPts val="0"/>
              </a:spcBef>
            </a:pPr>
            <a:endParaRPr lang="en-GB" sz="2000" dirty="0"/>
          </a:p>
          <a:p>
            <a:pPr marL="342900" indent="-342900">
              <a:spcBef>
                <a:spcPts val="0"/>
              </a:spcBef>
              <a:buFont typeface="Arial" panose="020B0604020202020204" pitchFamily="34" charset="0"/>
              <a:buChar char="•"/>
            </a:pPr>
            <a:r>
              <a:rPr lang="en-GB" sz="2000" dirty="0"/>
              <a:t>Company focused guidance </a:t>
            </a:r>
          </a:p>
          <a:p>
            <a:pPr>
              <a:spcBef>
                <a:spcPts val="0"/>
              </a:spcBef>
            </a:pPr>
            <a:endParaRPr lang="en-GB" sz="2000" dirty="0"/>
          </a:p>
          <a:p>
            <a:pPr marL="342900" indent="-342900">
              <a:spcBef>
                <a:spcPts val="0"/>
              </a:spcBef>
              <a:buFont typeface="Arial" panose="020B0604020202020204" pitchFamily="34" charset="0"/>
              <a:buChar char="•"/>
            </a:pPr>
            <a:r>
              <a:rPr lang="en-GB" sz="2000" dirty="0"/>
              <a:t>Assurance providers</a:t>
            </a:r>
          </a:p>
        </p:txBody>
      </p:sp>
      <p:sp>
        <p:nvSpPr>
          <p:cNvPr id="3" name="Title 2">
            <a:extLst>
              <a:ext uri="{FF2B5EF4-FFF2-40B4-BE49-F238E27FC236}">
                <a16:creationId xmlns:a16="http://schemas.microsoft.com/office/drawing/2014/main" id="{E3EC0EDB-2560-4E07-B467-5520B9958297}"/>
              </a:ext>
            </a:extLst>
          </p:cNvPr>
          <p:cNvSpPr>
            <a:spLocks noGrp="1"/>
          </p:cNvSpPr>
          <p:nvPr>
            <p:ph type="title"/>
          </p:nvPr>
        </p:nvSpPr>
        <p:spPr/>
        <p:txBody>
          <a:bodyPr/>
          <a:lstStyle/>
          <a:p>
            <a:r>
              <a:rPr lang="en-GB" dirty="0"/>
              <a:t>Assurance Work Streams</a:t>
            </a:r>
          </a:p>
        </p:txBody>
      </p:sp>
    </p:spTree>
    <p:extLst>
      <p:ext uri="{BB962C8B-B14F-4D97-AF65-F5344CB8AC3E}">
        <p14:creationId xmlns:p14="http://schemas.microsoft.com/office/powerpoint/2010/main" val="327182450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D0C59A-E8C8-435B-B3E0-6585718B23F9}"/>
              </a:ext>
            </a:extLst>
          </p:cNvPr>
          <p:cNvSpPr>
            <a:spLocks noGrp="1"/>
          </p:cNvSpPr>
          <p:nvPr>
            <p:ph type="body" idx="1"/>
          </p:nvPr>
        </p:nvSpPr>
        <p:spPr/>
        <p:txBody>
          <a:bodyPr/>
          <a:lstStyle/>
          <a:p>
            <a:pPr marL="342900" indent="-342900">
              <a:buFont typeface="Arial" panose="020B0604020202020204" pitchFamily="34" charset="0"/>
              <a:buChar char="•"/>
            </a:pPr>
            <a:r>
              <a:rPr lang="en-US" sz="2000" dirty="0"/>
              <a:t>Whilst assurance of ESG information for many companies can be time consuming and expensive, it is imperative that businesses are aware of what it is investors are actually seeking from the assurance statement.  Engaged with Ceres and PRI on this work.</a:t>
            </a:r>
          </a:p>
          <a:p>
            <a:pPr marL="342900" indent="-342900">
              <a:buFont typeface="Arial" panose="020B0604020202020204" pitchFamily="34" charset="0"/>
              <a:buChar char="•"/>
            </a:pPr>
            <a:r>
              <a:rPr lang="en-US" sz="2000" dirty="0"/>
              <a:t>This part of the project will involve a consultation with investors to establish the key issues around assurance of ESG information. We will also consider what education is needed to address the ‘expectation gap’ in external assurance</a:t>
            </a:r>
          </a:p>
          <a:p>
            <a:endParaRPr lang="en-GB" sz="2000" dirty="0"/>
          </a:p>
        </p:txBody>
      </p:sp>
      <p:sp>
        <p:nvSpPr>
          <p:cNvPr id="3" name="Title 2">
            <a:extLst>
              <a:ext uri="{FF2B5EF4-FFF2-40B4-BE49-F238E27FC236}">
                <a16:creationId xmlns:a16="http://schemas.microsoft.com/office/drawing/2014/main" id="{8F45373F-7181-41A9-AD38-DE4EFF531445}"/>
              </a:ext>
            </a:extLst>
          </p:cNvPr>
          <p:cNvSpPr>
            <a:spLocks noGrp="1"/>
          </p:cNvSpPr>
          <p:nvPr>
            <p:ph type="title"/>
          </p:nvPr>
        </p:nvSpPr>
        <p:spPr/>
        <p:txBody>
          <a:bodyPr/>
          <a:lstStyle/>
          <a:p>
            <a:r>
              <a:rPr lang="en-GB" dirty="0"/>
              <a:t>Investor Needs</a:t>
            </a:r>
          </a:p>
        </p:txBody>
      </p:sp>
    </p:spTree>
    <p:extLst>
      <p:ext uri="{BB962C8B-B14F-4D97-AF65-F5344CB8AC3E}">
        <p14:creationId xmlns:p14="http://schemas.microsoft.com/office/powerpoint/2010/main" val="335431436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D0C59A-E8C8-435B-B3E0-6585718B23F9}"/>
              </a:ext>
            </a:extLst>
          </p:cNvPr>
          <p:cNvSpPr>
            <a:spLocks noGrp="1"/>
          </p:cNvSpPr>
          <p:nvPr>
            <p:ph type="body" idx="1"/>
          </p:nvPr>
        </p:nvSpPr>
        <p:spPr/>
        <p:txBody>
          <a:bodyPr>
            <a:normAutofit lnSpcReduction="10000"/>
          </a:bodyPr>
          <a:lstStyle/>
          <a:p>
            <a:pPr marL="342900" indent="-342900">
              <a:spcBef>
                <a:spcPts val="0"/>
              </a:spcBef>
              <a:buFont typeface="Arial" panose="020B0604020202020204" pitchFamily="34" charset="0"/>
              <a:buChar char="•"/>
            </a:pPr>
            <a:r>
              <a:rPr lang="en-US" sz="2000" dirty="0"/>
              <a:t>We are working with companies to develop a series of ‘pathfinder’ studies to support our work on developing practical guidance; these projects are more ‘experiments’ to test ideas and find new solutions.  </a:t>
            </a:r>
            <a:endParaRPr lang="en-GB" sz="2000" dirty="0"/>
          </a:p>
          <a:p>
            <a:pPr marL="342900" indent="-342900">
              <a:spcBef>
                <a:spcPts val="0"/>
              </a:spcBef>
              <a:buFont typeface="Arial" panose="020B0604020202020204" pitchFamily="34" charset="0"/>
              <a:buChar char="•"/>
            </a:pPr>
            <a:r>
              <a:rPr lang="en-US" sz="2000" dirty="0"/>
              <a:t>We will seek to understand the current reporting and assurance issues faced by a member company and then work with key personnel to develop solutions drawing on existing frameworks and noting how those frameworks need to be modified or adapted to make them more effective.  The results will be published as pathfinder studies and serve as an input to our work with standard setters and others to improve existing reporting frameworks.</a:t>
            </a:r>
          </a:p>
          <a:p>
            <a:pPr marL="342900" indent="-342900">
              <a:spcBef>
                <a:spcPts val="0"/>
              </a:spcBef>
              <a:buFont typeface="Arial" panose="020B0604020202020204" pitchFamily="34" charset="0"/>
              <a:buChar char="•"/>
            </a:pPr>
            <a:r>
              <a:rPr lang="en-US" sz="2000" dirty="0"/>
              <a:t>We will develop guidance around the assurance engagement process. </a:t>
            </a:r>
          </a:p>
          <a:p>
            <a:pPr>
              <a:spcBef>
                <a:spcPts val="0"/>
              </a:spcBef>
            </a:pPr>
            <a:endParaRPr lang="en-US" sz="2000" dirty="0"/>
          </a:p>
          <a:p>
            <a:pPr>
              <a:spcBef>
                <a:spcPts val="0"/>
              </a:spcBef>
            </a:pPr>
            <a:r>
              <a:rPr lang="en-US" sz="2000" b="1" dirty="0"/>
              <a:t>Internal controls </a:t>
            </a:r>
            <a:endParaRPr lang="en-GB" sz="2000" b="1" dirty="0"/>
          </a:p>
          <a:p>
            <a:pPr>
              <a:spcBef>
                <a:spcPts val="0"/>
              </a:spcBef>
            </a:pPr>
            <a:r>
              <a:rPr lang="en-US" sz="2000" dirty="0"/>
              <a:t>We are developing guidance and a toolkit to help companies apply internal controls to non-financial data. This will be a fundamental step towards achieving reasonable external assurance</a:t>
            </a:r>
          </a:p>
          <a:p>
            <a:pPr>
              <a:spcBef>
                <a:spcPts val="0"/>
              </a:spcBef>
            </a:pPr>
            <a:endParaRPr lang="en-GB" sz="2000" dirty="0"/>
          </a:p>
          <a:p>
            <a:pPr>
              <a:spcBef>
                <a:spcPts val="0"/>
              </a:spcBef>
            </a:pPr>
            <a:endParaRPr lang="en-GB" sz="2000" dirty="0"/>
          </a:p>
        </p:txBody>
      </p:sp>
      <p:sp>
        <p:nvSpPr>
          <p:cNvPr id="3" name="Title 2">
            <a:extLst>
              <a:ext uri="{FF2B5EF4-FFF2-40B4-BE49-F238E27FC236}">
                <a16:creationId xmlns:a16="http://schemas.microsoft.com/office/drawing/2014/main" id="{8F45373F-7181-41A9-AD38-DE4EFF531445}"/>
              </a:ext>
            </a:extLst>
          </p:cNvPr>
          <p:cNvSpPr>
            <a:spLocks noGrp="1"/>
          </p:cNvSpPr>
          <p:nvPr>
            <p:ph type="title"/>
          </p:nvPr>
        </p:nvSpPr>
        <p:spPr/>
        <p:txBody>
          <a:bodyPr/>
          <a:lstStyle/>
          <a:p>
            <a:r>
              <a:rPr lang="en-GB" dirty="0"/>
              <a:t>Company Focused Guidance</a:t>
            </a:r>
          </a:p>
        </p:txBody>
      </p:sp>
    </p:spTree>
    <p:extLst>
      <p:ext uri="{BB962C8B-B14F-4D97-AF65-F5344CB8AC3E}">
        <p14:creationId xmlns:p14="http://schemas.microsoft.com/office/powerpoint/2010/main" val="208148581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D0C59A-E8C8-435B-B3E0-6585718B23F9}"/>
              </a:ext>
            </a:extLst>
          </p:cNvPr>
          <p:cNvSpPr>
            <a:spLocks noGrp="1"/>
          </p:cNvSpPr>
          <p:nvPr>
            <p:ph type="body" idx="1"/>
          </p:nvPr>
        </p:nvSpPr>
        <p:spPr/>
        <p:txBody>
          <a:bodyPr/>
          <a:lstStyle/>
          <a:p>
            <a:pPr>
              <a:spcBef>
                <a:spcPts val="0"/>
              </a:spcBef>
            </a:pPr>
            <a:r>
              <a:rPr lang="en-US" sz="2000" b="1" dirty="0"/>
              <a:t>National Standard Setters</a:t>
            </a:r>
          </a:p>
          <a:p>
            <a:pPr>
              <a:spcBef>
                <a:spcPts val="0"/>
              </a:spcBef>
            </a:pPr>
            <a:r>
              <a:rPr lang="en-US" sz="2000" dirty="0"/>
              <a:t>We have established a group of leading national standard setting bodies and Accountancy Europe to establish common ground and ensure that all projects are aligned to fit within the frame of the IAASBs work but also address local needs</a:t>
            </a:r>
            <a:endParaRPr lang="en-GB" sz="2000" dirty="0"/>
          </a:p>
          <a:p>
            <a:pPr>
              <a:spcBef>
                <a:spcPts val="0"/>
              </a:spcBef>
            </a:pPr>
            <a:r>
              <a:rPr lang="en-US" sz="2000" dirty="0"/>
              <a:t>  </a:t>
            </a:r>
            <a:endParaRPr lang="en-GB" sz="2000" dirty="0"/>
          </a:p>
          <a:p>
            <a:pPr>
              <a:spcBef>
                <a:spcPts val="0"/>
              </a:spcBef>
            </a:pPr>
            <a:r>
              <a:rPr lang="en-US" sz="2000" b="1" dirty="0"/>
              <a:t>IAASB</a:t>
            </a:r>
            <a:endParaRPr lang="en-GB" sz="2000" b="1" dirty="0"/>
          </a:p>
          <a:p>
            <a:pPr>
              <a:spcBef>
                <a:spcPts val="0"/>
              </a:spcBef>
            </a:pPr>
            <a:r>
              <a:rPr lang="en-US" sz="2000" dirty="0">
                <a:solidFill>
                  <a:schemeClr val="tx1"/>
                </a:solidFill>
              </a:rPr>
              <a:t>We are currently </a:t>
            </a:r>
            <a:r>
              <a:rPr lang="en-GB" sz="2000" dirty="0">
                <a:solidFill>
                  <a:schemeClr val="tx1"/>
                </a:solidFill>
              </a:rPr>
              <a:t>seeking a key collaboration with IAASB for our work on assurance</a:t>
            </a:r>
            <a:r>
              <a:rPr lang="en-US" sz="2000" dirty="0">
                <a:solidFill>
                  <a:schemeClr val="tx1"/>
                </a:solidFill>
              </a:rPr>
              <a:t>. This will be a significant opportunity to develop the guidance around external assurance of sustainability information and improve the quality of reported information, as an independent organization the IAASB will help to meaningfully develop the work in this field. </a:t>
            </a:r>
            <a:endParaRPr lang="en-GB" sz="2000" dirty="0">
              <a:solidFill>
                <a:schemeClr val="tx1"/>
              </a:solidFill>
            </a:endParaRPr>
          </a:p>
          <a:p>
            <a:pPr>
              <a:spcBef>
                <a:spcPts val="0"/>
              </a:spcBef>
            </a:pPr>
            <a:endParaRPr lang="en-GB" sz="2000" dirty="0"/>
          </a:p>
          <a:p>
            <a:pPr>
              <a:spcBef>
                <a:spcPts val="0"/>
              </a:spcBef>
            </a:pPr>
            <a:endParaRPr lang="en-GB" sz="2000" dirty="0"/>
          </a:p>
        </p:txBody>
      </p:sp>
      <p:sp>
        <p:nvSpPr>
          <p:cNvPr id="3" name="Title 2">
            <a:extLst>
              <a:ext uri="{FF2B5EF4-FFF2-40B4-BE49-F238E27FC236}">
                <a16:creationId xmlns:a16="http://schemas.microsoft.com/office/drawing/2014/main" id="{8F45373F-7181-41A9-AD38-DE4EFF531445}"/>
              </a:ext>
            </a:extLst>
          </p:cNvPr>
          <p:cNvSpPr>
            <a:spLocks noGrp="1"/>
          </p:cNvSpPr>
          <p:nvPr>
            <p:ph type="title"/>
          </p:nvPr>
        </p:nvSpPr>
        <p:spPr/>
        <p:txBody>
          <a:bodyPr/>
          <a:lstStyle/>
          <a:p>
            <a:r>
              <a:rPr lang="en-GB" dirty="0"/>
              <a:t>Standards and Guidance for Assurance Providers</a:t>
            </a:r>
          </a:p>
        </p:txBody>
      </p:sp>
    </p:spTree>
    <p:extLst>
      <p:ext uri="{BB962C8B-B14F-4D97-AF65-F5344CB8AC3E}">
        <p14:creationId xmlns:p14="http://schemas.microsoft.com/office/powerpoint/2010/main" val="170480715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88B150-9A7B-4765-A54D-5B4F2EF27819}"/>
              </a:ext>
            </a:extLst>
          </p:cNvPr>
          <p:cNvSpPr>
            <a:spLocks noGrp="1"/>
          </p:cNvSpPr>
          <p:nvPr>
            <p:ph type="title"/>
          </p:nvPr>
        </p:nvSpPr>
        <p:spPr/>
        <p:txBody>
          <a:bodyPr/>
          <a:lstStyle/>
          <a:p>
            <a:r>
              <a:rPr lang="en-GB" dirty="0"/>
              <a:t>Project Plan</a:t>
            </a:r>
          </a:p>
        </p:txBody>
      </p:sp>
      <p:graphicFrame>
        <p:nvGraphicFramePr>
          <p:cNvPr id="5" name="Table 4">
            <a:extLst>
              <a:ext uri="{FF2B5EF4-FFF2-40B4-BE49-F238E27FC236}">
                <a16:creationId xmlns:a16="http://schemas.microsoft.com/office/drawing/2014/main" id="{8D79F39D-3995-42D2-9450-98EE24959F2A}"/>
              </a:ext>
            </a:extLst>
          </p:cNvPr>
          <p:cNvGraphicFramePr>
            <a:graphicFrameLocks noGrp="1"/>
          </p:cNvGraphicFramePr>
          <p:nvPr>
            <p:extLst>
              <p:ext uri="{D42A27DB-BD31-4B8C-83A1-F6EECF244321}">
                <p14:modId xmlns:p14="http://schemas.microsoft.com/office/powerpoint/2010/main" val="2201607561"/>
              </p:ext>
            </p:extLst>
          </p:nvPr>
        </p:nvGraphicFramePr>
        <p:xfrm>
          <a:off x="637976" y="1657433"/>
          <a:ext cx="11025131" cy="4704750"/>
        </p:xfrm>
        <a:graphic>
          <a:graphicData uri="http://schemas.openxmlformats.org/drawingml/2006/table">
            <a:tbl>
              <a:tblPr firstRow="1" bandRow="1">
                <a:tableStyleId>{2D5ABB26-0587-4C30-8999-92F81FD0307C}</a:tableStyleId>
              </a:tblPr>
              <a:tblGrid>
                <a:gridCol w="2587215">
                  <a:extLst>
                    <a:ext uri="{9D8B030D-6E8A-4147-A177-3AD203B41FA5}">
                      <a16:colId xmlns:a16="http://schemas.microsoft.com/office/drawing/2014/main" val="3484663987"/>
                    </a:ext>
                  </a:extLst>
                </a:gridCol>
                <a:gridCol w="496348">
                  <a:extLst>
                    <a:ext uri="{9D8B030D-6E8A-4147-A177-3AD203B41FA5}">
                      <a16:colId xmlns:a16="http://schemas.microsoft.com/office/drawing/2014/main" val="509672385"/>
                    </a:ext>
                  </a:extLst>
                </a:gridCol>
                <a:gridCol w="496348">
                  <a:extLst>
                    <a:ext uri="{9D8B030D-6E8A-4147-A177-3AD203B41FA5}">
                      <a16:colId xmlns:a16="http://schemas.microsoft.com/office/drawing/2014/main" val="1814718350"/>
                    </a:ext>
                  </a:extLst>
                </a:gridCol>
                <a:gridCol w="496348">
                  <a:extLst>
                    <a:ext uri="{9D8B030D-6E8A-4147-A177-3AD203B41FA5}">
                      <a16:colId xmlns:a16="http://schemas.microsoft.com/office/drawing/2014/main" val="2198050164"/>
                    </a:ext>
                  </a:extLst>
                </a:gridCol>
                <a:gridCol w="496348">
                  <a:extLst>
                    <a:ext uri="{9D8B030D-6E8A-4147-A177-3AD203B41FA5}">
                      <a16:colId xmlns:a16="http://schemas.microsoft.com/office/drawing/2014/main" val="1491350174"/>
                    </a:ext>
                  </a:extLst>
                </a:gridCol>
                <a:gridCol w="496348">
                  <a:extLst>
                    <a:ext uri="{9D8B030D-6E8A-4147-A177-3AD203B41FA5}">
                      <a16:colId xmlns:a16="http://schemas.microsoft.com/office/drawing/2014/main" val="1743020801"/>
                    </a:ext>
                  </a:extLst>
                </a:gridCol>
                <a:gridCol w="496348">
                  <a:extLst>
                    <a:ext uri="{9D8B030D-6E8A-4147-A177-3AD203B41FA5}">
                      <a16:colId xmlns:a16="http://schemas.microsoft.com/office/drawing/2014/main" val="3346659175"/>
                    </a:ext>
                  </a:extLst>
                </a:gridCol>
                <a:gridCol w="496348">
                  <a:extLst>
                    <a:ext uri="{9D8B030D-6E8A-4147-A177-3AD203B41FA5}">
                      <a16:colId xmlns:a16="http://schemas.microsoft.com/office/drawing/2014/main" val="3129717437"/>
                    </a:ext>
                  </a:extLst>
                </a:gridCol>
                <a:gridCol w="496348">
                  <a:extLst>
                    <a:ext uri="{9D8B030D-6E8A-4147-A177-3AD203B41FA5}">
                      <a16:colId xmlns:a16="http://schemas.microsoft.com/office/drawing/2014/main" val="1462892056"/>
                    </a:ext>
                  </a:extLst>
                </a:gridCol>
                <a:gridCol w="496348">
                  <a:extLst>
                    <a:ext uri="{9D8B030D-6E8A-4147-A177-3AD203B41FA5}">
                      <a16:colId xmlns:a16="http://schemas.microsoft.com/office/drawing/2014/main" val="2659884358"/>
                    </a:ext>
                  </a:extLst>
                </a:gridCol>
                <a:gridCol w="496348">
                  <a:extLst>
                    <a:ext uri="{9D8B030D-6E8A-4147-A177-3AD203B41FA5}">
                      <a16:colId xmlns:a16="http://schemas.microsoft.com/office/drawing/2014/main" val="2459419208"/>
                    </a:ext>
                  </a:extLst>
                </a:gridCol>
                <a:gridCol w="496348">
                  <a:extLst>
                    <a:ext uri="{9D8B030D-6E8A-4147-A177-3AD203B41FA5}">
                      <a16:colId xmlns:a16="http://schemas.microsoft.com/office/drawing/2014/main" val="220945606"/>
                    </a:ext>
                  </a:extLst>
                </a:gridCol>
                <a:gridCol w="496348">
                  <a:extLst>
                    <a:ext uri="{9D8B030D-6E8A-4147-A177-3AD203B41FA5}">
                      <a16:colId xmlns:a16="http://schemas.microsoft.com/office/drawing/2014/main" val="80701087"/>
                    </a:ext>
                  </a:extLst>
                </a:gridCol>
                <a:gridCol w="496348">
                  <a:extLst>
                    <a:ext uri="{9D8B030D-6E8A-4147-A177-3AD203B41FA5}">
                      <a16:colId xmlns:a16="http://schemas.microsoft.com/office/drawing/2014/main" val="1325995737"/>
                    </a:ext>
                  </a:extLst>
                </a:gridCol>
                <a:gridCol w="496348">
                  <a:extLst>
                    <a:ext uri="{9D8B030D-6E8A-4147-A177-3AD203B41FA5}">
                      <a16:colId xmlns:a16="http://schemas.microsoft.com/office/drawing/2014/main" val="1868061151"/>
                    </a:ext>
                  </a:extLst>
                </a:gridCol>
                <a:gridCol w="496348">
                  <a:extLst>
                    <a:ext uri="{9D8B030D-6E8A-4147-A177-3AD203B41FA5}">
                      <a16:colId xmlns:a16="http://schemas.microsoft.com/office/drawing/2014/main" val="2033660432"/>
                    </a:ext>
                  </a:extLst>
                </a:gridCol>
                <a:gridCol w="496348">
                  <a:extLst>
                    <a:ext uri="{9D8B030D-6E8A-4147-A177-3AD203B41FA5}">
                      <a16:colId xmlns:a16="http://schemas.microsoft.com/office/drawing/2014/main" val="3667263563"/>
                    </a:ext>
                  </a:extLst>
                </a:gridCol>
                <a:gridCol w="496348">
                  <a:extLst>
                    <a:ext uri="{9D8B030D-6E8A-4147-A177-3AD203B41FA5}">
                      <a16:colId xmlns:a16="http://schemas.microsoft.com/office/drawing/2014/main" val="3548160913"/>
                    </a:ext>
                  </a:extLst>
                </a:gridCol>
              </a:tblGrid>
              <a:tr h="255098">
                <a:tc>
                  <a:txBody>
                    <a:bodyPr/>
                    <a:lstStyle/>
                    <a:p>
                      <a:endParaRPr lang="en-GB" sz="10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gridSpan="5">
                  <a:txBody>
                    <a:bodyPr/>
                    <a:lstStyle/>
                    <a:p>
                      <a:pPr algn="ctr"/>
                      <a:r>
                        <a:rPr lang="en-GB" sz="800" dirty="0"/>
                        <a:t>2017</a:t>
                      </a:r>
                    </a:p>
                  </a:txBody>
                  <a:tcPr marL="84010" marR="84010" marT="42005" marB="42005">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gridSpan="12">
                  <a:txBody>
                    <a:bodyPr/>
                    <a:lstStyle/>
                    <a:p>
                      <a:pPr algn="ctr"/>
                      <a:r>
                        <a:rPr lang="en-GB" sz="800" dirty="0"/>
                        <a:t>2018</a:t>
                      </a:r>
                    </a:p>
                  </a:txBody>
                  <a:tcPr marL="84010" marR="84010" marT="42005" marB="42005">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a:txBody>
                    <a:bodyPr/>
                    <a:lstStyle/>
                    <a:p>
                      <a:pPr algn="ctr"/>
                      <a:endParaRPr lang="en-GB" sz="1000"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154462278"/>
                  </a:ext>
                </a:extLst>
              </a:tr>
              <a:tr h="255098">
                <a:tc>
                  <a:txBody>
                    <a:bodyPr/>
                    <a:lstStyle/>
                    <a:p>
                      <a:endParaRPr lang="en-GB" sz="10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GB" sz="800" dirty="0"/>
                        <a:t>Aug</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Sep</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Oct</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Nov</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Dec</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Jan</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Feb</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Mar</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Apr</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May</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Jun</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Jul</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Aug</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Sep</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Oct</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Nov</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pPr algn="ctr"/>
                      <a:r>
                        <a:rPr lang="en-GB" sz="800" dirty="0"/>
                        <a:t>Dec</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extLst>
                  <a:ext uri="{0D108BD9-81ED-4DB2-BD59-A6C34878D82A}">
                    <a16:rowId xmlns:a16="http://schemas.microsoft.com/office/drawing/2014/main" val="2353395770"/>
                  </a:ext>
                </a:extLst>
              </a:tr>
              <a:tr h="220766">
                <a:tc>
                  <a:txBody>
                    <a:bodyPr/>
                    <a:lstStyle/>
                    <a:p>
                      <a:r>
                        <a:rPr lang="en-GB" sz="800" b="1" dirty="0"/>
                        <a:t>INVESTORS*</a:t>
                      </a:r>
                      <a:endParaRPr lang="en-GB" sz="800" b="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674412279"/>
                  </a:ext>
                </a:extLst>
              </a:tr>
              <a:tr h="220766">
                <a:tc>
                  <a:txBody>
                    <a:bodyPr/>
                    <a:lstStyle/>
                    <a:p>
                      <a:r>
                        <a:rPr lang="en-GB" sz="800" dirty="0"/>
                        <a:t>White paper setting out issues</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444145896"/>
                  </a:ext>
                </a:extLst>
              </a:tr>
              <a:tr h="220766">
                <a:tc>
                  <a:txBody>
                    <a:bodyPr/>
                    <a:lstStyle/>
                    <a:p>
                      <a:r>
                        <a:rPr lang="en-GB" sz="800" dirty="0"/>
                        <a:t>Education sessions</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300612978"/>
                  </a:ext>
                </a:extLst>
              </a:tr>
              <a:tr h="220766">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3932210890"/>
                  </a:ext>
                </a:extLst>
              </a:tr>
              <a:tr h="220766">
                <a:tc>
                  <a:txBody>
                    <a:bodyPr/>
                    <a:lstStyle/>
                    <a:p>
                      <a:r>
                        <a:rPr lang="en-GB" sz="800" b="1" dirty="0"/>
                        <a:t>COMPANIES</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316891371"/>
                  </a:ext>
                </a:extLst>
              </a:tr>
              <a:tr h="220766">
                <a:tc>
                  <a:txBody>
                    <a:bodyPr/>
                    <a:lstStyle/>
                    <a:p>
                      <a:r>
                        <a:rPr lang="en-GB" sz="800" b="0" dirty="0"/>
                        <a:t>Pathfinder studies x 3</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4257332127"/>
                  </a:ext>
                </a:extLst>
              </a:tr>
              <a:tr h="220766">
                <a:tc>
                  <a:txBody>
                    <a:bodyPr/>
                    <a:lstStyle/>
                    <a:p>
                      <a:r>
                        <a:rPr lang="en-GB" sz="800" dirty="0"/>
                        <a:t>Internal control toolkit</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2103767731"/>
                  </a:ext>
                </a:extLst>
              </a:tr>
              <a:tr h="220766">
                <a:tc>
                  <a:txBody>
                    <a:bodyPr/>
                    <a:lstStyle/>
                    <a:p>
                      <a:r>
                        <a:rPr lang="en-GB" sz="800" dirty="0"/>
                        <a:t>Guidance on assurance engagements</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954527749"/>
                  </a:ext>
                </a:extLst>
              </a:tr>
              <a:tr h="220766">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12857505"/>
                  </a:ext>
                </a:extLst>
              </a:tr>
              <a:tr h="220766">
                <a:tc>
                  <a:txBody>
                    <a:bodyPr/>
                    <a:lstStyle/>
                    <a:p>
                      <a:r>
                        <a:rPr lang="en-GB" sz="800" b="1" dirty="0"/>
                        <a:t>ASSURANCE PROVIDERS</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055893104"/>
                  </a:ext>
                </a:extLst>
              </a:tr>
              <a:tr h="220766">
                <a:tc>
                  <a:txBody>
                    <a:bodyPr/>
                    <a:lstStyle/>
                    <a:p>
                      <a:r>
                        <a:rPr lang="en-GB" sz="800" dirty="0"/>
                        <a:t>IAASB EER Project </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B>
                      <a:noFill/>
                    </a:lnB>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B>
                      <a:noFill/>
                    </a:lnB>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B>
                      <a:noFill/>
                    </a:lnB>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B>
                      <a:noFill/>
                    </a:lnB>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B>
                      <a:noFill/>
                    </a:lnB>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extLst>
                  <a:ext uri="{0D108BD9-81ED-4DB2-BD59-A6C34878D82A}">
                    <a16:rowId xmlns:a16="http://schemas.microsoft.com/office/drawing/2014/main" val="3860481487"/>
                  </a:ext>
                </a:extLst>
              </a:tr>
              <a:tr h="220766">
                <a:tc>
                  <a:txBody>
                    <a:bodyPr/>
                    <a:lstStyle/>
                    <a:p>
                      <a:r>
                        <a:rPr lang="en-GB" sz="800" dirty="0"/>
                        <a:t>Network – National Assurance Standard Setters</a:t>
                      </a:r>
                    </a:p>
                  </a:txBody>
                  <a:tcPr marL="74076" marR="74076" marT="37038" marB="37038">
                    <a:lnL w="9525"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tcPr>
                </a:tc>
                <a:tc>
                  <a:txBody>
                    <a:bodyPr/>
                    <a:lstStyle/>
                    <a:p>
                      <a:endParaRPr lang="en-GB" sz="800" dirty="0"/>
                    </a:p>
                  </a:txBody>
                  <a:tcPr marL="74076" marR="74076" marT="37038" marB="37038">
                    <a:lnL w="12700"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solidFill>
                          <a:srgbClr val="FF0000"/>
                        </a:solidFill>
                      </a:endParaRPr>
                    </a:p>
                  </a:txBody>
                  <a:tcPr marL="74076" marR="74076" marT="37038" marB="37038">
                    <a:lnL w="9525"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12700" cap="flat" cmpd="sng" algn="ctr">
                      <a:solidFill>
                        <a:schemeClr val="bg1">
                          <a:lumMod val="7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062756821"/>
                  </a:ext>
                </a:extLst>
              </a:tr>
              <a:tr h="220766">
                <a:tc>
                  <a:txBody>
                    <a:bodyPr/>
                    <a:lstStyle/>
                    <a:p>
                      <a:pPr marL="228600" indent="-228600">
                        <a:buAutoNum type="alphaUcPeriod"/>
                      </a:pPr>
                      <a:r>
                        <a:rPr lang="en-GB" sz="800" dirty="0"/>
                        <a:t>Mapping</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a:noFill/>
                    </a:lnT>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51683582"/>
                  </a:ext>
                </a:extLst>
              </a:tr>
              <a:tr h="220766">
                <a:tc>
                  <a:txBody>
                    <a:bodyPr/>
                    <a:lstStyle/>
                    <a:p>
                      <a:r>
                        <a:rPr lang="en-GB" sz="800" dirty="0"/>
                        <a:t>B.    Knowledge Sharing</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B>
                      <a:noFill/>
                    </a:lnB>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3952464576"/>
                  </a:ext>
                </a:extLst>
              </a:tr>
              <a:tr h="220766">
                <a:tc>
                  <a:txBody>
                    <a:bodyPr/>
                    <a:lstStyle/>
                    <a:p>
                      <a:r>
                        <a:rPr lang="en-GB" sz="800" dirty="0"/>
                        <a:t>C.    Mainstreaming practice guidance</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99800168"/>
                  </a:ext>
                </a:extLst>
              </a:tr>
              <a:tr h="220766">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a:noFill/>
                    </a:lnT>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956381785"/>
                  </a:ext>
                </a:extLst>
              </a:tr>
              <a:tr h="220766">
                <a:tc>
                  <a:txBody>
                    <a:bodyPr/>
                    <a:lstStyle/>
                    <a:p>
                      <a:r>
                        <a:rPr lang="en-GB" sz="800" b="1" dirty="0"/>
                        <a:t>ASSURANCE WORKING GROUP MEETINGS</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1774992242"/>
                  </a:ext>
                </a:extLst>
              </a:tr>
              <a:tr h="220766">
                <a:tc>
                  <a:txBody>
                    <a:bodyPr/>
                    <a:lstStyle/>
                    <a:p>
                      <a:r>
                        <a:rPr lang="en-GB" sz="800" dirty="0"/>
                        <a:t>Face-to-Face</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pPr algn="ctr"/>
                      <a:r>
                        <a:rPr lang="en-GB" sz="800" dirty="0"/>
                        <a:t>CM</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pPr algn="ctr"/>
                      <a:r>
                        <a:rPr lang="en-GB" sz="800" dirty="0"/>
                        <a:t>LD</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pPr algn="ctr"/>
                      <a:r>
                        <a:rPr lang="en-GB" sz="800" dirty="0"/>
                        <a:t>CM</a:t>
                      </a:r>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387819618"/>
                  </a:ext>
                </a:extLst>
              </a:tr>
              <a:tr h="220766">
                <a:tc>
                  <a:txBody>
                    <a:bodyPr/>
                    <a:lstStyle/>
                    <a:p>
                      <a:r>
                        <a:rPr lang="en-GB" sz="800" dirty="0"/>
                        <a:t>Conference Call</a:t>
                      </a:r>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no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solidFill>
                      <a:srgbClr val="AEC4E4"/>
                    </a:solidFill>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tc>
                  <a:txBody>
                    <a:bodyPr/>
                    <a:lstStyle/>
                    <a:p>
                      <a:endParaRPr lang="en-GB" sz="800" dirty="0"/>
                    </a:p>
                  </a:txBody>
                  <a:tcPr marL="74076" marR="74076" marT="37038" marB="37038">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tcPr>
                </a:tc>
                <a:extLst>
                  <a:ext uri="{0D108BD9-81ED-4DB2-BD59-A6C34878D82A}">
                    <a16:rowId xmlns:a16="http://schemas.microsoft.com/office/drawing/2014/main" val="4195918373"/>
                  </a:ext>
                </a:extLst>
              </a:tr>
            </a:tbl>
          </a:graphicData>
        </a:graphic>
      </p:graphicFrame>
      <p:sp>
        <p:nvSpPr>
          <p:cNvPr id="7" name="TextBox 6">
            <a:extLst>
              <a:ext uri="{FF2B5EF4-FFF2-40B4-BE49-F238E27FC236}">
                <a16:creationId xmlns:a16="http://schemas.microsoft.com/office/drawing/2014/main" id="{46546897-1C92-454E-A558-B90920AF3D61}"/>
              </a:ext>
            </a:extLst>
          </p:cNvPr>
          <p:cNvSpPr txBox="1"/>
          <p:nvPr/>
        </p:nvSpPr>
        <p:spPr>
          <a:xfrm>
            <a:off x="7044612" y="6502142"/>
            <a:ext cx="4618495" cy="461665"/>
          </a:xfrm>
          <a:prstGeom prst="rect">
            <a:avLst/>
          </a:prstGeom>
          <a:noFill/>
        </p:spPr>
        <p:txBody>
          <a:bodyPr wrap="square" numCol="2" spcCol="720000" rtlCol="0">
            <a:spAutoFit/>
          </a:bodyPr>
          <a:lstStyle/>
          <a:p>
            <a:pPr marL="171450" indent="-171450">
              <a:buFont typeface="Arial" panose="020B0604020202020204" pitchFamily="34" charset="0"/>
              <a:buChar char="•"/>
            </a:pPr>
            <a:r>
              <a:rPr lang="en-GB" sz="800" dirty="0"/>
              <a:t>to be discussed and co-ordinated with Ceres</a:t>
            </a:r>
          </a:p>
          <a:p>
            <a:endParaRPr lang="en-GB" sz="800" dirty="0"/>
          </a:p>
          <a:p>
            <a:r>
              <a:rPr lang="en-GB" sz="800" dirty="0"/>
              <a:t>CM – Council Member</a:t>
            </a:r>
          </a:p>
          <a:p>
            <a:r>
              <a:rPr lang="en-GB" sz="800" dirty="0"/>
              <a:t>LD – Liaison Delegate</a:t>
            </a:r>
          </a:p>
        </p:txBody>
      </p:sp>
      <p:cxnSp>
        <p:nvCxnSpPr>
          <p:cNvPr id="6" name="Straight Arrow Connector 5">
            <a:extLst>
              <a:ext uri="{FF2B5EF4-FFF2-40B4-BE49-F238E27FC236}">
                <a16:creationId xmlns:a16="http://schemas.microsoft.com/office/drawing/2014/main" id="{5A822DEA-784E-4593-BD09-78C84C3C2217}"/>
              </a:ext>
            </a:extLst>
          </p:cNvPr>
          <p:cNvCxnSpPr/>
          <p:nvPr/>
        </p:nvCxnSpPr>
        <p:spPr>
          <a:xfrm flipV="1">
            <a:off x="6047510" y="4595752"/>
            <a:ext cx="0" cy="36813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8" name="Straight Arrow Connector 7">
            <a:extLst>
              <a:ext uri="{FF2B5EF4-FFF2-40B4-BE49-F238E27FC236}">
                <a16:creationId xmlns:a16="http://schemas.microsoft.com/office/drawing/2014/main" id="{0C1E53BB-74B0-4C6E-8D3B-516BF6FE73C4}"/>
              </a:ext>
            </a:extLst>
          </p:cNvPr>
          <p:cNvCxnSpPr/>
          <p:nvPr/>
        </p:nvCxnSpPr>
        <p:spPr>
          <a:xfrm flipV="1">
            <a:off x="5629894" y="4595752"/>
            <a:ext cx="0" cy="368135"/>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0721251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35CD31-D431-4F82-9A40-6C8ABE085EEA}"/>
              </a:ext>
            </a:extLst>
          </p:cNvPr>
          <p:cNvSpPr>
            <a:spLocks noGrp="1"/>
          </p:cNvSpPr>
          <p:nvPr>
            <p:ph type="body" idx="1"/>
          </p:nvPr>
        </p:nvSpPr>
        <p:spPr/>
        <p:txBody>
          <a:bodyPr/>
          <a:lstStyle/>
          <a:p>
            <a:pPr>
              <a:spcBef>
                <a:spcPts val="0"/>
              </a:spcBef>
            </a:pPr>
            <a:r>
              <a:rPr lang="en-GB" sz="2000" dirty="0"/>
              <a:t>Finalisation of funding proposal and collaboration arrangements with IAASB</a:t>
            </a:r>
          </a:p>
          <a:p>
            <a:pPr marL="0" indent="0">
              <a:spcBef>
                <a:spcPts val="0"/>
              </a:spcBef>
              <a:buNone/>
            </a:pPr>
            <a:endParaRPr lang="en-GB" sz="2000" dirty="0"/>
          </a:p>
          <a:p>
            <a:pPr>
              <a:spcBef>
                <a:spcPts val="0"/>
              </a:spcBef>
            </a:pPr>
            <a:r>
              <a:rPr lang="en-GB" sz="2000" dirty="0"/>
              <a:t>Complete some pathfinder study reports to share at the Council Meeting in Mexico</a:t>
            </a:r>
          </a:p>
          <a:p>
            <a:pPr>
              <a:spcBef>
                <a:spcPts val="0"/>
              </a:spcBef>
            </a:pPr>
            <a:endParaRPr lang="en-GB" sz="2000" dirty="0"/>
          </a:p>
          <a:p>
            <a:pPr>
              <a:spcBef>
                <a:spcPts val="0"/>
              </a:spcBef>
            </a:pPr>
            <a:r>
              <a:rPr lang="en-GB" sz="2000" dirty="0"/>
              <a:t>Draft of Internal Controls Toolkit for October/November</a:t>
            </a:r>
          </a:p>
          <a:p>
            <a:pPr>
              <a:spcBef>
                <a:spcPts val="0"/>
              </a:spcBef>
            </a:pPr>
            <a:endParaRPr lang="en-GB" sz="2000" dirty="0"/>
          </a:p>
          <a:p>
            <a:pPr>
              <a:spcBef>
                <a:spcPts val="0"/>
              </a:spcBef>
            </a:pPr>
            <a:r>
              <a:rPr lang="en-GB" sz="2000" dirty="0"/>
              <a:t>Assurance Working Group Closed Session – Council Meeting Mexico</a:t>
            </a:r>
            <a:br>
              <a:rPr lang="en-GB" sz="2000" dirty="0"/>
            </a:br>
            <a:r>
              <a:rPr lang="en-GB" sz="2000" dirty="0"/>
              <a:t>Wednesday 18 October 8.30am – 12.30pm.</a:t>
            </a:r>
          </a:p>
          <a:p>
            <a:pPr>
              <a:spcBef>
                <a:spcPts val="0"/>
              </a:spcBef>
            </a:pPr>
            <a:endParaRPr lang="en-GB" sz="2000" dirty="0"/>
          </a:p>
          <a:p>
            <a:pPr>
              <a:spcBef>
                <a:spcPts val="0"/>
              </a:spcBef>
            </a:pPr>
            <a:r>
              <a:rPr lang="en-GB" sz="2000" dirty="0"/>
              <a:t>Potential National Standard Setters Workshop in December</a:t>
            </a:r>
          </a:p>
          <a:p>
            <a:pPr>
              <a:spcBef>
                <a:spcPts val="0"/>
              </a:spcBef>
            </a:pPr>
            <a:endParaRPr lang="en-GB" sz="2000" dirty="0"/>
          </a:p>
        </p:txBody>
      </p:sp>
      <p:sp>
        <p:nvSpPr>
          <p:cNvPr id="3" name="Title 2">
            <a:extLst>
              <a:ext uri="{FF2B5EF4-FFF2-40B4-BE49-F238E27FC236}">
                <a16:creationId xmlns:a16="http://schemas.microsoft.com/office/drawing/2014/main" id="{E8EA4DD8-930F-4A79-B7DA-3811042C1F52}"/>
              </a:ext>
            </a:extLst>
          </p:cNvPr>
          <p:cNvSpPr>
            <a:spLocks noGrp="1"/>
          </p:cNvSpPr>
          <p:nvPr>
            <p:ph type="title"/>
          </p:nvPr>
        </p:nvSpPr>
        <p:spPr/>
        <p:txBody>
          <a:bodyPr/>
          <a:lstStyle/>
          <a:p>
            <a:r>
              <a:rPr lang="en-GB" dirty="0"/>
              <a:t>Next Steps	</a:t>
            </a:r>
          </a:p>
        </p:txBody>
      </p:sp>
    </p:spTree>
    <p:extLst>
      <p:ext uri="{BB962C8B-B14F-4D97-AF65-F5344CB8AC3E}">
        <p14:creationId xmlns:p14="http://schemas.microsoft.com/office/powerpoint/2010/main" val="100798488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6721-6F02-4B33-8AB9-7A004A4A3136}"/>
              </a:ext>
            </a:extLst>
          </p:cNvPr>
          <p:cNvSpPr>
            <a:spLocks noGrp="1"/>
          </p:cNvSpPr>
          <p:nvPr>
            <p:ph type="title"/>
          </p:nvPr>
        </p:nvSpPr>
        <p:spPr/>
        <p:txBody>
          <a:bodyPr/>
          <a:lstStyle/>
          <a:p>
            <a:r>
              <a:rPr lang="en-GB" dirty="0">
                <a:hlinkClick r:id="rId2"/>
              </a:rPr>
              <a:t>abela@wbcsd.org</a:t>
            </a:r>
            <a:br>
              <a:rPr lang="en-GB" dirty="0"/>
            </a:br>
            <a:br>
              <a:rPr lang="en-GB" dirty="0"/>
            </a:br>
            <a:r>
              <a:rPr lang="en-GB" dirty="0"/>
              <a:t>Our website: </a:t>
            </a:r>
            <a:r>
              <a:rPr lang="en-GB" dirty="0">
                <a:solidFill>
                  <a:srgbClr val="15A56F"/>
                </a:solidFill>
                <a:hlinkClick r:id="rId3"/>
              </a:rPr>
              <a:t>www.wbcsd.org</a:t>
            </a:r>
            <a:r>
              <a:rPr lang="en-GB" dirty="0">
                <a:solidFill>
                  <a:srgbClr val="15A56F"/>
                </a:solidFill>
              </a:rPr>
              <a:t> </a:t>
            </a:r>
          </a:p>
        </p:txBody>
      </p:sp>
    </p:spTree>
    <p:extLst>
      <p:ext uri="{BB962C8B-B14F-4D97-AF65-F5344CB8AC3E}">
        <p14:creationId xmlns:p14="http://schemas.microsoft.com/office/powerpoint/2010/main" val="4100712803"/>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ReportingExchangePalette">
      <a:dk1>
        <a:srgbClr val="2C4A4B"/>
      </a:dk1>
      <a:lt1>
        <a:srgbClr val="FFFFFF"/>
      </a:lt1>
      <a:dk2>
        <a:srgbClr val="00CCCC"/>
      </a:dk2>
      <a:lt2>
        <a:srgbClr val="DADBDB"/>
      </a:lt2>
      <a:accent1>
        <a:srgbClr val="AFE718"/>
      </a:accent1>
      <a:accent2>
        <a:srgbClr val="00CCCC"/>
      </a:accent2>
      <a:accent3>
        <a:srgbClr val="E10195"/>
      </a:accent3>
      <a:accent4>
        <a:srgbClr val="8AD4F8"/>
      </a:accent4>
      <a:accent5>
        <a:srgbClr val="F8951D"/>
      </a:accent5>
      <a:accent6>
        <a:srgbClr val="DADBDB"/>
      </a:accent6>
      <a:hlink>
        <a:srgbClr val="0000FF"/>
      </a:hlink>
      <a:folHlink>
        <a:srgbClr val="FF00FF"/>
      </a:folHlink>
    </a:clrScheme>
    <a:fontScheme name="Activ Grotesk">
      <a:majorFont>
        <a:latin typeface="Aktiv Grotesk Light"/>
        <a:ea typeface="Helvetica Light"/>
        <a:cs typeface="Helvetica Light"/>
      </a:majorFont>
      <a:minorFont>
        <a:latin typeface="Aktiv Grotesk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E5323B1CDB82458358B115677E1484" ma:contentTypeVersion="2" ma:contentTypeDescription="Create a new document." ma:contentTypeScope="" ma:versionID="42825ba30a8cacf4abf0207b672ac76c">
  <xsd:schema xmlns:xsd="http://www.w3.org/2001/XMLSchema" xmlns:xs="http://www.w3.org/2001/XMLSchema" xmlns:p="http://schemas.microsoft.com/office/2006/metadata/properties" xmlns:ns2="dbdc422b-27f4-46a3-b01c-17b681e64a7e" targetNamespace="http://schemas.microsoft.com/office/2006/metadata/properties" ma:root="true" ma:fieldsID="1f8e0d837a1e6c7b2815be5a553ffee4" ns2:_="">
    <xsd:import namespace="dbdc422b-27f4-46a3-b01c-17b681e64a7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dc422b-27f4-46a3-b01c-17b681e64a7e"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52E0FCE9-0D1F-4BB6-9EC7-B374ECF7F6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dc422b-27f4-46a3-b01c-17b681e64a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4C7268-F210-4060-B069-FE2F38AB4687}">
  <ds:schemaRefs>
    <ds:schemaRef ds:uri="http://schemas.microsoft.com/sharepoint/v3/contenttype/forms"/>
  </ds:schemaRefs>
</ds:datastoreItem>
</file>

<file path=customXml/itemProps3.xml><?xml version="1.0" encoding="utf-8"?>
<ds:datastoreItem xmlns:ds="http://schemas.openxmlformats.org/officeDocument/2006/customXml" ds:itemID="{BB3E4699-5F51-47A9-A07D-CB443CEBC747}">
  <ds:schemaRef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dbdc422b-27f4-46a3-b01c-17b681e64a7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59</TotalTime>
  <Words>1052</Words>
  <Application>Microsoft Office PowerPoint</Application>
  <PresentationFormat>Widescreen</PresentationFormat>
  <Paragraphs>218</Paragraphs>
  <Slides>24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1" baseType="lpstr">
      <vt:lpstr>Aktiv Grotesk Light</vt:lpstr>
      <vt:lpstr>Arial</vt:lpstr>
      <vt:lpstr>Calibri</vt:lpstr>
      <vt:lpstr>Helvetica Light</vt:lpstr>
      <vt:lpstr>Segoe UI</vt:lpstr>
      <vt:lpstr>White</vt:lpstr>
      <vt:lpstr>Acrobat Document</vt:lpstr>
      <vt:lpstr>Redefining Value </vt:lpstr>
      <vt:lpstr>About WBCSD and Redefining Value</vt:lpstr>
      <vt:lpstr>WBCSD</vt:lpstr>
      <vt:lpstr>PowerPoint Presentation</vt:lpstr>
      <vt:lpstr>Redefining Value</vt:lpstr>
      <vt:lpstr>Redefining Value Projects</vt:lpstr>
      <vt:lpstr>Conservation and Financial Markets Initiative (CFMI) </vt:lpstr>
      <vt:lpstr>CFMI Projects</vt:lpstr>
      <vt:lpstr>Assurance Project - Phases </vt:lpstr>
      <vt:lpstr>Assurance 1.0</vt:lpstr>
      <vt:lpstr>Assurance 1.0 Project</vt:lpstr>
      <vt:lpstr>Assurance Maturity Model</vt:lpstr>
      <vt:lpstr>Assurance 2.0</vt:lpstr>
      <vt:lpstr>Assurance 2.0</vt:lpstr>
      <vt:lpstr>Understanding the Eco-System</vt:lpstr>
      <vt:lpstr>Terms of Reference – Project Aims</vt:lpstr>
      <vt:lpstr>Assurance Working Group Members</vt:lpstr>
      <vt:lpstr>Assurance Work Streams</vt:lpstr>
      <vt:lpstr>Investor Needs</vt:lpstr>
      <vt:lpstr>Company Focused Guidance</vt:lpstr>
      <vt:lpstr>Standards and Guidance for Assurance Providers</vt:lpstr>
      <vt:lpstr>Project Plan</vt:lpstr>
      <vt:lpstr>Next Steps </vt:lpstr>
      <vt:lpstr>abela@wbcsd.org  Our website: www.wbcsd.org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RV Board_October_Presentation</dc:title>
  <dc:subject/>
  <dc:creator>Bartels, Wim</dc:creator>
  <cp:keywords/>
  <dc:description/>
  <cp:lastModifiedBy>Mario Abela</cp:lastModifiedBy>
  <cp:revision>71</cp:revision>
  <dcterms:modified xsi:type="dcterms:W3CDTF">2017-09-21T16:10:58Z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0x01010056E5323B1CDB82458358B115677E1484</vt:lpwstr>
  </property>
</Properties>
</file>