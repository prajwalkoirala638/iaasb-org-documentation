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 id="2147483672" r:id="rId2"/>
    <p:sldMasterId id="2147483696" r:id="rId3"/>
    <p:sldMasterId id="2147483708" r:id="rId4"/>
    <p:sldMasterId id="2147483844" r:id="rId5"/>
    <p:sldMasterId id="2147483856" r:id="rId6"/>
  </p:sldMasterIdLst>
  <p:notesMasterIdLst>
    <p:notesMasterId r:id="rId44"/>
  </p:notesMasterIdLst>
  <p:sldIdLst>
    <p:sldId id="419" r:id="rId7"/>
    <p:sldId id="505" r:id="rId8"/>
    <p:sldId id="503" r:id="rId9"/>
    <p:sldId id="504" r:id="rId10"/>
    <p:sldId id="502" r:id="rId11"/>
    <p:sldId id="545" r:id="rId12"/>
    <p:sldId id="514" r:id="rId13"/>
    <p:sldId id="509" r:id="rId14"/>
    <p:sldId id="517" r:id="rId15"/>
    <p:sldId id="516" r:id="rId16"/>
    <p:sldId id="519" r:id="rId17"/>
    <p:sldId id="522" r:id="rId18"/>
    <p:sldId id="524" r:id="rId19"/>
    <p:sldId id="521" r:id="rId20"/>
    <p:sldId id="544" r:id="rId21"/>
    <p:sldId id="507" r:id="rId22"/>
    <p:sldId id="526" r:id="rId23"/>
    <p:sldId id="529" r:id="rId24"/>
    <p:sldId id="525" r:id="rId25"/>
    <p:sldId id="532" r:id="rId26"/>
    <p:sldId id="523" r:id="rId27"/>
    <p:sldId id="531" r:id="rId28"/>
    <p:sldId id="533" r:id="rId29"/>
    <p:sldId id="520" r:id="rId30"/>
    <p:sldId id="534" r:id="rId31"/>
    <p:sldId id="506" r:id="rId32"/>
    <p:sldId id="536" r:id="rId33"/>
    <p:sldId id="510" r:id="rId34"/>
    <p:sldId id="511" r:id="rId35"/>
    <p:sldId id="541" r:id="rId36"/>
    <p:sldId id="543" r:id="rId37"/>
    <p:sldId id="542" r:id="rId38"/>
    <p:sldId id="537" r:id="rId39"/>
    <p:sldId id="540" r:id="rId40"/>
    <p:sldId id="538" r:id="rId41"/>
    <p:sldId id="539" r:id="rId42"/>
    <p:sldId id="394" r:id="rId43"/>
  </p:sldIdLst>
  <p:sldSz cx="12192000" cy="6858000"/>
  <p:notesSz cx="6950075"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egan Zietsman" initials="MZ" lastIdx="62" clrIdx="0">
    <p:extLst>
      <p:ext uri="{19B8F6BF-5375-455C-9EA6-DF929625EA0E}">
        <p15:presenceInfo xmlns:p15="http://schemas.microsoft.com/office/powerpoint/2012/main" userId="Megan Zietsman" providerId="None"/>
      </p:ext>
    </p:extLst>
  </p:cmAuthor>
  <p:cmAuthor id="2" name="Dan Montgomery" initials="DM" lastIdx="2" clrIdx="1">
    <p:extLst>
      <p:ext uri="{19B8F6BF-5375-455C-9EA6-DF929625EA0E}">
        <p15:presenceInfo xmlns:p15="http://schemas.microsoft.com/office/powerpoint/2012/main" userId="8ba5e3d143c5e0b2" providerId="Windows Live"/>
      </p:ext>
    </p:extLst>
  </p:cmAuthor>
  <p:cmAuthor id="3" name="Natalie Klonaridis" initials="NK" lastIdx="14" clrIdx="2">
    <p:extLst>
      <p:ext uri="{19B8F6BF-5375-455C-9EA6-DF929625EA0E}">
        <p15:presenceInfo xmlns:p15="http://schemas.microsoft.com/office/powerpoint/2012/main" userId="S-1-5-21-1801674531-1972579041-839522115-13323" providerId="AD"/>
      </p:ext>
    </p:extLst>
  </p:cmAuthor>
  <p:cmAuthor id="4" name="James Grosvenor" initials="JG" lastIdx="2" clrIdx="3">
    <p:extLst>
      <p:ext uri="{19B8F6BF-5375-455C-9EA6-DF929625EA0E}">
        <p15:presenceInfo xmlns:p15="http://schemas.microsoft.com/office/powerpoint/2012/main" userId="S-1-5-21-1801674531-1972579041-839522115-17641" providerId="AD"/>
      </p:ext>
    </p:extLst>
  </p:cmAuthor>
  <p:cmAuthor id="5" name="BJ" initials="BJ" lastIdx="4" clrIdx="4">
    <p:extLst>
      <p:ext uri="{19B8F6BF-5375-455C-9EA6-DF929625EA0E}">
        <p15:presenceInfo xmlns:p15="http://schemas.microsoft.com/office/powerpoint/2012/main" userId="BJ" providerId="None"/>
      </p:ext>
    </p:extLst>
  </p:cmAuthor>
  <p:cmAuthor id="6" name="Natalie Klonaridis" initials="NK [2]" lastIdx="6" clrIdx="5">
    <p:extLst>
      <p:ext uri="{19B8F6BF-5375-455C-9EA6-DF929625EA0E}">
        <p15:presenceInfo xmlns:p15="http://schemas.microsoft.com/office/powerpoint/2012/main" userId="S::NatalieKlonaridis@iaasb.org::f4aa4316-d059-440e-b12a-ca731c4153c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876" autoAdjust="0"/>
    <p:restoredTop sz="66984" autoAdjust="0"/>
  </p:normalViewPr>
  <p:slideViewPr>
    <p:cSldViewPr snapToGrid="0">
      <p:cViewPr varScale="1">
        <p:scale>
          <a:sx n="53" d="100"/>
          <a:sy n="53" d="100"/>
        </p:scale>
        <p:origin x="184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viewProps" Target="viewProps.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commentAuthors" Target="commentAuthor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theme" Target="theme/theme1.xml"/><Relationship Id="rId8" Type="http://schemas.openxmlformats.org/officeDocument/2006/relationships/slide" Target="slides/slide2.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presProps" Target="presProps.xml"/><Relationship Id="rId20" Type="http://schemas.openxmlformats.org/officeDocument/2006/relationships/slide" Target="slides/slide14.xml"/><Relationship Id="rId41" Type="http://schemas.openxmlformats.org/officeDocument/2006/relationships/slide" Target="slides/slide35.xml"/><Relationship Id="rId1" Type="http://schemas.openxmlformats.org/officeDocument/2006/relationships/slideMaster" Target="slideMasters/slideMaster1.xml"/><Relationship Id="rId6" Type="http://schemas.openxmlformats.org/officeDocument/2006/relationships/slideMaster" Target="slideMasters/slideMaster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3408"/>
          </a:xfrm>
          <a:prstGeom prst="rect">
            <a:avLst/>
          </a:prstGeom>
        </p:spPr>
        <p:txBody>
          <a:bodyPr vert="horz" lIns="92492" tIns="46246" rIns="92492" bIns="46246" rtlCol="0"/>
          <a:lstStyle>
            <a:lvl1pPr algn="l">
              <a:defRPr sz="1200"/>
            </a:lvl1pPr>
          </a:lstStyle>
          <a:p>
            <a:endParaRPr lang="en-US" dirty="0"/>
          </a:p>
        </p:txBody>
      </p:sp>
      <p:sp>
        <p:nvSpPr>
          <p:cNvPr id="3" name="Date Placeholder 2"/>
          <p:cNvSpPr>
            <a:spLocks noGrp="1"/>
          </p:cNvSpPr>
          <p:nvPr>
            <p:ph type="dt" idx="1"/>
          </p:nvPr>
        </p:nvSpPr>
        <p:spPr>
          <a:xfrm>
            <a:off x="3936768" y="0"/>
            <a:ext cx="3011699" cy="463408"/>
          </a:xfrm>
          <a:prstGeom prst="rect">
            <a:avLst/>
          </a:prstGeom>
        </p:spPr>
        <p:txBody>
          <a:bodyPr vert="horz" lIns="92492" tIns="46246" rIns="92492" bIns="46246" rtlCol="0"/>
          <a:lstStyle>
            <a:lvl1pPr algn="r">
              <a:defRPr sz="1200"/>
            </a:lvl1pPr>
          </a:lstStyle>
          <a:p>
            <a:fld id="{8217F18B-FBA3-4F6B-97D9-EA188CD16FE5}" type="datetimeFigureOut">
              <a:rPr lang="en-US" smtClean="0"/>
              <a:t>12/16/2019</a:t>
            </a:fld>
            <a:endParaRPr lang="en-US" dirty="0"/>
          </a:p>
        </p:txBody>
      </p:sp>
      <p:sp>
        <p:nvSpPr>
          <p:cNvPr id="4" name="Slide Image Placeholder 3"/>
          <p:cNvSpPr>
            <a:spLocks noGrp="1" noRot="1" noChangeAspect="1"/>
          </p:cNvSpPr>
          <p:nvPr>
            <p:ph type="sldImg" idx="2"/>
          </p:nvPr>
        </p:nvSpPr>
        <p:spPr>
          <a:xfrm>
            <a:off x="703263" y="1154113"/>
            <a:ext cx="5543550" cy="3117850"/>
          </a:xfrm>
          <a:prstGeom prst="rect">
            <a:avLst/>
          </a:prstGeom>
          <a:noFill/>
          <a:ln w="12700">
            <a:solidFill>
              <a:prstClr val="black"/>
            </a:solidFill>
          </a:ln>
        </p:spPr>
        <p:txBody>
          <a:bodyPr vert="horz" lIns="92492" tIns="46246" rIns="92492" bIns="46246" rtlCol="0" anchor="ctr"/>
          <a:lstStyle/>
          <a:p>
            <a:endParaRPr lang="en-US" dirty="0"/>
          </a:p>
        </p:txBody>
      </p:sp>
      <p:sp>
        <p:nvSpPr>
          <p:cNvPr id="5" name="Notes Placeholder 4"/>
          <p:cNvSpPr>
            <a:spLocks noGrp="1"/>
          </p:cNvSpPr>
          <p:nvPr>
            <p:ph type="body" sz="quarter" idx="3"/>
          </p:nvPr>
        </p:nvSpPr>
        <p:spPr>
          <a:xfrm>
            <a:off x="695008" y="4444861"/>
            <a:ext cx="5560060" cy="3636705"/>
          </a:xfrm>
          <a:prstGeom prst="rect">
            <a:avLst/>
          </a:prstGeom>
        </p:spPr>
        <p:txBody>
          <a:bodyPr vert="horz" lIns="92492" tIns="46246" rIns="92492" bIns="4624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9"/>
            <a:ext cx="3011699" cy="463407"/>
          </a:xfrm>
          <a:prstGeom prst="rect">
            <a:avLst/>
          </a:prstGeom>
        </p:spPr>
        <p:txBody>
          <a:bodyPr vert="horz" lIns="92492" tIns="46246" rIns="92492" bIns="46246"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36768" y="8772669"/>
            <a:ext cx="3011699" cy="463407"/>
          </a:xfrm>
          <a:prstGeom prst="rect">
            <a:avLst/>
          </a:prstGeom>
        </p:spPr>
        <p:txBody>
          <a:bodyPr vert="horz" lIns="92492" tIns="46246" rIns="92492" bIns="46246" rtlCol="0" anchor="b"/>
          <a:lstStyle>
            <a:lvl1pPr algn="r">
              <a:defRPr sz="1200"/>
            </a:lvl1pPr>
          </a:lstStyle>
          <a:p>
            <a:fld id="{BAD342E5-AFF1-4E5D-BEDB-B5261E7DADB0}" type="slidenum">
              <a:rPr lang="en-US" smtClean="0"/>
              <a:t>‹#›</a:t>
            </a:fld>
            <a:endParaRPr lang="en-US" dirty="0"/>
          </a:p>
        </p:txBody>
      </p:sp>
    </p:spTree>
    <p:extLst>
      <p:ext uri="{BB962C8B-B14F-4D97-AF65-F5344CB8AC3E}">
        <p14:creationId xmlns:p14="http://schemas.microsoft.com/office/powerpoint/2010/main" val="37544790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AD342E5-AFF1-4E5D-BEDB-B5261E7DADB0}" type="slidenum">
              <a:rPr lang="en-US" smtClean="0"/>
              <a:t>1</a:t>
            </a:fld>
            <a:endParaRPr lang="en-US" dirty="0"/>
          </a:p>
        </p:txBody>
      </p:sp>
    </p:spTree>
    <p:extLst>
      <p:ext uri="{BB962C8B-B14F-4D97-AF65-F5344CB8AC3E}">
        <p14:creationId xmlns:p14="http://schemas.microsoft.com/office/powerpoint/2010/main" val="25308282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D342E5-AFF1-4E5D-BEDB-B5261E7DADB0}" type="slidenum">
              <a:rPr lang="en-US" smtClean="0"/>
              <a:t>2</a:t>
            </a:fld>
            <a:endParaRPr lang="en-US" dirty="0"/>
          </a:p>
        </p:txBody>
      </p:sp>
    </p:spTree>
    <p:extLst>
      <p:ext uri="{BB962C8B-B14F-4D97-AF65-F5344CB8AC3E}">
        <p14:creationId xmlns:p14="http://schemas.microsoft.com/office/powerpoint/2010/main" val="40385146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D342E5-AFF1-4E5D-BEDB-B5261E7DADB0}" type="slidenum">
              <a:rPr lang="en-US" smtClean="0"/>
              <a:t>3</a:t>
            </a:fld>
            <a:endParaRPr lang="en-US" dirty="0"/>
          </a:p>
        </p:txBody>
      </p:sp>
    </p:spTree>
    <p:extLst>
      <p:ext uri="{BB962C8B-B14F-4D97-AF65-F5344CB8AC3E}">
        <p14:creationId xmlns:p14="http://schemas.microsoft.com/office/powerpoint/2010/main" val="17579299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AD342E5-AFF1-4E5D-BEDB-B5261E7DADB0}" type="slidenum">
              <a:rPr lang="en-US" smtClean="0"/>
              <a:t>4</a:t>
            </a:fld>
            <a:endParaRPr lang="en-US" dirty="0"/>
          </a:p>
        </p:txBody>
      </p:sp>
    </p:spTree>
    <p:extLst>
      <p:ext uri="{BB962C8B-B14F-4D97-AF65-F5344CB8AC3E}">
        <p14:creationId xmlns:p14="http://schemas.microsoft.com/office/powerpoint/2010/main" val="30933221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AD342E5-AFF1-4E5D-BEDB-B5261E7DADB0}" type="slidenum">
              <a:rPr lang="en-US" smtClean="0"/>
              <a:t>5</a:t>
            </a:fld>
            <a:endParaRPr lang="en-US" dirty="0"/>
          </a:p>
        </p:txBody>
      </p:sp>
    </p:spTree>
    <p:extLst>
      <p:ext uri="{BB962C8B-B14F-4D97-AF65-F5344CB8AC3E}">
        <p14:creationId xmlns:p14="http://schemas.microsoft.com/office/powerpoint/2010/main" val="38951648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spcBef>
                <a:spcPts val="300"/>
              </a:spcBef>
              <a:spcAft>
                <a:spcPts val="300"/>
              </a:spcAft>
              <a:buFont typeface="Arial" panose="020B0604020202020204" pitchFamily="34" charset="0"/>
              <a:buNone/>
            </a:pPr>
            <a:endParaRPr lang="en-US" dirty="0">
              <a:solidFill>
                <a:prstClr val="black">
                  <a:lumMod val="65000"/>
                  <a:lumOff val="35000"/>
                </a:prstClr>
              </a:solidFill>
            </a:endParaRPr>
          </a:p>
          <a:p>
            <a:endParaRPr lang="en-US" dirty="0"/>
          </a:p>
        </p:txBody>
      </p:sp>
      <p:sp>
        <p:nvSpPr>
          <p:cNvPr id="4" name="Slide Number Placeholder 3"/>
          <p:cNvSpPr>
            <a:spLocks noGrp="1"/>
          </p:cNvSpPr>
          <p:nvPr>
            <p:ph type="sldNum" sz="quarter" idx="5"/>
          </p:nvPr>
        </p:nvSpPr>
        <p:spPr/>
        <p:txBody>
          <a:bodyPr/>
          <a:lstStyle/>
          <a:p>
            <a:fld id="{BAD342E5-AFF1-4E5D-BEDB-B5261E7DADB0}" type="slidenum">
              <a:rPr lang="en-US" smtClean="0"/>
              <a:t>6</a:t>
            </a:fld>
            <a:endParaRPr lang="en-US" dirty="0"/>
          </a:p>
        </p:txBody>
      </p:sp>
    </p:spTree>
    <p:extLst>
      <p:ext uri="{BB962C8B-B14F-4D97-AF65-F5344CB8AC3E}">
        <p14:creationId xmlns:p14="http://schemas.microsoft.com/office/powerpoint/2010/main" val="35214024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AD342E5-AFF1-4E5D-BEDB-B5261E7DADB0}" type="slidenum">
              <a:rPr lang="en-US" smtClean="0"/>
              <a:t>7</a:t>
            </a:fld>
            <a:endParaRPr lang="en-US" dirty="0"/>
          </a:p>
        </p:txBody>
      </p:sp>
    </p:spTree>
    <p:extLst>
      <p:ext uri="{BB962C8B-B14F-4D97-AF65-F5344CB8AC3E}">
        <p14:creationId xmlns:p14="http://schemas.microsoft.com/office/powerpoint/2010/main" val="1787432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AD342E5-AFF1-4E5D-BEDB-B5261E7DADB0}" type="slidenum">
              <a:rPr lang="en-US" smtClean="0"/>
              <a:t>8</a:t>
            </a:fld>
            <a:endParaRPr lang="en-US" dirty="0"/>
          </a:p>
        </p:txBody>
      </p:sp>
    </p:spTree>
    <p:extLst>
      <p:ext uri="{BB962C8B-B14F-4D97-AF65-F5344CB8AC3E}">
        <p14:creationId xmlns:p14="http://schemas.microsoft.com/office/powerpoint/2010/main" val="12256038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AD342E5-AFF1-4E5D-BEDB-B5261E7DADB0}" type="slidenum">
              <a:rPr lang="en-US" smtClean="0"/>
              <a:t>9</a:t>
            </a:fld>
            <a:endParaRPr lang="en-US" dirty="0"/>
          </a:p>
        </p:txBody>
      </p:sp>
    </p:spTree>
    <p:extLst>
      <p:ext uri="{BB962C8B-B14F-4D97-AF65-F5344CB8AC3E}">
        <p14:creationId xmlns:p14="http://schemas.microsoft.com/office/powerpoint/2010/main" val="13273143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AD342E5-AFF1-4E5D-BEDB-B5261E7DADB0}" type="slidenum">
              <a:rPr lang="en-US" smtClean="0"/>
              <a:t>10</a:t>
            </a:fld>
            <a:endParaRPr lang="en-US" dirty="0"/>
          </a:p>
        </p:txBody>
      </p:sp>
    </p:spTree>
    <p:extLst>
      <p:ext uri="{BB962C8B-B14F-4D97-AF65-F5344CB8AC3E}">
        <p14:creationId xmlns:p14="http://schemas.microsoft.com/office/powerpoint/2010/main" val="33411448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AD342E5-AFF1-4E5D-BEDB-B5261E7DADB0}" type="slidenum">
              <a:rPr lang="en-US" smtClean="0"/>
              <a:t>11</a:t>
            </a:fld>
            <a:endParaRPr lang="en-US" dirty="0"/>
          </a:p>
        </p:txBody>
      </p:sp>
    </p:spTree>
    <p:extLst>
      <p:ext uri="{BB962C8B-B14F-4D97-AF65-F5344CB8AC3E}">
        <p14:creationId xmlns:p14="http://schemas.microsoft.com/office/powerpoint/2010/main" val="15108895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BAD342E5-AFF1-4E5D-BEDB-B5261E7DADB0}" type="slidenum">
              <a:rPr lang="en-US" smtClean="0"/>
              <a:t>12</a:t>
            </a:fld>
            <a:endParaRPr lang="en-US" dirty="0"/>
          </a:p>
        </p:txBody>
      </p:sp>
    </p:spTree>
    <p:extLst>
      <p:ext uri="{BB962C8B-B14F-4D97-AF65-F5344CB8AC3E}">
        <p14:creationId xmlns:p14="http://schemas.microsoft.com/office/powerpoint/2010/main" val="17997690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D342E5-AFF1-4E5D-BEDB-B5261E7DADB0}" type="slidenum">
              <a:rPr lang="en-US" smtClean="0"/>
              <a:t>13</a:t>
            </a:fld>
            <a:endParaRPr lang="en-US" dirty="0"/>
          </a:p>
        </p:txBody>
      </p:sp>
    </p:spTree>
    <p:extLst>
      <p:ext uri="{BB962C8B-B14F-4D97-AF65-F5344CB8AC3E}">
        <p14:creationId xmlns:p14="http://schemas.microsoft.com/office/powerpoint/2010/main" val="2211523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AD342E5-AFF1-4E5D-BEDB-B5261E7DADB0}" type="slidenum">
              <a:rPr lang="en-US" smtClean="0"/>
              <a:t>14</a:t>
            </a:fld>
            <a:endParaRPr lang="en-US" dirty="0"/>
          </a:p>
        </p:txBody>
      </p:sp>
    </p:spTree>
    <p:extLst>
      <p:ext uri="{BB962C8B-B14F-4D97-AF65-F5344CB8AC3E}">
        <p14:creationId xmlns:p14="http://schemas.microsoft.com/office/powerpoint/2010/main" val="41618461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BAD342E5-AFF1-4E5D-BEDB-B5261E7DADB0}" type="slidenum">
              <a:rPr lang="en-US" smtClean="0"/>
              <a:t>15</a:t>
            </a:fld>
            <a:endParaRPr lang="en-US" dirty="0"/>
          </a:p>
        </p:txBody>
      </p:sp>
    </p:spTree>
    <p:extLst>
      <p:ext uri="{BB962C8B-B14F-4D97-AF65-F5344CB8AC3E}">
        <p14:creationId xmlns:p14="http://schemas.microsoft.com/office/powerpoint/2010/main" val="25194248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D342E5-AFF1-4E5D-BEDB-B5261E7DADB0}" type="slidenum">
              <a:rPr lang="en-US" smtClean="0"/>
              <a:t>16</a:t>
            </a:fld>
            <a:endParaRPr lang="en-US" dirty="0"/>
          </a:p>
        </p:txBody>
      </p:sp>
    </p:spTree>
    <p:extLst>
      <p:ext uri="{BB962C8B-B14F-4D97-AF65-F5344CB8AC3E}">
        <p14:creationId xmlns:p14="http://schemas.microsoft.com/office/powerpoint/2010/main" val="15361801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94944" lvl="2" indent="0">
              <a:lnSpc>
                <a:spcPts val="2100"/>
              </a:lnSpc>
              <a:spcBef>
                <a:spcPts val="300"/>
              </a:spcBef>
              <a:spcAft>
                <a:spcPts val="300"/>
              </a:spcAft>
              <a:buNone/>
            </a:pPr>
            <a:endParaRPr lang="en-US" dirty="0">
              <a:solidFill>
                <a:prstClr val="black">
                  <a:lumMod val="65000"/>
                  <a:lumOff val="35000"/>
                </a:prstClr>
              </a:solidFill>
            </a:endParaRPr>
          </a:p>
          <a:p>
            <a:endParaRPr lang="en-US" dirty="0"/>
          </a:p>
        </p:txBody>
      </p:sp>
      <p:sp>
        <p:nvSpPr>
          <p:cNvPr id="4" name="Slide Number Placeholder 3"/>
          <p:cNvSpPr>
            <a:spLocks noGrp="1"/>
          </p:cNvSpPr>
          <p:nvPr>
            <p:ph type="sldNum" sz="quarter" idx="5"/>
          </p:nvPr>
        </p:nvSpPr>
        <p:spPr/>
        <p:txBody>
          <a:bodyPr/>
          <a:lstStyle/>
          <a:p>
            <a:fld id="{BAD342E5-AFF1-4E5D-BEDB-B5261E7DADB0}" type="slidenum">
              <a:rPr lang="en-US" smtClean="0"/>
              <a:t>17</a:t>
            </a:fld>
            <a:endParaRPr lang="en-US" dirty="0"/>
          </a:p>
        </p:txBody>
      </p:sp>
    </p:spTree>
    <p:extLst>
      <p:ext uri="{BB962C8B-B14F-4D97-AF65-F5344CB8AC3E}">
        <p14:creationId xmlns:p14="http://schemas.microsoft.com/office/powerpoint/2010/main" val="6516298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D342E5-AFF1-4E5D-BEDB-B5261E7DADB0}" type="slidenum">
              <a:rPr lang="en-US" smtClean="0"/>
              <a:t>18</a:t>
            </a:fld>
            <a:endParaRPr lang="en-US" dirty="0"/>
          </a:p>
        </p:txBody>
      </p:sp>
    </p:spTree>
    <p:extLst>
      <p:ext uri="{BB962C8B-B14F-4D97-AF65-F5344CB8AC3E}">
        <p14:creationId xmlns:p14="http://schemas.microsoft.com/office/powerpoint/2010/main" val="8181852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AD342E5-AFF1-4E5D-BEDB-B5261E7DADB0}" type="slidenum">
              <a:rPr lang="en-US" smtClean="0"/>
              <a:t>19</a:t>
            </a:fld>
            <a:endParaRPr lang="en-US" dirty="0"/>
          </a:p>
        </p:txBody>
      </p:sp>
    </p:spTree>
    <p:extLst>
      <p:ext uri="{BB962C8B-B14F-4D97-AF65-F5344CB8AC3E}">
        <p14:creationId xmlns:p14="http://schemas.microsoft.com/office/powerpoint/2010/main" val="23552915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a:p>
            <a:pPr marL="228600" indent="-228600">
              <a:buFont typeface="Arial" panose="020B0604020202020204" pitchFamily="34" charset="0"/>
              <a:buAutoNum type="arabicPeriod"/>
            </a:pPr>
            <a:endParaRPr lang="en-US" dirty="0"/>
          </a:p>
        </p:txBody>
      </p:sp>
      <p:sp>
        <p:nvSpPr>
          <p:cNvPr id="4" name="Slide Number Placeholder 3"/>
          <p:cNvSpPr>
            <a:spLocks noGrp="1"/>
          </p:cNvSpPr>
          <p:nvPr>
            <p:ph type="sldNum" sz="quarter" idx="5"/>
          </p:nvPr>
        </p:nvSpPr>
        <p:spPr/>
        <p:txBody>
          <a:bodyPr/>
          <a:lstStyle/>
          <a:p>
            <a:fld id="{BAD342E5-AFF1-4E5D-BEDB-B5261E7DADB0}" type="slidenum">
              <a:rPr lang="en-US" smtClean="0"/>
              <a:t>20</a:t>
            </a:fld>
            <a:endParaRPr lang="en-US" dirty="0"/>
          </a:p>
        </p:txBody>
      </p:sp>
    </p:spTree>
    <p:extLst>
      <p:ext uri="{BB962C8B-B14F-4D97-AF65-F5344CB8AC3E}">
        <p14:creationId xmlns:p14="http://schemas.microsoft.com/office/powerpoint/2010/main" val="16322111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BAD342E5-AFF1-4E5D-BEDB-B5261E7DADB0}" type="slidenum">
              <a:rPr lang="en-US" smtClean="0"/>
              <a:t>21</a:t>
            </a:fld>
            <a:endParaRPr lang="en-US" dirty="0"/>
          </a:p>
        </p:txBody>
      </p:sp>
    </p:spTree>
    <p:extLst>
      <p:ext uri="{BB962C8B-B14F-4D97-AF65-F5344CB8AC3E}">
        <p14:creationId xmlns:p14="http://schemas.microsoft.com/office/powerpoint/2010/main" val="36106964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D342E5-AFF1-4E5D-BEDB-B5261E7DADB0}" type="slidenum">
              <a:rPr lang="en-US" smtClean="0"/>
              <a:t>22</a:t>
            </a:fld>
            <a:endParaRPr lang="en-US" dirty="0"/>
          </a:p>
        </p:txBody>
      </p:sp>
    </p:spTree>
    <p:extLst>
      <p:ext uri="{BB962C8B-B14F-4D97-AF65-F5344CB8AC3E}">
        <p14:creationId xmlns:p14="http://schemas.microsoft.com/office/powerpoint/2010/main" val="636288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BAD342E5-AFF1-4E5D-BEDB-B5261E7DADB0}" type="slidenum">
              <a:rPr lang="en-US" smtClean="0"/>
              <a:t>23</a:t>
            </a:fld>
            <a:endParaRPr lang="en-US" dirty="0"/>
          </a:p>
        </p:txBody>
      </p:sp>
    </p:spTree>
    <p:extLst>
      <p:ext uri="{BB962C8B-B14F-4D97-AF65-F5344CB8AC3E}">
        <p14:creationId xmlns:p14="http://schemas.microsoft.com/office/powerpoint/2010/main" val="40623760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AD342E5-AFF1-4E5D-BEDB-B5261E7DADB0}" type="slidenum">
              <a:rPr lang="en-US" smtClean="0"/>
              <a:t>24</a:t>
            </a:fld>
            <a:endParaRPr lang="en-US" dirty="0"/>
          </a:p>
        </p:txBody>
      </p:sp>
    </p:spTree>
    <p:extLst>
      <p:ext uri="{BB962C8B-B14F-4D97-AF65-F5344CB8AC3E}">
        <p14:creationId xmlns:p14="http://schemas.microsoft.com/office/powerpoint/2010/main" val="20012142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D342E5-AFF1-4E5D-BEDB-B5261E7DADB0}" type="slidenum">
              <a:rPr lang="en-US" smtClean="0"/>
              <a:t>25</a:t>
            </a:fld>
            <a:endParaRPr lang="en-US" dirty="0"/>
          </a:p>
        </p:txBody>
      </p:sp>
    </p:spTree>
    <p:extLst>
      <p:ext uri="{BB962C8B-B14F-4D97-AF65-F5344CB8AC3E}">
        <p14:creationId xmlns:p14="http://schemas.microsoft.com/office/powerpoint/2010/main" val="3528378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D342E5-AFF1-4E5D-BEDB-B5261E7DADB0}" type="slidenum">
              <a:rPr lang="en-US" smtClean="0"/>
              <a:t>26</a:t>
            </a:fld>
            <a:endParaRPr lang="en-US" dirty="0"/>
          </a:p>
        </p:txBody>
      </p:sp>
    </p:spTree>
    <p:extLst>
      <p:ext uri="{BB962C8B-B14F-4D97-AF65-F5344CB8AC3E}">
        <p14:creationId xmlns:p14="http://schemas.microsoft.com/office/powerpoint/2010/main" val="41389556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D342E5-AFF1-4E5D-BEDB-B5261E7DADB0}" type="slidenum">
              <a:rPr lang="en-US" smtClean="0"/>
              <a:t>27</a:t>
            </a:fld>
            <a:endParaRPr lang="en-US" dirty="0"/>
          </a:p>
        </p:txBody>
      </p:sp>
    </p:spTree>
    <p:extLst>
      <p:ext uri="{BB962C8B-B14F-4D97-AF65-F5344CB8AC3E}">
        <p14:creationId xmlns:p14="http://schemas.microsoft.com/office/powerpoint/2010/main" val="35816991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D342E5-AFF1-4E5D-BEDB-B5261E7DADB0}" type="slidenum">
              <a:rPr lang="en-US" smtClean="0"/>
              <a:t>28</a:t>
            </a:fld>
            <a:endParaRPr lang="en-US" dirty="0"/>
          </a:p>
        </p:txBody>
      </p:sp>
    </p:spTree>
    <p:extLst>
      <p:ext uri="{BB962C8B-B14F-4D97-AF65-F5344CB8AC3E}">
        <p14:creationId xmlns:p14="http://schemas.microsoft.com/office/powerpoint/2010/main" val="228739771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BAD342E5-AFF1-4E5D-BEDB-B5261E7DADB0}" type="slidenum">
              <a:rPr lang="en-US" smtClean="0"/>
              <a:t>29</a:t>
            </a:fld>
            <a:endParaRPr lang="en-US" dirty="0"/>
          </a:p>
        </p:txBody>
      </p:sp>
    </p:spTree>
    <p:extLst>
      <p:ext uri="{BB962C8B-B14F-4D97-AF65-F5344CB8AC3E}">
        <p14:creationId xmlns:p14="http://schemas.microsoft.com/office/powerpoint/2010/main" val="20607169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D342E5-AFF1-4E5D-BEDB-B5261E7DADB0}" type="slidenum">
              <a:rPr lang="en-US" smtClean="0"/>
              <a:t>30</a:t>
            </a:fld>
            <a:endParaRPr lang="en-US" dirty="0"/>
          </a:p>
        </p:txBody>
      </p:sp>
    </p:spTree>
    <p:extLst>
      <p:ext uri="{BB962C8B-B14F-4D97-AF65-F5344CB8AC3E}">
        <p14:creationId xmlns:p14="http://schemas.microsoft.com/office/powerpoint/2010/main" val="350611808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D342E5-AFF1-4E5D-BEDB-B5261E7DADB0}" type="slidenum">
              <a:rPr lang="en-US" smtClean="0"/>
              <a:t>31</a:t>
            </a:fld>
            <a:endParaRPr lang="en-US" dirty="0"/>
          </a:p>
        </p:txBody>
      </p:sp>
    </p:spTree>
    <p:extLst>
      <p:ext uri="{BB962C8B-B14F-4D97-AF65-F5344CB8AC3E}">
        <p14:creationId xmlns:p14="http://schemas.microsoft.com/office/powerpoint/2010/main" val="156744611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BAD342E5-AFF1-4E5D-BEDB-B5261E7DADB0}" type="slidenum">
              <a:rPr lang="en-US" smtClean="0"/>
              <a:t>32</a:t>
            </a:fld>
            <a:endParaRPr lang="en-US" dirty="0"/>
          </a:p>
        </p:txBody>
      </p:sp>
    </p:spTree>
    <p:extLst>
      <p:ext uri="{BB962C8B-B14F-4D97-AF65-F5344CB8AC3E}">
        <p14:creationId xmlns:p14="http://schemas.microsoft.com/office/powerpoint/2010/main" val="15073409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AD342E5-AFF1-4E5D-BEDB-B5261E7DADB0}" type="slidenum">
              <a:rPr lang="en-US" smtClean="0"/>
              <a:t>33</a:t>
            </a:fld>
            <a:endParaRPr lang="en-US" dirty="0"/>
          </a:p>
        </p:txBody>
      </p:sp>
    </p:spTree>
    <p:extLst>
      <p:ext uri="{BB962C8B-B14F-4D97-AF65-F5344CB8AC3E}">
        <p14:creationId xmlns:p14="http://schemas.microsoft.com/office/powerpoint/2010/main" val="320732844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D342E5-AFF1-4E5D-BEDB-B5261E7DADB0}" type="slidenum">
              <a:rPr lang="en-US" smtClean="0"/>
              <a:t>34</a:t>
            </a:fld>
            <a:endParaRPr lang="en-US" dirty="0"/>
          </a:p>
        </p:txBody>
      </p:sp>
    </p:spTree>
    <p:extLst>
      <p:ext uri="{BB962C8B-B14F-4D97-AF65-F5344CB8AC3E}">
        <p14:creationId xmlns:p14="http://schemas.microsoft.com/office/powerpoint/2010/main" val="251665800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D342E5-AFF1-4E5D-BEDB-B5261E7DADB0}" type="slidenum">
              <a:rPr lang="en-US" smtClean="0"/>
              <a:t>35</a:t>
            </a:fld>
            <a:endParaRPr lang="en-US" dirty="0"/>
          </a:p>
        </p:txBody>
      </p:sp>
    </p:spTree>
    <p:extLst>
      <p:ext uri="{BB962C8B-B14F-4D97-AF65-F5344CB8AC3E}">
        <p14:creationId xmlns:p14="http://schemas.microsoft.com/office/powerpoint/2010/main" val="71179804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D342E5-AFF1-4E5D-BEDB-B5261E7DADB0}" type="slidenum">
              <a:rPr lang="en-US" smtClean="0"/>
              <a:t>36</a:t>
            </a:fld>
            <a:endParaRPr lang="en-US" dirty="0"/>
          </a:p>
        </p:txBody>
      </p:sp>
    </p:spTree>
    <p:extLst>
      <p:ext uri="{BB962C8B-B14F-4D97-AF65-F5344CB8AC3E}">
        <p14:creationId xmlns:p14="http://schemas.microsoft.com/office/powerpoint/2010/main" val="81374948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AD342E5-AFF1-4E5D-BEDB-B5261E7DADB0}" type="slidenum">
              <a:rPr lang="en-US" smtClean="0"/>
              <a:t>37</a:t>
            </a:fld>
            <a:endParaRPr lang="en-US" dirty="0"/>
          </a:p>
        </p:txBody>
      </p:sp>
    </p:spTree>
    <p:extLst>
      <p:ext uri="{BB962C8B-B14F-4D97-AF65-F5344CB8AC3E}">
        <p14:creationId xmlns:p14="http://schemas.microsoft.com/office/powerpoint/2010/main" val="4209419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hyperlink" Target="http://www.iaasb.org/" TargetMode="External"/><Relationship Id="rId7" Type="http://schemas.openxmlformats.org/officeDocument/2006/relationships/image" Target="../media/image20.png"/><Relationship Id="rId2" Type="http://schemas.openxmlformats.org/officeDocument/2006/relationships/image" Target="../media/image16.png"/><Relationship Id="rId1" Type="http://schemas.openxmlformats.org/officeDocument/2006/relationships/slideMaster" Target="../slideMasters/slideMaster5.xml"/><Relationship Id="rId6" Type="http://schemas.openxmlformats.org/officeDocument/2006/relationships/image" Target="../media/image19.png"/><Relationship Id="rId11" Type="http://schemas.openxmlformats.org/officeDocument/2006/relationships/hyperlink" Target="mailto:permissions@ifac.org" TargetMode="External"/><Relationship Id="rId5" Type="http://schemas.openxmlformats.org/officeDocument/2006/relationships/image" Target="../media/image18.png"/><Relationship Id="rId10" Type="http://schemas.openxmlformats.org/officeDocument/2006/relationships/hyperlink" Target="http://www.ifac.org/about-ifac/translations-permissions" TargetMode="External"/><Relationship Id="rId4" Type="http://schemas.openxmlformats.org/officeDocument/2006/relationships/image" Target="../media/image17.png"/><Relationship Id="rId9" Type="http://schemas.openxmlformats.org/officeDocument/2006/relationships/image" Target="../media/image22.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6829BED-9370-4C69-8B19-DF5364062FE8}" type="datetime1">
              <a:rPr lang="en-US" smtClean="0"/>
              <a:t>12/16/2019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031BF3E-DF8B-49A5-8A7B-7F8F24820CAC}" type="slidenum">
              <a:rPr lang="en-US" smtClean="0"/>
              <a:t>‹#›</a:t>
            </a:fld>
            <a:endParaRPr lang="en-US" dirty="0"/>
          </a:p>
        </p:txBody>
      </p:sp>
    </p:spTree>
    <p:extLst>
      <p:ext uri="{BB962C8B-B14F-4D97-AF65-F5344CB8AC3E}">
        <p14:creationId xmlns:p14="http://schemas.microsoft.com/office/powerpoint/2010/main" val="39452449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880B73-8C76-4707-80F8-3963866B81ED}" type="datetime1">
              <a:rPr lang="en-US" smtClean="0"/>
              <a:t>12/16/2019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031BF3E-DF8B-49A5-8A7B-7F8F24820CAC}" type="slidenum">
              <a:rPr lang="en-US" smtClean="0"/>
              <a:t>‹#›</a:t>
            </a:fld>
            <a:endParaRPr lang="en-US" dirty="0"/>
          </a:p>
        </p:txBody>
      </p:sp>
    </p:spTree>
    <p:extLst>
      <p:ext uri="{BB962C8B-B14F-4D97-AF65-F5344CB8AC3E}">
        <p14:creationId xmlns:p14="http://schemas.microsoft.com/office/powerpoint/2010/main" val="3261726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F9C273B-D08E-4382-AC60-9B5464EA60A9}" type="datetime1">
              <a:rPr lang="en-US" smtClean="0"/>
              <a:t>12/16/2019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031BF3E-DF8B-49A5-8A7B-7F8F24820CAC}" type="slidenum">
              <a:rPr lang="en-US" smtClean="0"/>
              <a:t>‹#›</a:t>
            </a:fld>
            <a:endParaRPr lang="en-US" dirty="0"/>
          </a:p>
        </p:txBody>
      </p:sp>
    </p:spTree>
    <p:extLst>
      <p:ext uri="{BB962C8B-B14F-4D97-AF65-F5344CB8AC3E}">
        <p14:creationId xmlns:p14="http://schemas.microsoft.com/office/powerpoint/2010/main" val="36473879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5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825625"/>
            <a:ext cx="515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BE95696-183B-49B5-AC88-D34FC4452DEE}" type="datetime1">
              <a:rPr lang="en-US" smtClean="0"/>
              <a:t>12/16/2019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031BF3E-DF8B-49A5-8A7B-7F8F24820CAC}" type="slidenum">
              <a:rPr lang="en-US" smtClean="0"/>
              <a:t>‹#›</a:t>
            </a:fld>
            <a:endParaRPr lang="en-US" dirty="0"/>
          </a:p>
        </p:txBody>
      </p:sp>
    </p:spTree>
    <p:extLst>
      <p:ext uri="{BB962C8B-B14F-4D97-AF65-F5344CB8AC3E}">
        <p14:creationId xmlns:p14="http://schemas.microsoft.com/office/powerpoint/2010/main" val="300450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40318" y="1681163"/>
            <a:ext cx="5158316"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CE62864-BFD7-472A-B17C-B9A242BBF5D0}" type="datetime1">
              <a:rPr lang="en-US" smtClean="0"/>
              <a:t>12/16/2019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1031BF3E-DF8B-49A5-8A7B-7F8F24820CAC}" type="slidenum">
              <a:rPr lang="en-US" smtClean="0"/>
              <a:t>‹#›</a:t>
            </a:fld>
            <a:endParaRPr lang="en-US" dirty="0"/>
          </a:p>
        </p:txBody>
      </p:sp>
    </p:spTree>
    <p:extLst>
      <p:ext uri="{BB962C8B-B14F-4D97-AF65-F5344CB8AC3E}">
        <p14:creationId xmlns:p14="http://schemas.microsoft.com/office/powerpoint/2010/main" val="3510159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fld id="{160A0F75-C365-4794-9298-176CBB056E2F}" type="datetime1">
              <a:rPr lang="en-US" smtClean="0"/>
              <a:t>12/16/2019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1031BF3E-DF8B-49A5-8A7B-7F8F24820CAC}" type="slidenum">
              <a:rPr lang="en-US" smtClean="0"/>
              <a:t>‹#›</a:t>
            </a:fld>
            <a:endParaRPr lang="en-US" dirty="0"/>
          </a:p>
        </p:txBody>
      </p:sp>
    </p:spTree>
    <p:extLst>
      <p:ext uri="{BB962C8B-B14F-4D97-AF65-F5344CB8AC3E}">
        <p14:creationId xmlns:p14="http://schemas.microsoft.com/office/powerpoint/2010/main" val="897768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B7030E-23EE-4B6F-A577-FFA754F6F221}" type="datetime1">
              <a:rPr lang="en-US" smtClean="0"/>
              <a:t>12/16/2019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1031BF3E-DF8B-49A5-8A7B-7F8F24820CAC}" type="slidenum">
              <a:rPr lang="en-US" smtClean="0"/>
              <a:t>‹#›</a:t>
            </a:fld>
            <a:endParaRPr lang="en-US" dirty="0"/>
          </a:p>
        </p:txBody>
      </p:sp>
    </p:spTree>
    <p:extLst>
      <p:ext uri="{BB962C8B-B14F-4D97-AF65-F5344CB8AC3E}">
        <p14:creationId xmlns:p14="http://schemas.microsoft.com/office/powerpoint/2010/main" val="1547099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6"/>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6B20F4-4371-48A2-A1C5-564A141E18FA}" type="datetime1">
              <a:rPr lang="en-US" smtClean="0"/>
              <a:t>12/16/2019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031BF3E-DF8B-49A5-8A7B-7F8F24820CAC}" type="slidenum">
              <a:rPr lang="en-US" smtClean="0"/>
              <a:t>‹#›</a:t>
            </a:fld>
            <a:endParaRPr lang="en-US" dirty="0"/>
          </a:p>
        </p:txBody>
      </p:sp>
    </p:spTree>
    <p:extLst>
      <p:ext uri="{BB962C8B-B14F-4D97-AF65-F5344CB8AC3E}">
        <p14:creationId xmlns:p14="http://schemas.microsoft.com/office/powerpoint/2010/main" val="16979432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6"/>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F1EE5E0-6B3C-4B70-BA81-DF7E8E12A50B}" type="datetime1">
              <a:rPr lang="en-US" smtClean="0"/>
              <a:t>12/16/2019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031BF3E-DF8B-49A5-8A7B-7F8F24820CAC}" type="slidenum">
              <a:rPr lang="en-US" smtClean="0"/>
              <a:t>‹#›</a:t>
            </a:fld>
            <a:endParaRPr lang="en-US" dirty="0"/>
          </a:p>
        </p:txBody>
      </p:sp>
    </p:spTree>
    <p:extLst>
      <p:ext uri="{BB962C8B-B14F-4D97-AF65-F5344CB8AC3E}">
        <p14:creationId xmlns:p14="http://schemas.microsoft.com/office/powerpoint/2010/main" val="34921757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E2743C-A172-4B79-957C-A37D69B35244}" type="datetime1">
              <a:rPr lang="en-US" smtClean="0"/>
              <a:t>12/16/2019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031BF3E-DF8B-49A5-8A7B-7F8F24820CAC}" type="slidenum">
              <a:rPr lang="en-US" smtClean="0"/>
              <a:t>‹#›</a:t>
            </a:fld>
            <a:endParaRPr lang="en-US" dirty="0"/>
          </a:p>
        </p:txBody>
      </p:sp>
    </p:spTree>
    <p:extLst>
      <p:ext uri="{BB962C8B-B14F-4D97-AF65-F5344CB8AC3E}">
        <p14:creationId xmlns:p14="http://schemas.microsoft.com/office/powerpoint/2010/main" val="29287097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6835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B8D5299-30FF-4207-93B4-7A9215AAF387}" type="datetime1">
              <a:rPr lang="en-US" smtClean="0"/>
              <a:t>12/16/2019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031BF3E-DF8B-49A5-8A7B-7F8F24820CAC}" type="slidenum">
              <a:rPr lang="en-US" smtClean="0"/>
              <a:t>‹#›</a:t>
            </a:fld>
            <a:endParaRPr lang="en-US" dirty="0"/>
          </a:p>
        </p:txBody>
      </p:sp>
    </p:spTree>
    <p:extLst>
      <p:ext uri="{BB962C8B-B14F-4D97-AF65-F5344CB8AC3E}">
        <p14:creationId xmlns:p14="http://schemas.microsoft.com/office/powerpoint/2010/main" val="40548801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98BEC16-5153-4444-ADE5-376764F9317A}" type="datetime1">
              <a:rPr lang="en-US" smtClean="0"/>
              <a:t>12/16/2019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E05DAD2-EBD2-4248-A1BE-DE5C530C13EE}" type="slidenum">
              <a:rPr lang="en-US" smtClean="0"/>
              <a:t>‹#›</a:t>
            </a:fld>
            <a:endParaRPr lang="en-US" dirty="0"/>
          </a:p>
        </p:txBody>
      </p:sp>
    </p:spTree>
    <p:extLst>
      <p:ext uri="{BB962C8B-B14F-4D97-AF65-F5344CB8AC3E}">
        <p14:creationId xmlns:p14="http://schemas.microsoft.com/office/powerpoint/2010/main" val="3685067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905138"/>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6A7036-7F39-45B7-B8E7-90186E26FD34}" type="datetime1">
              <a:rPr lang="en-US" smtClean="0"/>
              <a:t>12/16/2019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E05DAD2-EBD2-4248-A1BE-DE5C530C13EE}" type="slidenum">
              <a:rPr lang="en-US" smtClean="0"/>
              <a:t>‹#›</a:t>
            </a:fld>
            <a:endParaRPr lang="en-US" dirty="0"/>
          </a:p>
        </p:txBody>
      </p:sp>
    </p:spTree>
    <p:extLst>
      <p:ext uri="{BB962C8B-B14F-4D97-AF65-F5344CB8AC3E}">
        <p14:creationId xmlns:p14="http://schemas.microsoft.com/office/powerpoint/2010/main" val="8406348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1F6F55C-F0A0-40C2-92AA-13448C1B6DE2}" type="datetime1">
              <a:rPr lang="en-US" smtClean="0"/>
              <a:t>12/16/2019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E05DAD2-EBD2-4248-A1BE-DE5C530C13EE}" type="slidenum">
              <a:rPr lang="en-US" smtClean="0"/>
              <a:t>‹#›</a:t>
            </a:fld>
            <a:endParaRPr lang="en-US" dirty="0"/>
          </a:p>
        </p:txBody>
      </p:sp>
    </p:spTree>
    <p:extLst>
      <p:ext uri="{BB962C8B-B14F-4D97-AF65-F5344CB8AC3E}">
        <p14:creationId xmlns:p14="http://schemas.microsoft.com/office/powerpoint/2010/main" val="12428552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5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825625"/>
            <a:ext cx="515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6B41662-97DA-482D-BB44-A5E7E1463580}" type="datetime1">
              <a:rPr lang="en-US" smtClean="0"/>
              <a:t>12/16/2019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E05DAD2-EBD2-4248-A1BE-DE5C530C13EE}" type="slidenum">
              <a:rPr lang="en-US" smtClean="0"/>
              <a:t>‹#›</a:t>
            </a:fld>
            <a:endParaRPr lang="en-US" dirty="0"/>
          </a:p>
        </p:txBody>
      </p:sp>
    </p:spTree>
    <p:extLst>
      <p:ext uri="{BB962C8B-B14F-4D97-AF65-F5344CB8AC3E}">
        <p14:creationId xmlns:p14="http://schemas.microsoft.com/office/powerpoint/2010/main" val="37109068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40318" y="1681163"/>
            <a:ext cx="5158316"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DED3B72-01DD-4123-ABCF-B71DC3DF9A35}" type="datetime1">
              <a:rPr lang="en-US" smtClean="0"/>
              <a:t>12/16/2019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E05DAD2-EBD2-4248-A1BE-DE5C530C13EE}" type="slidenum">
              <a:rPr lang="en-US" smtClean="0"/>
              <a:t>‹#›</a:t>
            </a:fld>
            <a:endParaRPr lang="en-US" dirty="0"/>
          </a:p>
        </p:txBody>
      </p:sp>
    </p:spTree>
    <p:extLst>
      <p:ext uri="{BB962C8B-B14F-4D97-AF65-F5344CB8AC3E}">
        <p14:creationId xmlns:p14="http://schemas.microsoft.com/office/powerpoint/2010/main" val="11056144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fld id="{5F0D7D7D-1F9A-439A-9B1F-FAD176DAAE95}" type="datetime1">
              <a:rPr lang="en-US" smtClean="0"/>
              <a:t>12/16/2019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E05DAD2-EBD2-4248-A1BE-DE5C530C13EE}" type="slidenum">
              <a:rPr lang="en-US" smtClean="0"/>
              <a:t>‹#›</a:t>
            </a:fld>
            <a:endParaRPr lang="en-US" dirty="0"/>
          </a:p>
        </p:txBody>
      </p:sp>
    </p:spTree>
    <p:extLst>
      <p:ext uri="{BB962C8B-B14F-4D97-AF65-F5344CB8AC3E}">
        <p14:creationId xmlns:p14="http://schemas.microsoft.com/office/powerpoint/2010/main" val="17905471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23D415-7CDF-4724-8022-A789958CE2B4}" type="datetime1">
              <a:rPr lang="en-US" smtClean="0"/>
              <a:t>12/16/2019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E05DAD2-EBD2-4248-A1BE-DE5C530C13EE}" type="slidenum">
              <a:rPr lang="en-US" smtClean="0"/>
              <a:t>‹#›</a:t>
            </a:fld>
            <a:endParaRPr lang="en-US" dirty="0"/>
          </a:p>
        </p:txBody>
      </p:sp>
    </p:spTree>
    <p:extLst>
      <p:ext uri="{BB962C8B-B14F-4D97-AF65-F5344CB8AC3E}">
        <p14:creationId xmlns:p14="http://schemas.microsoft.com/office/powerpoint/2010/main" val="14902619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6"/>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82148A9-3F54-4B3A-97B0-C24F2AA0F49B}" type="datetime1">
              <a:rPr lang="en-US" smtClean="0"/>
              <a:t>12/16/2019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E05DAD2-EBD2-4248-A1BE-DE5C530C13EE}" type="slidenum">
              <a:rPr lang="en-US" smtClean="0"/>
              <a:t>‹#›</a:t>
            </a:fld>
            <a:endParaRPr lang="en-US" dirty="0"/>
          </a:p>
        </p:txBody>
      </p:sp>
    </p:spTree>
    <p:extLst>
      <p:ext uri="{BB962C8B-B14F-4D97-AF65-F5344CB8AC3E}">
        <p14:creationId xmlns:p14="http://schemas.microsoft.com/office/powerpoint/2010/main" val="32745600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6"/>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A325935-DE68-40A0-AD95-3EF9318A5653}" type="datetime1">
              <a:rPr lang="en-US" smtClean="0"/>
              <a:t>12/16/2019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E05DAD2-EBD2-4248-A1BE-DE5C530C13EE}" type="slidenum">
              <a:rPr lang="en-US" smtClean="0"/>
              <a:t>‹#›</a:t>
            </a:fld>
            <a:endParaRPr lang="en-US" dirty="0"/>
          </a:p>
        </p:txBody>
      </p:sp>
    </p:spTree>
    <p:extLst>
      <p:ext uri="{BB962C8B-B14F-4D97-AF65-F5344CB8AC3E}">
        <p14:creationId xmlns:p14="http://schemas.microsoft.com/office/powerpoint/2010/main" val="1159180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905138"/>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EBD7C1-6C21-4A0C-AB04-28957353C253}" type="datetime1">
              <a:rPr lang="en-US" smtClean="0"/>
              <a:t>12/16/2019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E05DAD2-EBD2-4248-A1BE-DE5C530C13EE}" type="slidenum">
              <a:rPr lang="en-US" smtClean="0"/>
              <a:t>‹#›</a:t>
            </a:fld>
            <a:endParaRPr lang="en-US" dirty="0"/>
          </a:p>
        </p:txBody>
      </p:sp>
    </p:spTree>
    <p:extLst>
      <p:ext uri="{BB962C8B-B14F-4D97-AF65-F5344CB8AC3E}">
        <p14:creationId xmlns:p14="http://schemas.microsoft.com/office/powerpoint/2010/main" val="1560500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6835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2CAAA40-D496-4BA5-94BC-EC2395AF4BA1}" type="datetime1">
              <a:rPr lang="en-US" smtClean="0"/>
              <a:t>12/16/2019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E05DAD2-EBD2-4248-A1BE-DE5C530C13EE}" type="slidenum">
              <a:rPr lang="en-US" smtClean="0"/>
              <a:t>‹#›</a:t>
            </a:fld>
            <a:endParaRPr lang="en-US" dirty="0"/>
          </a:p>
        </p:txBody>
      </p:sp>
    </p:spTree>
    <p:extLst>
      <p:ext uri="{BB962C8B-B14F-4D97-AF65-F5344CB8AC3E}">
        <p14:creationId xmlns:p14="http://schemas.microsoft.com/office/powerpoint/2010/main" val="5228141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1A74FA47-1DBD-4C30-88B4-1AA2876CD950}" type="datetime1">
              <a:rPr lang="en-US" smtClean="0"/>
              <a:t>12/16/2019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005E96D-C2D6-4C1C-BEE1-8F30C6DF7FED}" type="slidenum">
              <a:rPr lang="en-US" smtClean="0"/>
              <a:t>‹#›</a:t>
            </a:fld>
            <a:endParaRPr lang="en-US" dirty="0"/>
          </a:p>
        </p:txBody>
      </p:sp>
    </p:spTree>
    <p:extLst>
      <p:ext uri="{BB962C8B-B14F-4D97-AF65-F5344CB8AC3E}">
        <p14:creationId xmlns:p14="http://schemas.microsoft.com/office/powerpoint/2010/main" val="115617230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BECB669-7C2F-4EE4-B944-62950FE6507F}" type="datetime1">
              <a:rPr lang="en-US" smtClean="0"/>
              <a:t>12/16/2019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005E96D-C2D6-4C1C-BEE1-8F30C6DF7FED}" type="slidenum">
              <a:rPr lang="en-US" smtClean="0"/>
              <a:t>‹#›</a:t>
            </a:fld>
            <a:endParaRPr lang="en-US" dirty="0"/>
          </a:p>
        </p:txBody>
      </p:sp>
    </p:spTree>
    <p:extLst>
      <p:ext uri="{BB962C8B-B14F-4D97-AF65-F5344CB8AC3E}">
        <p14:creationId xmlns:p14="http://schemas.microsoft.com/office/powerpoint/2010/main" val="40361116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6DAF38-C557-41C9-8FF5-BEDE134E17EE}" type="datetime1">
              <a:rPr lang="en-US" smtClean="0"/>
              <a:t>12/16/2019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005E96D-C2D6-4C1C-BEE1-8F30C6DF7FED}" type="slidenum">
              <a:rPr lang="en-US" smtClean="0"/>
              <a:t>‹#›</a:t>
            </a:fld>
            <a:endParaRPr lang="en-US" dirty="0"/>
          </a:p>
        </p:txBody>
      </p:sp>
    </p:spTree>
    <p:extLst>
      <p:ext uri="{BB962C8B-B14F-4D97-AF65-F5344CB8AC3E}">
        <p14:creationId xmlns:p14="http://schemas.microsoft.com/office/powerpoint/2010/main" val="23705805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5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825625"/>
            <a:ext cx="515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AC56C26-B280-45A4-847B-175DFD0A3F0F}" type="datetime1">
              <a:rPr lang="en-US" smtClean="0"/>
              <a:t>12/16/2019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005E96D-C2D6-4C1C-BEE1-8F30C6DF7FED}" type="slidenum">
              <a:rPr lang="en-US" smtClean="0"/>
              <a:t>‹#›</a:t>
            </a:fld>
            <a:endParaRPr lang="en-US" dirty="0"/>
          </a:p>
        </p:txBody>
      </p:sp>
    </p:spTree>
    <p:extLst>
      <p:ext uri="{BB962C8B-B14F-4D97-AF65-F5344CB8AC3E}">
        <p14:creationId xmlns:p14="http://schemas.microsoft.com/office/powerpoint/2010/main" val="116596516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40318" y="1681163"/>
            <a:ext cx="5158316"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90D1335-23B7-4ACE-8A39-51D3C834FF8A}" type="datetime1">
              <a:rPr lang="en-US" smtClean="0"/>
              <a:t>12/16/2019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005E96D-C2D6-4C1C-BEE1-8F30C6DF7FED}" type="slidenum">
              <a:rPr lang="en-US" smtClean="0"/>
              <a:t>‹#›</a:t>
            </a:fld>
            <a:endParaRPr lang="en-US" dirty="0"/>
          </a:p>
        </p:txBody>
      </p:sp>
    </p:spTree>
    <p:extLst>
      <p:ext uri="{BB962C8B-B14F-4D97-AF65-F5344CB8AC3E}">
        <p14:creationId xmlns:p14="http://schemas.microsoft.com/office/powerpoint/2010/main" val="102156361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fld id="{1ECC56E5-0DA9-479C-BCFC-7EE8D0DE2A8E}" type="datetime1">
              <a:rPr lang="en-US" smtClean="0"/>
              <a:t>12/16/2019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005E96D-C2D6-4C1C-BEE1-8F30C6DF7FED}" type="slidenum">
              <a:rPr lang="en-US" smtClean="0"/>
              <a:t>‹#›</a:t>
            </a:fld>
            <a:endParaRPr lang="en-US" dirty="0"/>
          </a:p>
        </p:txBody>
      </p:sp>
    </p:spTree>
    <p:extLst>
      <p:ext uri="{BB962C8B-B14F-4D97-AF65-F5344CB8AC3E}">
        <p14:creationId xmlns:p14="http://schemas.microsoft.com/office/powerpoint/2010/main" val="379327125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4F7FDF-1E42-4280-A018-ACBA192297BC}" type="datetime1">
              <a:rPr lang="en-US" smtClean="0"/>
              <a:t>12/16/2019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005E96D-C2D6-4C1C-BEE1-8F30C6DF7FED}" type="slidenum">
              <a:rPr lang="en-US" smtClean="0"/>
              <a:t>‹#›</a:t>
            </a:fld>
            <a:endParaRPr lang="en-US" dirty="0"/>
          </a:p>
        </p:txBody>
      </p:sp>
    </p:spTree>
    <p:extLst>
      <p:ext uri="{BB962C8B-B14F-4D97-AF65-F5344CB8AC3E}">
        <p14:creationId xmlns:p14="http://schemas.microsoft.com/office/powerpoint/2010/main" val="176961328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6"/>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C8A5003-1A61-4041-91CF-BE3D4D09EBF1}" type="datetime1">
              <a:rPr lang="en-US" smtClean="0"/>
              <a:t>12/16/2019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005E96D-C2D6-4C1C-BEE1-8F30C6DF7FED}" type="slidenum">
              <a:rPr lang="en-US" smtClean="0"/>
              <a:t>‹#›</a:t>
            </a:fld>
            <a:endParaRPr lang="en-US" dirty="0"/>
          </a:p>
        </p:txBody>
      </p:sp>
    </p:spTree>
    <p:extLst>
      <p:ext uri="{BB962C8B-B14F-4D97-AF65-F5344CB8AC3E}">
        <p14:creationId xmlns:p14="http://schemas.microsoft.com/office/powerpoint/2010/main" val="332407266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6"/>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0D7D3B-67DA-40FC-B2AC-DA938EAA2F72}" type="datetime1">
              <a:rPr lang="en-US" smtClean="0"/>
              <a:t>12/16/2019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005E96D-C2D6-4C1C-BEE1-8F30C6DF7FED}" type="slidenum">
              <a:rPr lang="en-US" smtClean="0"/>
              <a:t>‹#›</a:t>
            </a:fld>
            <a:endParaRPr lang="en-US" dirty="0"/>
          </a:p>
        </p:txBody>
      </p:sp>
    </p:spTree>
    <p:extLst>
      <p:ext uri="{BB962C8B-B14F-4D97-AF65-F5344CB8AC3E}">
        <p14:creationId xmlns:p14="http://schemas.microsoft.com/office/powerpoint/2010/main" val="308041305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3817F13-E155-42CD-A20C-B277FF788E23}" type="datetime1">
              <a:rPr lang="en-US" smtClean="0"/>
              <a:t>12/16/2019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005E96D-C2D6-4C1C-BEE1-8F30C6DF7FED}" type="slidenum">
              <a:rPr lang="en-US" smtClean="0"/>
              <a:t>‹#›</a:t>
            </a:fld>
            <a:endParaRPr lang="en-US" dirty="0"/>
          </a:p>
        </p:txBody>
      </p:sp>
    </p:spTree>
    <p:extLst>
      <p:ext uri="{BB962C8B-B14F-4D97-AF65-F5344CB8AC3E}">
        <p14:creationId xmlns:p14="http://schemas.microsoft.com/office/powerpoint/2010/main" val="361424848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6835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0F6321-C77C-49CA-83B2-29284D793B25}" type="datetime1">
              <a:rPr lang="en-US" smtClean="0"/>
              <a:t>12/16/2019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005E96D-C2D6-4C1C-BEE1-8F30C6DF7FED}" type="slidenum">
              <a:rPr lang="en-US" smtClean="0"/>
              <a:t>‹#›</a:t>
            </a:fld>
            <a:endParaRPr lang="en-US" dirty="0"/>
          </a:p>
        </p:txBody>
      </p:sp>
    </p:spTree>
    <p:extLst>
      <p:ext uri="{BB962C8B-B14F-4D97-AF65-F5344CB8AC3E}">
        <p14:creationId xmlns:p14="http://schemas.microsoft.com/office/powerpoint/2010/main" val="3478609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394849E-A96C-479D-999D-26024B301EF2}" type="datetime1">
              <a:rPr lang="en-US" smtClean="0"/>
              <a:t>12/16/2019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1F7A7E9-A6B9-48E9-BF8E-B5EFD8DCE520}" type="slidenum">
              <a:rPr lang="en-US" smtClean="0"/>
              <a:t>‹#›</a:t>
            </a:fld>
            <a:endParaRPr lang="en-US" dirty="0"/>
          </a:p>
        </p:txBody>
      </p:sp>
    </p:spTree>
    <p:extLst>
      <p:ext uri="{BB962C8B-B14F-4D97-AF65-F5344CB8AC3E}">
        <p14:creationId xmlns:p14="http://schemas.microsoft.com/office/powerpoint/2010/main" val="230482973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2EB7697-44BE-464F-8981-C5EF3A124C23}" type="datetime1">
              <a:rPr lang="en-US" smtClean="0"/>
              <a:t>12/16/2019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1F7A7E9-A6B9-48E9-BF8E-B5EFD8DCE520}" type="slidenum">
              <a:rPr lang="en-US" smtClean="0"/>
              <a:t>‹#›</a:t>
            </a:fld>
            <a:endParaRPr lang="en-US" dirty="0"/>
          </a:p>
        </p:txBody>
      </p:sp>
    </p:spTree>
    <p:extLst>
      <p:ext uri="{BB962C8B-B14F-4D97-AF65-F5344CB8AC3E}">
        <p14:creationId xmlns:p14="http://schemas.microsoft.com/office/powerpoint/2010/main" val="136106881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C57D8D-BF23-4BCF-8EBC-861A1B1DE27C}" type="datetime1">
              <a:rPr lang="en-US" smtClean="0"/>
              <a:t>12/16/2019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1F7A7E9-A6B9-48E9-BF8E-B5EFD8DCE520}" type="slidenum">
              <a:rPr lang="en-US" smtClean="0"/>
              <a:t>‹#›</a:t>
            </a:fld>
            <a:endParaRPr lang="en-US" dirty="0"/>
          </a:p>
        </p:txBody>
      </p:sp>
    </p:spTree>
    <p:extLst>
      <p:ext uri="{BB962C8B-B14F-4D97-AF65-F5344CB8AC3E}">
        <p14:creationId xmlns:p14="http://schemas.microsoft.com/office/powerpoint/2010/main" val="223915784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5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825625"/>
            <a:ext cx="515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EA52379-2070-4859-82B4-0B6BF96F6750}" type="datetime1">
              <a:rPr lang="en-US" smtClean="0"/>
              <a:t>12/16/2019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1F7A7E9-A6B9-48E9-BF8E-B5EFD8DCE520}" type="slidenum">
              <a:rPr lang="en-US" smtClean="0"/>
              <a:t>‹#›</a:t>
            </a:fld>
            <a:endParaRPr lang="en-US" dirty="0"/>
          </a:p>
        </p:txBody>
      </p:sp>
    </p:spTree>
    <p:extLst>
      <p:ext uri="{BB962C8B-B14F-4D97-AF65-F5344CB8AC3E}">
        <p14:creationId xmlns:p14="http://schemas.microsoft.com/office/powerpoint/2010/main" val="237732379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40318" y="1681163"/>
            <a:ext cx="5158316"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A1E5070-400A-40B5-8F3B-79E375432C4D}" type="datetime1">
              <a:rPr lang="en-US" smtClean="0"/>
              <a:t>12/16/2019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1F7A7E9-A6B9-48E9-BF8E-B5EFD8DCE520}" type="slidenum">
              <a:rPr lang="en-US" smtClean="0"/>
              <a:t>‹#›</a:t>
            </a:fld>
            <a:endParaRPr lang="en-US" dirty="0"/>
          </a:p>
        </p:txBody>
      </p:sp>
    </p:spTree>
    <p:extLst>
      <p:ext uri="{BB962C8B-B14F-4D97-AF65-F5344CB8AC3E}">
        <p14:creationId xmlns:p14="http://schemas.microsoft.com/office/powerpoint/2010/main" val="41394500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fld id="{A3935FA3-A859-46EE-9DBA-3396054253CC}" type="datetime1">
              <a:rPr lang="en-US" smtClean="0"/>
              <a:t>12/16/2019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1F7A7E9-A6B9-48E9-BF8E-B5EFD8DCE520}" type="slidenum">
              <a:rPr lang="en-US" smtClean="0"/>
              <a:t>‹#›</a:t>
            </a:fld>
            <a:endParaRPr lang="en-US" dirty="0"/>
          </a:p>
        </p:txBody>
      </p:sp>
    </p:spTree>
    <p:extLst>
      <p:ext uri="{BB962C8B-B14F-4D97-AF65-F5344CB8AC3E}">
        <p14:creationId xmlns:p14="http://schemas.microsoft.com/office/powerpoint/2010/main" val="176023966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604EDA-4DB0-43F1-8DF2-E50A41E978FD}" type="datetime1">
              <a:rPr lang="en-US" smtClean="0"/>
              <a:t>12/16/2019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1F7A7E9-A6B9-48E9-BF8E-B5EFD8DCE520}" type="slidenum">
              <a:rPr lang="en-US" smtClean="0"/>
              <a:t>‹#›</a:t>
            </a:fld>
            <a:endParaRPr lang="en-US" dirty="0"/>
          </a:p>
        </p:txBody>
      </p:sp>
    </p:spTree>
    <p:extLst>
      <p:ext uri="{BB962C8B-B14F-4D97-AF65-F5344CB8AC3E}">
        <p14:creationId xmlns:p14="http://schemas.microsoft.com/office/powerpoint/2010/main" val="351267884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6"/>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7F60095-03E6-49D1-8FE2-66640AD7D839}" type="datetime1">
              <a:rPr lang="en-US" smtClean="0"/>
              <a:t>12/16/2019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1F7A7E9-A6B9-48E9-BF8E-B5EFD8DCE520}" type="slidenum">
              <a:rPr lang="en-US" smtClean="0"/>
              <a:t>‹#›</a:t>
            </a:fld>
            <a:endParaRPr lang="en-US" dirty="0"/>
          </a:p>
        </p:txBody>
      </p:sp>
    </p:spTree>
    <p:extLst>
      <p:ext uri="{BB962C8B-B14F-4D97-AF65-F5344CB8AC3E}">
        <p14:creationId xmlns:p14="http://schemas.microsoft.com/office/powerpoint/2010/main" val="161898474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6"/>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2D9738-EE9C-4FC1-8835-2C036BE91A2B}" type="datetime1">
              <a:rPr lang="en-US" smtClean="0"/>
              <a:t>12/16/2019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1F7A7E9-A6B9-48E9-BF8E-B5EFD8DCE520}" type="slidenum">
              <a:rPr lang="en-US" smtClean="0"/>
              <a:t>‹#›</a:t>
            </a:fld>
            <a:endParaRPr lang="en-US" dirty="0"/>
          </a:p>
        </p:txBody>
      </p:sp>
    </p:spTree>
    <p:extLst>
      <p:ext uri="{BB962C8B-B14F-4D97-AF65-F5344CB8AC3E}">
        <p14:creationId xmlns:p14="http://schemas.microsoft.com/office/powerpoint/2010/main" val="35167808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E961346-6166-4BF4-867B-66F542385138}" type="datetime1">
              <a:rPr lang="en-US" smtClean="0"/>
              <a:t>12/16/2019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1F7A7E9-A6B9-48E9-BF8E-B5EFD8DCE520}" type="slidenum">
              <a:rPr lang="en-US" smtClean="0"/>
              <a:t>‹#›</a:t>
            </a:fld>
            <a:endParaRPr lang="en-US" dirty="0"/>
          </a:p>
        </p:txBody>
      </p:sp>
    </p:spTree>
    <p:extLst>
      <p:ext uri="{BB962C8B-B14F-4D97-AF65-F5344CB8AC3E}">
        <p14:creationId xmlns:p14="http://schemas.microsoft.com/office/powerpoint/2010/main" val="35127000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6835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445F4C4-52B4-4181-878C-D87ACB1BAF46}" type="datetime1">
              <a:rPr lang="en-US" smtClean="0"/>
              <a:t>12/16/2019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1F7A7E9-A6B9-48E9-BF8E-B5EFD8DCE520}" type="slidenum">
              <a:rPr lang="en-US" smtClean="0"/>
              <a:t>‹#›</a:t>
            </a:fld>
            <a:endParaRPr lang="en-US" dirty="0"/>
          </a:p>
        </p:txBody>
      </p:sp>
    </p:spTree>
    <p:extLst>
      <p:ext uri="{BB962C8B-B14F-4D97-AF65-F5344CB8AC3E}">
        <p14:creationId xmlns:p14="http://schemas.microsoft.com/office/powerpoint/2010/main" val="235687677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0" name="Rectangle 19"/>
          <p:cNvSpPr/>
          <p:nvPr userDrawn="1"/>
        </p:nvSpPr>
        <p:spPr>
          <a:xfrm>
            <a:off x="0" y="3"/>
            <a:ext cx="12192000" cy="57573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sz="1800" dirty="0">
              <a:solidFill>
                <a:prstClr val="white"/>
              </a:solidFill>
            </a:endParaRPr>
          </a:p>
        </p:txBody>
      </p:sp>
      <p:sp>
        <p:nvSpPr>
          <p:cNvPr id="11" name="Title 1"/>
          <p:cNvSpPr>
            <a:spLocks noGrp="1"/>
          </p:cNvSpPr>
          <p:nvPr>
            <p:ph type="ctrTitle"/>
          </p:nvPr>
        </p:nvSpPr>
        <p:spPr>
          <a:xfrm>
            <a:off x="914401" y="3424965"/>
            <a:ext cx="10524511" cy="1458360"/>
          </a:xfrm>
        </p:spPr>
        <p:txBody>
          <a:bodyPr anchor="t">
            <a:normAutofit/>
          </a:bodyPr>
          <a:lstStyle>
            <a:lvl1pPr>
              <a:defRPr sz="32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914402" y="4961469"/>
            <a:ext cx="6310489" cy="1225964"/>
          </a:xfrm>
        </p:spPr>
        <p:txBody>
          <a:bodyPr anchor="b"/>
          <a:lstStyle>
            <a:lvl1pPr marL="0" indent="0" algn="l">
              <a:buNone/>
              <a:defRPr sz="1800">
                <a:solidFill>
                  <a:schemeClr val="tx1">
                    <a:lumMod val="65000"/>
                    <a:lumOff val="3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36605" y="5534026"/>
            <a:ext cx="3720336" cy="653407"/>
          </a:xfrm>
          <a:prstGeom prst="rect">
            <a:avLst/>
          </a:prstGeom>
        </p:spPr>
      </p:pic>
      <p:pic>
        <p:nvPicPr>
          <p:cNvPr id="9" name="Picture 8" descr="Page topper.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143"/>
            <a:ext cx="12192000" cy="3126879"/>
          </a:xfrm>
          <a:prstGeom prst="rect">
            <a:avLst/>
          </a:prstGeom>
        </p:spPr>
      </p:pic>
    </p:spTree>
    <p:extLst>
      <p:ext uri="{BB962C8B-B14F-4D97-AF65-F5344CB8AC3E}">
        <p14:creationId xmlns:p14="http://schemas.microsoft.com/office/powerpoint/2010/main" val="254242112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lide - option 2">
    <p:spTree>
      <p:nvGrpSpPr>
        <p:cNvPr id="1" name=""/>
        <p:cNvGrpSpPr/>
        <p:nvPr/>
      </p:nvGrpSpPr>
      <p:grpSpPr>
        <a:xfrm>
          <a:off x="0" y="0"/>
          <a:ext cx="0" cy="0"/>
          <a:chOff x="0" y="0"/>
          <a:chExt cx="0" cy="0"/>
        </a:xfrm>
      </p:grpSpPr>
      <p:sp>
        <p:nvSpPr>
          <p:cNvPr id="20" name="Rectangle 19"/>
          <p:cNvSpPr/>
          <p:nvPr userDrawn="1"/>
        </p:nvSpPr>
        <p:spPr>
          <a:xfrm>
            <a:off x="0" y="3"/>
            <a:ext cx="12192000" cy="57573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sz="1800" dirty="0">
              <a:solidFill>
                <a:prstClr val="white"/>
              </a:solidFill>
            </a:endParaRPr>
          </a:p>
        </p:txBody>
      </p:sp>
      <p:sp>
        <p:nvSpPr>
          <p:cNvPr id="11" name="Title 1"/>
          <p:cNvSpPr>
            <a:spLocks noGrp="1"/>
          </p:cNvSpPr>
          <p:nvPr>
            <p:ph type="ctrTitle"/>
          </p:nvPr>
        </p:nvSpPr>
        <p:spPr>
          <a:xfrm>
            <a:off x="914401" y="3424965"/>
            <a:ext cx="10524511" cy="1458360"/>
          </a:xfrm>
        </p:spPr>
        <p:txBody>
          <a:bodyPr anchor="t">
            <a:normAutofit/>
          </a:bodyPr>
          <a:lstStyle>
            <a:lvl1pPr>
              <a:defRPr sz="32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914402" y="4961469"/>
            <a:ext cx="6310489" cy="1225964"/>
          </a:xfrm>
        </p:spPr>
        <p:txBody>
          <a:bodyPr anchor="b"/>
          <a:lstStyle>
            <a:lvl1pPr marL="0" indent="0" algn="l">
              <a:buNone/>
              <a:defRPr sz="1800">
                <a:solidFill>
                  <a:schemeClr val="tx1">
                    <a:lumMod val="65000"/>
                    <a:lumOff val="3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pic>
        <p:nvPicPr>
          <p:cNvPr id="8" name="Picture 7" descr="IAASB Logo with FullNam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36605" y="5534026"/>
            <a:ext cx="3720336" cy="653407"/>
          </a:xfrm>
          <a:prstGeom prst="rect">
            <a:avLst/>
          </a:prstGeom>
        </p:spPr>
      </p:pic>
      <p:pic>
        <p:nvPicPr>
          <p:cNvPr id="7" name="Picture 6"/>
          <p:cNvPicPr>
            <a:picLocks noChangeAspect="1"/>
          </p:cNvPicPr>
          <p:nvPr userDrawn="1"/>
        </p:nvPicPr>
        <p:blipFill rotWithShape="1">
          <a:blip r:embed="rId3" cstate="screen">
            <a:extLst>
              <a:ext uri="{28A0092B-C50C-407E-A947-70E740481C1C}">
                <a14:useLocalDpi xmlns:a14="http://schemas.microsoft.com/office/drawing/2010/main"/>
              </a:ext>
            </a:extLst>
          </a:blip>
          <a:srcRect l="210" t="12331" r="-210" b="13383"/>
          <a:stretch/>
        </p:blipFill>
        <p:spPr>
          <a:xfrm>
            <a:off x="2" y="2"/>
            <a:ext cx="12208933" cy="3169919"/>
          </a:xfrm>
          <a:prstGeom prst="rect">
            <a:avLst/>
          </a:prstGeom>
        </p:spPr>
      </p:pic>
    </p:spTree>
    <p:extLst>
      <p:ext uri="{BB962C8B-B14F-4D97-AF65-F5344CB8AC3E}">
        <p14:creationId xmlns:p14="http://schemas.microsoft.com/office/powerpoint/2010/main" val="265984891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ransition or Title Slide">
    <p:spTree>
      <p:nvGrpSpPr>
        <p:cNvPr id="1" name=""/>
        <p:cNvGrpSpPr/>
        <p:nvPr/>
      </p:nvGrpSpPr>
      <p:grpSpPr>
        <a:xfrm>
          <a:off x="0" y="0"/>
          <a:ext cx="0" cy="0"/>
          <a:chOff x="0" y="0"/>
          <a:chExt cx="0" cy="0"/>
        </a:xfrm>
      </p:grpSpPr>
      <p:sp>
        <p:nvSpPr>
          <p:cNvPr id="20" name="Rectangle 19"/>
          <p:cNvSpPr/>
          <p:nvPr userDrawn="1"/>
        </p:nvSpPr>
        <p:spPr>
          <a:xfrm>
            <a:off x="0" y="3"/>
            <a:ext cx="12192000" cy="57573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sz="1800" dirty="0">
              <a:solidFill>
                <a:prstClr val="white"/>
              </a:solidFill>
            </a:endParaRPr>
          </a:p>
        </p:txBody>
      </p:sp>
      <p:sp>
        <p:nvSpPr>
          <p:cNvPr id="11" name="Title 1"/>
          <p:cNvSpPr>
            <a:spLocks noGrp="1"/>
          </p:cNvSpPr>
          <p:nvPr>
            <p:ph type="ctrTitle"/>
          </p:nvPr>
        </p:nvSpPr>
        <p:spPr>
          <a:xfrm>
            <a:off x="914401" y="3424965"/>
            <a:ext cx="10524511" cy="1458360"/>
          </a:xfrm>
        </p:spPr>
        <p:txBody>
          <a:bodyPr anchor="t">
            <a:normAutofit/>
          </a:bodyPr>
          <a:lstStyle>
            <a:lvl1pPr>
              <a:defRPr sz="32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914402" y="4961469"/>
            <a:ext cx="6310489" cy="1225964"/>
          </a:xfrm>
        </p:spPr>
        <p:txBody>
          <a:bodyPr anchor="b"/>
          <a:lstStyle>
            <a:lvl1pPr marL="0" indent="0" algn="l">
              <a:buNone/>
              <a:defRPr sz="1800">
                <a:solidFill>
                  <a:schemeClr val="tx1">
                    <a:lumMod val="65000"/>
                    <a:lumOff val="3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36605" y="5537200"/>
            <a:ext cx="3702259" cy="650232"/>
          </a:xfrm>
          <a:prstGeom prst="rect">
            <a:avLst/>
          </a:prstGeom>
        </p:spPr>
      </p:pic>
      <p:pic>
        <p:nvPicPr>
          <p:cNvPr id="9" name="Picture 8" descr="Ribbon_orange_top.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bwMode="auto">
          <a:xfrm>
            <a:off x="0" y="1601537"/>
            <a:ext cx="12192000" cy="1648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0133929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Standard 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rgbClr val="808080"/>
                </a:solidFill>
              </a:defRPr>
            </a:lvl1pPr>
            <a:lvl2pPr>
              <a:defRPr>
                <a:solidFill>
                  <a:srgbClr val="808080"/>
                </a:solidFill>
              </a:defRPr>
            </a:lvl2pPr>
            <a:lvl3pPr>
              <a:defRPr>
                <a:solidFill>
                  <a:srgbClr val="808080"/>
                </a:solidFill>
              </a:defRPr>
            </a:lvl3pPr>
            <a:lvl4pPr marL="857229" indent="-228594">
              <a:defRPr>
                <a:solidFill>
                  <a:srgbClr val="808080"/>
                </a:solidFill>
                <a:latin typeface="Arial" panose="020B0604020202020204" pitchFamily="34" charset="0"/>
                <a:cs typeface="Arial" panose="020B0604020202020204" pitchFamily="34" charset="0"/>
              </a:defRPr>
            </a:lvl4pPr>
            <a:lvl5pPr marL="1084236" indent="-228594">
              <a:defRPr>
                <a:solidFill>
                  <a:srgbClr val="808080"/>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7905136" y="6511061"/>
            <a:ext cx="3677264" cy="304412"/>
          </a:xfrm>
        </p:spPr>
        <p:txBody>
          <a:bodyPr/>
          <a:lstStyle>
            <a:lvl1pPr marL="0" marR="0" indent="0" algn="r" defTabSz="457189" rtl="0" eaLnBrk="1" fontAlgn="auto" latinLnBrk="0" hangingPunct="1">
              <a:lnSpc>
                <a:spcPct val="100000"/>
              </a:lnSpc>
              <a:spcBef>
                <a:spcPts val="0"/>
              </a:spcBef>
              <a:spcAft>
                <a:spcPts val="0"/>
              </a:spcAft>
              <a:buClrTx/>
              <a:buSzTx/>
              <a:buFontTx/>
              <a:buNone/>
              <a:tabLst/>
              <a:defRPr sz="900">
                <a:solidFill>
                  <a:srgbClr val="808080"/>
                </a:solidFill>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387245022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p:cNvSpPr/>
          <p:nvPr userDrawn="1"/>
        </p:nvSpPr>
        <p:spPr>
          <a:xfrm>
            <a:off x="0" y="1610881"/>
            <a:ext cx="12192000" cy="525221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sz="1800" dirty="0">
              <a:solidFill>
                <a:prstClr val="white"/>
              </a:solidFill>
            </a:endParaRPr>
          </a:p>
        </p:txBody>
      </p:sp>
      <p:sp>
        <p:nvSpPr>
          <p:cNvPr id="6" name="Slide Number Placeholder 5"/>
          <p:cNvSpPr>
            <a:spLocks noGrp="1"/>
          </p:cNvSpPr>
          <p:nvPr>
            <p:ph type="sldNum" sz="quarter" idx="12"/>
          </p:nvPr>
        </p:nvSpPr>
        <p:spPr/>
        <p:txBody>
          <a:bodyPr/>
          <a:lstStyle>
            <a:lvl1pPr algn="r">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cxnSp>
        <p:nvCxnSpPr>
          <p:cNvPr id="13" name="Straight Connector 12"/>
          <p:cNvCxnSpPr/>
          <p:nvPr userDrawn="1"/>
        </p:nvCxnSpPr>
        <p:spPr>
          <a:xfrm>
            <a:off x="0" y="5732585"/>
            <a:ext cx="12192000" cy="0"/>
          </a:xfrm>
          <a:prstGeom prst="line">
            <a:avLst/>
          </a:prstGeom>
          <a:ln w="9525">
            <a:solidFill>
              <a:schemeClr val="accent4"/>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userDrawn="1"/>
        </p:nvSpPr>
        <p:spPr>
          <a:xfrm>
            <a:off x="0" y="5732585"/>
            <a:ext cx="12192000" cy="538500"/>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sz="1800" dirty="0">
              <a:solidFill>
                <a:prstClr val="white"/>
              </a:solidFill>
            </a:endParaRPr>
          </a:p>
        </p:txBody>
      </p:sp>
    </p:spTree>
    <p:extLst>
      <p:ext uri="{BB962C8B-B14F-4D97-AF65-F5344CB8AC3E}">
        <p14:creationId xmlns:p14="http://schemas.microsoft.com/office/powerpoint/2010/main" val="230501981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1600201"/>
            <a:ext cx="5384800" cy="4525963"/>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41" indent="-228594">
              <a:defRPr sz="1400">
                <a:solidFill>
                  <a:schemeClr val="tx1">
                    <a:lumMod val="65000"/>
                    <a:lumOff val="35000"/>
                  </a:schemeClr>
                </a:solidFill>
                <a:latin typeface="Arial" panose="020B0604020202020204" pitchFamily="34" charset="0"/>
                <a:cs typeface="Arial" panose="020B0604020202020204" pitchFamily="34" charset="0"/>
              </a:defRPr>
            </a:lvl4pPr>
            <a:lvl5pPr marL="1084236" indent="-228594">
              <a:defRPr sz="1400">
                <a:solidFill>
                  <a:schemeClr val="tx1">
                    <a:lumMod val="65000"/>
                    <a:lumOff val="35000"/>
                  </a:schemeClr>
                </a:solidFill>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600201"/>
            <a:ext cx="5384800" cy="4525963"/>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41" indent="-228594">
              <a:defRPr sz="1400">
                <a:solidFill>
                  <a:schemeClr val="tx1">
                    <a:lumMod val="65000"/>
                    <a:lumOff val="35000"/>
                  </a:schemeClr>
                </a:solidFill>
                <a:latin typeface="Arial" panose="020B0604020202020204" pitchFamily="34" charset="0"/>
                <a:cs typeface="Arial" panose="020B0604020202020204" pitchFamily="34" charset="0"/>
              </a:defRPr>
            </a:lvl4pPr>
            <a:lvl5pPr marL="1084236" indent="-228594">
              <a:defRPr sz="1400">
                <a:solidFill>
                  <a:schemeClr val="tx1">
                    <a:lumMod val="65000"/>
                    <a:lumOff val="35000"/>
                  </a:schemeClr>
                </a:solidFill>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a:xfrm>
            <a:off x="8808016" y="6497447"/>
            <a:ext cx="2774384" cy="335775"/>
          </a:xfrm>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3265223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350690"/>
            <a:ext cx="5386917" cy="480663"/>
          </a:xfrm>
        </p:spPr>
        <p:txBody>
          <a:bodyPr anchor="b"/>
          <a:lstStyle>
            <a:lvl1pPr marL="0" indent="0">
              <a:buNone/>
              <a:defRPr sz="20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003648"/>
            <a:ext cx="5386917" cy="3951288"/>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41" indent="-228594">
              <a:defRPr sz="1400">
                <a:solidFill>
                  <a:schemeClr val="tx1">
                    <a:lumMod val="65000"/>
                    <a:lumOff val="35000"/>
                  </a:schemeClr>
                </a:solidFill>
                <a:latin typeface="Arial" panose="020B0604020202020204" pitchFamily="34" charset="0"/>
                <a:cs typeface="Arial" panose="020B0604020202020204" pitchFamily="34" charset="0"/>
              </a:defRPr>
            </a:lvl4pPr>
            <a:lvl5pPr marL="1084236" indent="-228594">
              <a:defRPr sz="1400">
                <a:solidFill>
                  <a:schemeClr val="tx1">
                    <a:lumMod val="65000"/>
                    <a:lumOff val="35000"/>
                  </a:schemeClr>
                </a:solidFill>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3369" y="1350690"/>
            <a:ext cx="5389033" cy="480663"/>
          </a:xfrm>
        </p:spPr>
        <p:txBody>
          <a:bodyPr anchor="b"/>
          <a:lstStyle>
            <a:lvl1pPr marL="0" indent="0">
              <a:buNone/>
              <a:defRPr sz="20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003648"/>
            <a:ext cx="5389033" cy="3951288"/>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41" indent="-228594">
              <a:defRPr sz="1400">
                <a:solidFill>
                  <a:schemeClr val="tx1">
                    <a:lumMod val="65000"/>
                    <a:lumOff val="35000"/>
                  </a:schemeClr>
                </a:solidFill>
                <a:latin typeface="Arial" panose="020B0604020202020204" pitchFamily="34" charset="0"/>
                <a:cs typeface="Arial" panose="020B0604020202020204" pitchFamily="34" charset="0"/>
              </a:defRPr>
            </a:lvl4pPr>
            <a:lvl5pPr marL="1084236" indent="-228594">
              <a:defRPr sz="1400">
                <a:solidFill>
                  <a:schemeClr val="tx1">
                    <a:lumMod val="65000"/>
                    <a:lumOff val="35000"/>
                  </a:schemeClr>
                </a:solidFill>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5869307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1001829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3850073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Back Cover">
    <p:spTree>
      <p:nvGrpSpPr>
        <p:cNvPr id="1" name=""/>
        <p:cNvGrpSpPr/>
        <p:nvPr/>
      </p:nvGrpSpPr>
      <p:grpSpPr>
        <a:xfrm>
          <a:off x="0" y="0"/>
          <a:ext cx="0" cy="0"/>
          <a:chOff x="0" y="0"/>
          <a:chExt cx="0" cy="0"/>
        </a:xfrm>
      </p:grpSpPr>
      <p:pic>
        <p:nvPicPr>
          <p:cNvPr id="7"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3024003" y="2082499"/>
            <a:ext cx="5857477" cy="976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userDrawn="1"/>
        </p:nvSpPr>
        <p:spPr>
          <a:xfrm>
            <a:off x="5095865" y="5009183"/>
            <a:ext cx="1685141" cy="369332"/>
          </a:xfrm>
          <a:prstGeom prst="rect">
            <a:avLst/>
          </a:prstGeom>
        </p:spPr>
        <p:txBody>
          <a:bodyPr wrap="none">
            <a:spAutoFit/>
          </a:bodyPr>
          <a:lstStyle/>
          <a:p>
            <a:pPr defTabSz="457189"/>
            <a:r>
              <a:rPr lang="en-US" sz="1800" dirty="0">
                <a:solidFill>
                  <a:srgbClr val="1F497D"/>
                </a:solidFill>
                <a:latin typeface="Arial" panose="020B0604020202020204" pitchFamily="34" charset="0"/>
                <a:ea typeface="Calibri" panose="020F0502020204030204" pitchFamily="34" charset="0"/>
                <a:cs typeface="Arial" panose="020B0604020202020204" pitchFamily="34" charset="0"/>
                <a:hlinkClick r:id="rId3"/>
              </a:rPr>
              <a:t>www.iaasb.org</a:t>
            </a:r>
            <a:endParaRPr lang="en-US" sz="2000" dirty="0">
              <a:solidFill>
                <a:prstClr val="black"/>
              </a:solidFill>
              <a:latin typeface="Arial" panose="020B0604020202020204" pitchFamily="34" charset="0"/>
              <a:ea typeface="Calibri" panose="020F0502020204030204" pitchFamily="34" charset="0"/>
              <a:cs typeface="Arial" panose="020B0604020202020204" pitchFamily="34" charset="0"/>
            </a:endParaRPr>
          </a:p>
        </p:txBody>
      </p:sp>
      <p:sp>
        <p:nvSpPr>
          <p:cNvPr id="5" name="Rectangle 5"/>
          <p:cNvSpPr>
            <a:spLocks noChangeArrowheads="1"/>
          </p:cNvSpPr>
          <p:nvPr userDrawn="1"/>
        </p:nvSpPr>
        <p:spPr bwMode="auto">
          <a:xfrm flipH="1">
            <a:off x="508000" y="6430429"/>
            <a:ext cx="11684000" cy="4603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defTabSz="457189"/>
            <a:endParaRPr lang="en-US" sz="1800" dirty="0">
              <a:solidFill>
                <a:prstClr val="black"/>
              </a:solidFill>
            </a:endParaRPr>
          </a:p>
        </p:txBody>
      </p:sp>
      <p:pic>
        <p:nvPicPr>
          <p:cNvPr id="3" name="Picture 2"/>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72746" y="5557768"/>
            <a:ext cx="770407" cy="257536"/>
          </a:xfrm>
          <a:prstGeom prst="rect">
            <a:avLst/>
          </a:prstGeom>
        </p:spPr>
      </p:pic>
      <p:pic>
        <p:nvPicPr>
          <p:cNvPr id="4" name="Picture 3"/>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3024003" y="5567520"/>
            <a:ext cx="583308" cy="257536"/>
          </a:xfrm>
          <a:prstGeom prst="rect">
            <a:avLst/>
          </a:prstGeom>
        </p:spPr>
      </p:pic>
      <p:pic>
        <p:nvPicPr>
          <p:cNvPr id="6" name="Picture 5"/>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573723" y="5554229"/>
            <a:ext cx="770407" cy="257536"/>
          </a:xfrm>
          <a:prstGeom prst="rect">
            <a:avLst/>
          </a:prstGeom>
        </p:spPr>
      </p:pic>
      <p:pic>
        <p:nvPicPr>
          <p:cNvPr id="8" name="Picture 7"/>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6501197" y="5557768"/>
            <a:ext cx="770407" cy="312565"/>
          </a:xfrm>
          <a:prstGeom prst="rect">
            <a:avLst/>
          </a:prstGeom>
        </p:spPr>
      </p:pic>
      <p:pic>
        <p:nvPicPr>
          <p:cNvPr id="9" name="Picture 8"/>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8238015" y="5557768"/>
            <a:ext cx="770407" cy="257536"/>
          </a:xfrm>
          <a:prstGeom prst="rect">
            <a:avLst/>
          </a:prstGeom>
        </p:spPr>
      </p:pic>
      <p:pic>
        <p:nvPicPr>
          <p:cNvPr id="10" name="Picture 9"/>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9780285" y="5553603"/>
            <a:ext cx="770407" cy="257536"/>
          </a:xfrm>
          <a:prstGeom prst="rect">
            <a:avLst/>
          </a:prstGeom>
        </p:spPr>
      </p:pic>
      <p:sp>
        <p:nvSpPr>
          <p:cNvPr id="11" name="Rectangle 10"/>
          <p:cNvSpPr/>
          <p:nvPr userDrawn="1"/>
        </p:nvSpPr>
        <p:spPr>
          <a:xfrm>
            <a:off x="931335" y="6144039"/>
            <a:ext cx="10837333" cy="276999"/>
          </a:xfrm>
          <a:prstGeom prst="rect">
            <a:avLst/>
          </a:prstGeom>
        </p:spPr>
        <p:txBody>
          <a:bodyPr wrap="square">
            <a:spAutoFit/>
          </a:bodyPr>
          <a:lstStyle/>
          <a:p>
            <a:pPr defTabSz="457189"/>
            <a:r>
              <a:rPr lang="en-US" sz="1200" dirty="0">
                <a:solidFill>
                  <a:prstClr val="black"/>
                </a:solidFill>
                <a:latin typeface="Arial" panose="020B0604020202020204" pitchFamily="34" charset="0"/>
                <a:ea typeface="Calibri" panose="020F0502020204030204" pitchFamily="34" charset="0"/>
              </a:rPr>
              <a:t>For copyright, trademark, and permissions information, please go to </a:t>
            </a:r>
            <a:r>
              <a:rPr lang="en-US" sz="1200" u="sng" dirty="0">
                <a:solidFill>
                  <a:srgbClr val="0563C1"/>
                </a:solidFill>
                <a:latin typeface="Arial" panose="020B0604020202020204" pitchFamily="34" charset="0"/>
                <a:ea typeface="Calibri" panose="020F0502020204030204" pitchFamily="34" charset="0"/>
                <a:cs typeface="Times New Roman" panose="02020603050405020304" pitchFamily="18" charset="0"/>
                <a:hlinkClick r:id="rId10"/>
              </a:rPr>
              <a:t>permissions</a:t>
            </a:r>
            <a:r>
              <a:rPr lang="en-US" sz="1200" dirty="0">
                <a:solidFill>
                  <a:prstClr val="black"/>
                </a:solidFill>
                <a:latin typeface="Arial" panose="020B0604020202020204" pitchFamily="34" charset="0"/>
                <a:ea typeface="Calibri" panose="020F0502020204030204" pitchFamily="34" charset="0"/>
              </a:rPr>
              <a:t> or contact </a:t>
            </a:r>
            <a:r>
              <a:rPr lang="en-US" sz="1200" u="sng" dirty="0">
                <a:solidFill>
                  <a:srgbClr val="0563C1"/>
                </a:solidFill>
                <a:latin typeface="Arial" panose="020B0604020202020204" pitchFamily="34" charset="0"/>
                <a:ea typeface="Calibri" panose="020F0502020204030204" pitchFamily="34" charset="0"/>
                <a:cs typeface="Times New Roman" panose="02020603050405020304" pitchFamily="18" charset="0"/>
                <a:hlinkClick r:id="rId11"/>
              </a:rPr>
              <a:t>permissions@ifac.org</a:t>
            </a:r>
            <a:r>
              <a:rPr lang="en-US" sz="1200" dirty="0">
                <a:solidFill>
                  <a:prstClr val="black"/>
                </a:solidFill>
                <a:latin typeface="Arial" panose="020B0604020202020204" pitchFamily="34" charset="0"/>
                <a:ea typeface="Calibri" panose="020F0502020204030204" pitchFamily="34" charset="0"/>
              </a:rPr>
              <a:t>.</a:t>
            </a:r>
            <a:endParaRPr lang="en-US" sz="1200" dirty="0">
              <a:solidFill>
                <a:prstClr val="black"/>
              </a:solidFill>
            </a:endParaRPr>
          </a:p>
        </p:txBody>
      </p:sp>
    </p:spTree>
    <p:extLst>
      <p:ext uri="{BB962C8B-B14F-4D97-AF65-F5344CB8AC3E}">
        <p14:creationId xmlns:p14="http://schemas.microsoft.com/office/powerpoint/2010/main" val="181147994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8000" y="457200"/>
            <a:ext cx="10058400" cy="533400"/>
          </a:xfrm>
        </p:spPr>
        <p:txBody>
          <a:bodyPr anchor="ctr"/>
          <a:lstStyle/>
          <a:p>
            <a:r>
              <a:rPr lang="en-US" dirty="0"/>
              <a:t>Click to edit Master title style</a:t>
            </a:r>
          </a:p>
        </p:txBody>
      </p:sp>
      <p:sp>
        <p:nvSpPr>
          <p:cNvPr id="3" name="Content Placeholder 2"/>
          <p:cNvSpPr>
            <a:spLocks noGrp="1"/>
          </p:cNvSpPr>
          <p:nvPr>
            <p:ph idx="1"/>
          </p:nvPr>
        </p:nvSpPr>
        <p:spPr/>
        <p:txBody>
          <a:bodyPr/>
          <a:lstStyle>
            <a:lvl1pPr>
              <a:defRPr>
                <a:solidFill>
                  <a:schemeClr val="tx2">
                    <a:lumMod val="65000"/>
                    <a:lumOff val="35000"/>
                  </a:schemeClr>
                </a:solidFill>
              </a:defRPr>
            </a:lvl1pPr>
            <a:lvl2pPr>
              <a:defRPr>
                <a:solidFill>
                  <a:schemeClr val="tx2">
                    <a:lumMod val="65000"/>
                    <a:lumOff val="35000"/>
                  </a:schemeClr>
                </a:solidFill>
              </a:defRPr>
            </a:lvl2pPr>
            <a:lvl3pPr>
              <a:defRPr>
                <a:solidFill>
                  <a:schemeClr val="tx2">
                    <a:lumMod val="65000"/>
                    <a:lumOff val="35000"/>
                  </a:schemeClr>
                </a:solidFill>
              </a:defRPr>
            </a:lvl3pPr>
            <a:lvl4pPr>
              <a:defRPr>
                <a:solidFill>
                  <a:schemeClr val="tx2">
                    <a:lumMod val="65000"/>
                    <a:lumOff val="35000"/>
                  </a:schemeClr>
                </a:solidFill>
              </a:defRPr>
            </a:lvl4pPr>
            <a:lvl5pPr>
              <a:defRPr>
                <a:solidFill>
                  <a:schemeClr val="tx2">
                    <a:lumMod val="65000"/>
                    <a:lumOff val="3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2"/>
          <p:cNvSpPr>
            <a:spLocks noGrp="1"/>
          </p:cNvSpPr>
          <p:nvPr>
            <p:ph type="subTitle" idx="10"/>
          </p:nvPr>
        </p:nvSpPr>
        <p:spPr>
          <a:xfrm>
            <a:off x="508000" y="152400"/>
            <a:ext cx="3556000" cy="228600"/>
          </a:xfrm>
        </p:spPr>
        <p:txBody>
          <a:bodyPr lIns="0" tIns="0" rIns="0" bIns="0"/>
          <a:lstStyle>
            <a:lvl1pPr marL="0" indent="0" algn="l">
              <a:buNone/>
              <a:defRPr sz="1400">
                <a:solidFill>
                  <a:schemeClr val="bg1"/>
                </a:solidFill>
              </a:defRPr>
            </a:lvl1pPr>
            <a:lvl2pPr marL="457189" indent="0" algn="ctr">
              <a:buNone/>
              <a:defRPr/>
            </a:lvl2pPr>
            <a:lvl3pPr marL="914377" indent="0" algn="ctr">
              <a:buNone/>
              <a:defRPr/>
            </a:lvl3pPr>
            <a:lvl4pPr marL="1371566" indent="0" algn="ctr">
              <a:buNone/>
              <a:defRPr/>
            </a:lvl4pPr>
            <a:lvl5pPr marL="1828754" indent="0" algn="ctr">
              <a:buNone/>
              <a:defRPr/>
            </a:lvl5pPr>
            <a:lvl6pPr marL="2285943" indent="0" algn="ctr">
              <a:buNone/>
              <a:defRPr/>
            </a:lvl6pPr>
            <a:lvl7pPr marL="2743131" indent="0" algn="ctr">
              <a:buNone/>
              <a:defRPr/>
            </a:lvl7pPr>
            <a:lvl8pPr marL="3200320" indent="0" algn="ctr">
              <a:buNone/>
              <a:defRPr/>
            </a:lvl8pPr>
            <a:lvl9pPr marL="3657509" indent="0" algn="ctr">
              <a:buNone/>
              <a:defRPr/>
            </a:lvl9pPr>
          </a:lstStyle>
          <a:p>
            <a:r>
              <a:rPr lang="en-US"/>
              <a:t>Click to edit Master subtitle style</a:t>
            </a:r>
            <a:endParaRPr lang="en-US" dirty="0"/>
          </a:p>
        </p:txBody>
      </p:sp>
      <p:sp>
        <p:nvSpPr>
          <p:cNvPr id="5" name="Slide Number Placeholder 3"/>
          <p:cNvSpPr>
            <a:spLocks noGrp="1"/>
          </p:cNvSpPr>
          <p:nvPr>
            <p:ph type="sldNum" sz="quarter" idx="12"/>
          </p:nvPr>
        </p:nvSpPr>
        <p:spPr>
          <a:xfrm>
            <a:off x="11044499" y="6326390"/>
            <a:ext cx="852032" cy="335775"/>
          </a:xfrm>
        </p:spPr>
        <p:txBody>
          <a:bodyPr/>
          <a:lstStyle/>
          <a:p>
            <a:fld id="{605F50E8-FD69-1B47-8B62-FEC05D161593}" type="slidenum">
              <a:rPr lang="en-US" smtClean="0"/>
              <a:pPr/>
              <a:t>‹#›</a:t>
            </a:fld>
            <a:endParaRPr lang="en-US" dirty="0"/>
          </a:p>
        </p:txBody>
      </p:sp>
    </p:spTree>
    <p:extLst>
      <p:ext uri="{BB962C8B-B14F-4D97-AF65-F5344CB8AC3E}">
        <p14:creationId xmlns:p14="http://schemas.microsoft.com/office/powerpoint/2010/main" val="161113300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C168D7C-8822-4144-868B-B6EFA480259D}" type="datetime1">
              <a:rPr lang="en-US" smtClean="0">
                <a:solidFill>
                  <a:prstClr val="black">
                    <a:tint val="75000"/>
                  </a:prstClr>
                </a:solidFill>
              </a:rPr>
              <a:pPr/>
              <a:t>12/16/2019</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5C14F10E-3CFE-4C50-9C04-3D38C47A137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73854553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AEBFDA1-892D-475D-A681-5E1B87AA4CC5}" type="datetime1">
              <a:rPr lang="en-US" smtClean="0">
                <a:solidFill>
                  <a:prstClr val="black">
                    <a:tint val="75000"/>
                  </a:prstClr>
                </a:solidFill>
              </a:rPr>
              <a:pPr/>
              <a:t>12/16/2019</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5C14F10E-3CFE-4C50-9C04-3D38C47A137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74495204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9B08FF-86A9-489B-9293-6DAA81CF5589}" type="datetime1">
              <a:rPr lang="en-US" smtClean="0">
                <a:solidFill>
                  <a:prstClr val="black">
                    <a:tint val="75000"/>
                  </a:prstClr>
                </a:solidFill>
              </a:rPr>
              <a:pPr/>
              <a:t>12/16/2019</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5C14F10E-3CFE-4C50-9C04-3D38C47A137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41366656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CE77F70-787D-4334-ABBD-4BEE84081B9F}" type="datetime1">
              <a:rPr lang="en-US" smtClean="0">
                <a:solidFill>
                  <a:prstClr val="black">
                    <a:tint val="75000"/>
                  </a:prstClr>
                </a:solidFill>
              </a:rPr>
              <a:pPr/>
              <a:t>12/16/2019</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C14F10E-3CFE-4C50-9C04-3D38C47A137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8359720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FC84004-8839-470E-98FD-2398CB003887}" type="datetime1">
              <a:rPr lang="en-US" smtClean="0">
                <a:solidFill>
                  <a:prstClr val="black">
                    <a:tint val="75000"/>
                  </a:prstClr>
                </a:solidFill>
              </a:rPr>
              <a:pPr/>
              <a:t>12/16/2019</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5C14F10E-3CFE-4C50-9C04-3D38C47A137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37083052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F0DBE43-71DC-4CB5-9DC9-86D083825D16}" type="datetime1">
              <a:rPr lang="en-US" smtClean="0">
                <a:solidFill>
                  <a:prstClr val="black">
                    <a:tint val="75000"/>
                  </a:prstClr>
                </a:solidFill>
              </a:rPr>
              <a:pPr/>
              <a:t>12/16/2019</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5C14F10E-3CFE-4C50-9C04-3D38C47A137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31772827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946410-D2D8-4C53-8D73-7FAB926DC67E}" type="datetime1">
              <a:rPr lang="en-US" smtClean="0">
                <a:solidFill>
                  <a:prstClr val="black">
                    <a:tint val="75000"/>
                  </a:prstClr>
                </a:solidFill>
              </a:rPr>
              <a:pPr/>
              <a:t>12/16/2019</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5C14F10E-3CFE-4C50-9C04-3D38C47A137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82725341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8867214-0AB1-49E6-A7A9-395C2525D2CB}" type="datetime1">
              <a:rPr lang="en-US" smtClean="0">
                <a:solidFill>
                  <a:prstClr val="black">
                    <a:tint val="75000"/>
                  </a:prstClr>
                </a:solidFill>
              </a:rPr>
              <a:pPr/>
              <a:t>12/16/2019</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C14F10E-3CFE-4C50-9C04-3D38C47A137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77049580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B615EC8-B9E7-4675-8613-1CB4C2CB4986}" type="datetime1">
              <a:rPr lang="en-US" smtClean="0">
                <a:solidFill>
                  <a:prstClr val="black">
                    <a:tint val="75000"/>
                  </a:prstClr>
                </a:solidFill>
              </a:rPr>
              <a:pPr/>
              <a:t>12/16/2019</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C14F10E-3CFE-4C50-9C04-3D38C47A137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32460564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47143D-A714-4C9D-9075-7EC3BC78008B}" type="datetime1">
              <a:rPr lang="en-US" smtClean="0">
                <a:solidFill>
                  <a:prstClr val="black">
                    <a:tint val="75000"/>
                  </a:prstClr>
                </a:solidFill>
              </a:rPr>
              <a:pPr/>
              <a:t>12/16/2019</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5C14F10E-3CFE-4C50-9C04-3D38C47A137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84434385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2B81AF-C2C2-42FA-ACA9-4469AE76468E}" type="datetime1">
              <a:rPr lang="en-US" smtClean="0">
                <a:solidFill>
                  <a:prstClr val="black">
                    <a:tint val="75000"/>
                  </a:prstClr>
                </a:solidFill>
              </a:rPr>
              <a:pPr/>
              <a:t>12/16/2019</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5C14F10E-3CFE-4C50-9C04-3D38C47A137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8350776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jpe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3.png"/><Relationship Id="rId18" Type="http://schemas.openxmlformats.org/officeDocument/2006/relationships/image" Target="../media/image8.png"/><Relationship Id="rId3" Type="http://schemas.openxmlformats.org/officeDocument/2006/relationships/slideLayout" Target="../slideLayouts/slideLayout36.xml"/><Relationship Id="rId21" Type="http://schemas.openxmlformats.org/officeDocument/2006/relationships/hyperlink" Target="http://www.iaasb.org/" TargetMode="External"/><Relationship Id="rId7" Type="http://schemas.openxmlformats.org/officeDocument/2006/relationships/slideLayout" Target="../slideLayouts/slideLayout40.xml"/><Relationship Id="rId12" Type="http://schemas.openxmlformats.org/officeDocument/2006/relationships/theme" Target="../theme/theme4.xml"/><Relationship Id="rId17" Type="http://schemas.openxmlformats.org/officeDocument/2006/relationships/image" Target="../media/image7.png"/><Relationship Id="rId2" Type="http://schemas.openxmlformats.org/officeDocument/2006/relationships/slideLayout" Target="../slideLayouts/slideLayout35.xml"/><Relationship Id="rId16" Type="http://schemas.openxmlformats.org/officeDocument/2006/relationships/image" Target="../media/image6.png"/><Relationship Id="rId20" Type="http://schemas.openxmlformats.org/officeDocument/2006/relationships/hyperlink" Target="mailto:permissions@ifac.org" TargetMode="Externa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5" Type="http://schemas.openxmlformats.org/officeDocument/2006/relationships/image" Target="../media/image5.png"/><Relationship Id="rId10" Type="http://schemas.openxmlformats.org/officeDocument/2006/relationships/slideLayout" Target="../slideLayouts/slideLayout43.xml"/><Relationship Id="rId19" Type="http://schemas.openxmlformats.org/officeDocument/2006/relationships/hyperlink" Target="http://www.ifac.org/about-ifac/translations-permissions" TargetMode="Externa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image" Target="../media/image4.png"/><Relationship Id="rId22" Type="http://schemas.openxmlformats.org/officeDocument/2006/relationships/image" Target="../media/image9.jpe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image" Target="../media/image10.jpeg"/><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13" Type="http://schemas.openxmlformats.org/officeDocument/2006/relationships/image" Target="../media/image1.jpeg"/><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856EE5-B36E-4704-9EC0-BD21A5BAD421}" type="datetime1">
              <a:rPr lang="en-US" smtClean="0"/>
              <a:t>12/16/2019</a:t>
            </a:fld>
            <a:endParaRPr lang="en-US" dirty="0"/>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31BF3E-DF8B-49A5-8A7B-7F8F24820CAC}" type="slidenum">
              <a:rPr lang="en-US" smtClean="0"/>
              <a:t>‹#›</a:t>
            </a:fld>
            <a:endParaRPr lang="en-US" dirty="0"/>
          </a:p>
        </p:txBody>
      </p:sp>
      <p:graphicFrame>
        <p:nvGraphicFramePr>
          <p:cNvPr id="7" name="Table 6"/>
          <p:cNvGraphicFramePr>
            <a:graphicFrameLocks noGrp="1"/>
          </p:cNvGraphicFramePr>
          <p:nvPr userDrawn="1">
            <p:extLst>
              <p:ext uri="{D42A27DB-BD31-4B8C-83A1-F6EECF244321}">
                <p14:modId xmlns:p14="http://schemas.microsoft.com/office/powerpoint/2010/main" val="168878278"/>
              </p:ext>
            </p:extLst>
          </p:nvPr>
        </p:nvGraphicFramePr>
        <p:xfrm>
          <a:off x="838200" y="291549"/>
          <a:ext cx="10515600" cy="5910468"/>
        </p:xfrm>
        <a:graphic>
          <a:graphicData uri="http://schemas.openxmlformats.org/drawingml/2006/table">
            <a:tbl>
              <a:tblPr firstRow="1" bandRow="1">
                <a:tableStyleId>{5C22544A-7EE6-4342-B048-85BDC9FD1C3A}</a:tableStyleId>
              </a:tblPr>
              <a:tblGrid>
                <a:gridCol w="10515600">
                  <a:extLst>
                    <a:ext uri="{9D8B030D-6E8A-4147-A177-3AD203B41FA5}">
                      <a16:colId xmlns:a16="http://schemas.microsoft.com/office/drawing/2014/main" val="20000"/>
                    </a:ext>
                  </a:extLst>
                </a:gridCol>
              </a:tblGrid>
              <a:tr h="5910468">
                <a:tc>
                  <a:txBody>
                    <a:bodyPr/>
                    <a:lstStyle/>
                    <a:p>
                      <a:endParaRPr lang="en-US" dirty="0"/>
                    </a:p>
                  </a:txBody>
                  <a:tcPr marL="121920" marR="121920">
                    <a:lnL w="28575" cap="flat" cmpd="sng" algn="ctr">
                      <a:solidFill>
                        <a:srgbClr val="F08714"/>
                      </a:solidFill>
                      <a:prstDash val="solid"/>
                      <a:round/>
                      <a:headEnd type="none" w="med" len="med"/>
                      <a:tailEnd type="none" w="med" len="med"/>
                    </a:lnL>
                    <a:lnR w="28575" cap="flat" cmpd="sng" algn="ctr">
                      <a:solidFill>
                        <a:srgbClr val="F08714"/>
                      </a:solidFill>
                      <a:prstDash val="solid"/>
                      <a:round/>
                      <a:headEnd type="none" w="med" len="med"/>
                      <a:tailEnd type="none" w="med" len="med"/>
                    </a:lnR>
                    <a:lnT w="28575" cap="flat" cmpd="sng" algn="ctr">
                      <a:solidFill>
                        <a:srgbClr val="F08714"/>
                      </a:solidFill>
                      <a:prstDash val="solid"/>
                      <a:round/>
                      <a:headEnd type="none" w="med" len="med"/>
                      <a:tailEnd type="none" w="med" len="med"/>
                    </a:lnT>
                    <a:lnB w="28575" cap="flat" cmpd="sng" algn="ctr">
                      <a:solidFill>
                        <a:srgbClr val="F08714"/>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pic>
        <p:nvPicPr>
          <p:cNvPr id="9" name="Picture 8"/>
          <p:cNvPicPr>
            <a:picLocks noChangeAspect="1"/>
          </p:cNvPicPr>
          <p:nvPr userDrawn="1"/>
        </p:nvPicPr>
        <p:blipFill>
          <a:blip r:embed="rId13" cstate="screen">
            <a:extLst>
              <a:ext uri="{28A0092B-C50C-407E-A947-70E740481C1C}">
                <a14:useLocalDpi xmlns:a14="http://schemas.microsoft.com/office/drawing/2010/main"/>
              </a:ext>
            </a:extLst>
          </a:blip>
          <a:stretch>
            <a:fillRect/>
          </a:stretch>
        </p:blipFill>
        <p:spPr>
          <a:xfrm>
            <a:off x="9038521" y="107419"/>
            <a:ext cx="2776728" cy="487680"/>
          </a:xfrm>
          <a:prstGeom prst="rect">
            <a:avLst/>
          </a:prstGeom>
        </p:spPr>
      </p:pic>
    </p:spTree>
    <p:extLst>
      <p:ext uri="{BB962C8B-B14F-4D97-AF65-F5344CB8AC3E}">
        <p14:creationId xmlns:p14="http://schemas.microsoft.com/office/powerpoint/2010/main" val="187559937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DB8EE7-8247-42AD-8E12-DC9551FCB683}" type="datetime1">
              <a:rPr lang="en-US" smtClean="0"/>
              <a:t>12/16/2019</a:t>
            </a:fld>
            <a:endParaRPr lang="en-US" dirty="0"/>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05DAD2-EBD2-4248-A1BE-DE5C530C13EE}" type="slidenum">
              <a:rPr lang="en-US" smtClean="0"/>
              <a:t>‹#›</a:t>
            </a:fld>
            <a:endParaRPr lang="en-US" dirty="0"/>
          </a:p>
        </p:txBody>
      </p:sp>
      <p:sp>
        <p:nvSpPr>
          <p:cNvPr id="8" name="Rectangle 7"/>
          <p:cNvSpPr/>
          <p:nvPr userDrawn="1"/>
        </p:nvSpPr>
        <p:spPr>
          <a:xfrm>
            <a:off x="0" y="633845"/>
            <a:ext cx="12192000" cy="447208"/>
          </a:xfrm>
          <a:prstGeom prst="rect">
            <a:avLst/>
          </a:prstGeom>
          <a:gradFill flip="none" rotWithShape="1">
            <a:gsLst>
              <a:gs pos="0">
                <a:srgbClr val="FAA61A"/>
              </a:gs>
              <a:gs pos="70000">
                <a:srgbClr val="F15A22"/>
              </a:gs>
            </a:gsLst>
            <a:lin ang="0" scaled="1"/>
            <a:tileRect/>
          </a:gradFill>
          <a:ln w="9525" cap="flat" cmpd="sng" algn="ctr">
            <a:noFill/>
            <a:prstDash val="solid"/>
          </a:ln>
          <a:effectLst/>
        </p:spPr>
        <p:txBody>
          <a:bodyPr rtlCol="0" anchor="ctr"/>
          <a:lstStyle/>
          <a:p>
            <a:pPr marL="0" marR="0" lvl="0" indent="0" algn="ctr" defTabSz="3429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prstClr val="white"/>
              </a:solidFill>
              <a:effectLst/>
              <a:uLnTx/>
              <a:uFillTx/>
              <a:latin typeface="Calibri"/>
              <a:ea typeface="+mn-ea"/>
              <a:cs typeface="+mn-cs"/>
            </a:endParaRPr>
          </a:p>
        </p:txBody>
      </p:sp>
      <p:pic>
        <p:nvPicPr>
          <p:cNvPr id="10" name="Picture 9"/>
          <p:cNvPicPr>
            <a:picLocks noChangeAspect="1"/>
          </p:cNvPicPr>
          <p:nvPr userDrawn="1"/>
        </p:nvPicPr>
        <p:blipFill>
          <a:blip r:embed="rId13">
            <a:extLst>
              <a:ext uri="{28A0092B-C50C-407E-A947-70E740481C1C}">
                <a14:useLocalDpi xmlns:a14="http://schemas.microsoft.com/office/drawing/2010/main"/>
              </a:ext>
            </a:extLst>
          </a:blip>
          <a:stretch>
            <a:fillRect/>
          </a:stretch>
        </p:blipFill>
        <p:spPr>
          <a:xfrm>
            <a:off x="0" y="1"/>
            <a:ext cx="12192000" cy="633844"/>
          </a:xfrm>
          <a:prstGeom prst="rect">
            <a:avLst/>
          </a:prstGeom>
        </p:spPr>
      </p:pic>
      <p:sp>
        <p:nvSpPr>
          <p:cNvPr id="11" name="Rectangle 10"/>
          <p:cNvSpPr/>
          <p:nvPr userDrawn="1"/>
        </p:nvSpPr>
        <p:spPr>
          <a:xfrm>
            <a:off x="0" y="6285141"/>
            <a:ext cx="12192000" cy="49434"/>
          </a:xfrm>
          <a:prstGeom prst="rect">
            <a:avLst/>
          </a:prstGeom>
          <a:gradFill flip="none" rotWithShape="1">
            <a:gsLst>
              <a:gs pos="0">
                <a:srgbClr val="FAA61A"/>
              </a:gs>
              <a:gs pos="70000">
                <a:srgbClr val="F15A22"/>
              </a:gs>
            </a:gsLst>
            <a:lin ang="0" scaled="1"/>
            <a:tileRect/>
          </a:gradFill>
          <a:ln w="9525" cap="flat" cmpd="sng" algn="ctr">
            <a:noFill/>
            <a:prstDash val="solid"/>
          </a:ln>
          <a:effectLst/>
        </p:spPr>
        <p:txBody>
          <a:bodyPr rtlCol="0" anchor="ctr"/>
          <a:lstStyle/>
          <a:p>
            <a:pPr marL="0" marR="0" lvl="0" indent="0" algn="ctr" defTabSz="3429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prstClr val="white"/>
              </a:solidFill>
              <a:effectLst/>
              <a:uLnTx/>
              <a:uFillTx/>
              <a:latin typeface="Calibri"/>
              <a:ea typeface="+mn-ea"/>
              <a:cs typeface="+mn-cs"/>
            </a:endParaRPr>
          </a:p>
        </p:txBody>
      </p:sp>
      <p:sp>
        <p:nvSpPr>
          <p:cNvPr id="12" name="Rectangle 11"/>
          <p:cNvSpPr/>
          <p:nvPr userDrawn="1"/>
        </p:nvSpPr>
        <p:spPr>
          <a:xfrm>
            <a:off x="0" y="6207974"/>
            <a:ext cx="12192000" cy="49434"/>
          </a:xfrm>
          <a:prstGeom prst="rect">
            <a:avLst/>
          </a:prstGeom>
          <a:gradFill flip="none" rotWithShape="1">
            <a:gsLst>
              <a:gs pos="0">
                <a:srgbClr val="FAA61A"/>
              </a:gs>
              <a:gs pos="70000">
                <a:srgbClr val="F15A22"/>
              </a:gs>
            </a:gsLst>
            <a:lin ang="0" scaled="1"/>
            <a:tileRect/>
          </a:gradFill>
          <a:ln w="9525" cap="flat" cmpd="sng" algn="ctr">
            <a:noFill/>
            <a:prstDash val="solid"/>
          </a:ln>
          <a:effectLst/>
        </p:spPr>
        <p:txBody>
          <a:bodyPr rtlCol="0" anchor="ctr"/>
          <a:lstStyle/>
          <a:p>
            <a:pPr marL="0" marR="0" lvl="0" indent="0" algn="ctr" defTabSz="3429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prstClr val="white"/>
              </a:solidFill>
              <a:effectLst/>
              <a:uLnTx/>
              <a:uFillTx/>
              <a:latin typeface="Calibri"/>
              <a:ea typeface="+mn-ea"/>
              <a:cs typeface="+mn-cs"/>
            </a:endParaRPr>
          </a:p>
        </p:txBody>
      </p:sp>
      <p:pic>
        <p:nvPicPr>
          <p:cNvPr id="13" name="Picture 12"/>
          <p:cNvPicPr>
            <a:picLocks noChangeAspect="1"/>
          </p:cNvPicPr>
          <p:nvPr userDrawn="1"/>
        </p:nvPicPr>
        <p:blipFill>
          <a:blip r:embed="rId14" cstate="screen">
            <a:extLst>
              <a:ext uri="{28A0092B-C50C-407E-A947-70E740481C1C}">
                <a14:useLocalDpi xmlns:a14="http://schemas.microsoft.com/office/drawing/2010/main"/>
              </a:ext>
            </a:extLst>
          </a:blip>
          <a:stretch>
            <a:fillRect/>
          </a:stretch>
        </p:blipFill>
        <p:spPr>
          <a:xfrm>
            <a:off x="9038521" y="107419"/>
            <a:ext cx="2776728" cy="487680"/>
          </a:xfrm>
          <a:prstGeom prst="rect">
            <a:avLst/>
          </a:prstGeom>
        </p:spPr>
      </p:pic>
    </p:spTree>
    <p:extLst>
      <p:ext uri="{BB962C8B-B14F-4D97-AF65-F5344CB8AC3E}">
        <p14:creationId xmlns:p14="http://schemas.microsoft.com/office/powerpoint/2010/main" val="65201432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C6B8DE-675F-4831-9241-FE2F5CAD1845}" type="datetime1">
              <a:rPr lang="en-US" smtClean="0"/>
              <a:t>12/16/2019</a:t>
            </a:fld>
            <a:endParaRPr lang="en-US" dirty="0"/>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05E96D-C2D6-4C1C-BEE1-8F30C6DF7FED}" type="slidenum">
              <a:rPr lang="en-US" smtClean="0"/>
              <a:t>‹#›</a:t>
            </a:fld>
            <a:endParaRPr lang="en-US" dirty="0"/>
          </a:p>
        </p:txBody>
      </p:sp>
      <p:pic>
        <p:nvPicPr>
          <p:cNvPr id="8" name="Picture 7"/>
          <p:cNvPicPr>
            <a:picLocks noChangeAspect="1"/>
          </p:cNvPicPr>
          <p:nvPr userDrawn="1"/>
        </p:nvPicPr>
        <p:blipFill>
          <a:blip r:embed="rId13" cstate="screen">
            <a:extLst>
              <a:ext uri="{28A0092B-C50C-407E-A947-70E740481C1C}">
                <a14:useLocalDpi xmlns:a14="http://schemas.microsoft.com/office/drawing/2010/main"/>
              </a:ext>
            </a:extLst>
          </a:blip>
          <a:stretch>
            <a:fillRect/>
          </a:stretch>
        </p:blipFill>
        <p:spPr>
          <a:xfrm>
            <a:off x="9038521" y="107419"/>
            <a:ext cx="2776728" cy="487680"/>
          </a:xfrm>
          <a:prstGeom prst="rect">
            <a:avLst/>
          </a:prstGeom>
        </p:spPr>
      </p:pic>
    </p:spTree>
    <p:extLst>
      <p:ext uri="{BB962C8B-B14F-4D97-AF65-F5344CB8AC3E}">
        <p14:creationId xmlns:p14="http://schemas.microsoft.com/office/powerpoint/2010/main" val="393532540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9C7CB0-694A-4CF9-A877-F97EB51B4CF3}" type="datetime1">
              <a:rPr lang="en-US" smtClean="0"/>
              <a:t>12/16/2019</a:t>
            </a:fld>
            <a:endParaRPr lang="en-US" dirty="0"/>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F7A7E9-A6B9-48E9-BF8E-B5EFD8DCE520}" type="slidenum">
              <a:rPr lang="en-US" smtClean="0"/>
              <a:t>‹#›</a:t>
            </a:fld>
            <a:endParaRPr lang="en-US" dirty="0"/>
          </a:p>
        </p:txBody>
      </p:sp>
      <p:pic>
        <p:nvPicPr>
          <p:cNvPr id="10" name="Picture 9"/>
          <p:cNvPicPr>
            <a:picLocks noChangeAspect="1"/>
          </p:cNvPicPr>
          <p:nvPr userDrawn="1"/>
        </p:nvPicPr>
        <p:blipFill>
          <a:blip r:embed="rId13" cstate="screen">
            <a:extLst>
              <a:ext uri="{28A0092B-C50C-407E-A947-70E740481C1C}">
                <a14:useLocalDpi xmlns:a14="http://schemas.microsoft.com/office/drawing/2010/main"/>
              </a:ext>
            </a:extLst>
          </a:blip>
          <a:stretch>
            <a:fillRect/>
          </a:stretch>
        </p:blipFill>
        <p:spPr>
          <a:xfrm>
            <a:off x="1172746" y="5520048"/>
            <a:ext cx="770407" cy="193152"/>
          </a:xfrm>
          <a:prstGeom prst="rect">
            <a:avLst/>
          </a:prstGeom>
        </p:spPr>
      </p:pic>
      <p:pic>
        <p:nvPicPr>
          <p:cNvPr id="11" name="Picture 10"/>
          <p:cNvPicPr>
            <a:picLocks noChangeAspect="1"/>
          </p:cNvPicPr>
          <p:nvPr userDrawn="1"/>
        </p:nvPicPr>
        <p:blipFill>
          <a:blip r:embed="rId14" cstate="screen">
            <a:extLst>
              <a:ext uri="{28A0092B-C50C-407E-A947-70E740481C1C}">
                <a14:useLocalDpi xmlns:a14="http://schemas.microsoft.com/office/drawing/2010/main"/>
              </a:ext>
            </a:extLst>
          </a:blip>
          <a:stretch>
            <a:fillRect/>
          </a:stretch>
        </p:blipFill>
        <p:spPr>
          <a:xfrm>
            <a:off x="3024003" y="5527362"/>
            <a:ext cx="583308" cy="193152"/>
          </a:xfrm>
          <a:prstGeom prst="rect">
            <a:avLst/>
          </a:prstGeom>
        </p:spPr>
      </p:pic>
      <p:pic>
        <p:nvPicPr>
          <p:cNvPr id="12" name="Picture 11"/>
          <p:cNvPicPr>
            <a:picLocks noChangeAspect="1"/>
          </p:cNvPicPr>
          <p:nvPr userDrawn="1"/>
        </p:nvPicPr>
        <p:blipFill>
          <a:blip r:embed="rId15" cstate="screen">
            <a:extLst>
              <a:ext uri="{28A0092B-C50C-407E-A947-70E740481C1C}">
                <a14:useLocalDpi xmlns:a14="http://schemas.microsoft.com/office/drawing/2010/main"/>
              </a:ext>
            </a:extLst>
          </a:blip>
          <a:stretch>
            <a:fillRect/>
          </a:stretch>
        </p:blipFill>
        <p:spPr>
          <a:xfrm>
            <a:off x="4573723" y="5517394"/>
            <a:ext cx="770407" cy="193152"/>
          </a:xfrm>
          <a:prstGeom prst="rect">
            <a:avLst/>
          </a:prstGeom>
        </p:spPr>
      </p:pic>
      <p:pic>
        <p:nvPicPr>
          <p:cNvPr id="13" name="Picture 12"/>
          <p:cNvPicPr>
            <a:picLocks noChangeAspect="1"/>
          </p:cNvPicPr>
          <p:nvPr userDrawn="1"/>
        </p:nvPicPr>
        <p:blipFill>
          <a:blip r:embed="rId16" cstate="screen">
            <a:extLst>
              <a:ext uri="{28A0092B-C50C-407E-A947-70E740481C1C}">
                <a14:useLocalDpi xmlns:a14="http://schemas.microsoft.com/office/drawing/2010/main"/>
              </a:ext>
            </a:extLst>
          </a:blip>
          <a:stretch>
            <a:fillRect/>
          </a:stretch>
        </p:blipFill>
        <p:spPr>
          <a:xfrm>
            <a:off x="6501197" y="5520048"/>
            <a:ext cx="770407" cy="234424"/>
          </a:xfrm>
          <a:prstGeom prst="rect">
            <a:avLst/>
          </a:prstGeom>
        </p:spPr>
      </p:pic>
      <p:pic>
        <p:nvPicPr>
          <p:cNvPr id="14" name="Picture 13"/>
          <p:cNvPicPr>
            <a:picLocks noChangeAspect="1"/>
          </p:cNvPicPr>
          <p:nvPr userDrawn="1"/>
        </p:nvPicPr>
        <p:blipFill>
          <a:blip r:embed="rId17" cstate="screen">
            <a:extLst>
              <a:ext uri="{28A0092B-C50C-407E-A947-70E740481C1C}">
                <a14:useLocalDpi xmlns:a14="http://schemas.microsoft.com/office/drawing/2010/main"/>
              </a:ext>
            </a:extLst>
          </a:blip>
          <a:stretch>
            <a:fillRect/>
          </a:stretch>
        </p:blipFill>
        <p:spPr>
          <a:xfrm>
            <a:off x="8238015" y="5520048"/>
            <a:ext cx="770407" cy="193152"/>
          </a:xfrm>
          <a:prstGeom prst="rect">
            <a:avLst/>
          </a:prstGeom>
        </p:spPr>
      </p:pic>
      <p:pic>
        <p:nvPicPr>
          <p:cNvPr id="15" name="Picture 14"/>
          <p:cNvPicPr>
            <a:picLocks noChangeAspect="1"/>
          </p:cNvPicPr>
          <p:nvPr userDrawn="1"/>
        </p:nvPicPr>
        <p:blipFill>
          <a:blip r:embed="rId18" cstate="screen">
            <a:extLst>
              <a:ext uri="{28A0092B-C50C-407E-A947-70E740481C1C}">
                <a14:useLocalDpi xmlns:a14="http://schemas.microsoft.com/office/drawing/2010/main"/>
              </a:ext>
            </a:extLst>
          </a:blip>
          <a:stretch>
            <a:fillRect/>
          </a:stretch>
        </p:blipFill>
        <p:spPr>
          <a:xfrm>
            <a:off x="9780285" y="5516924"/>
            <a:ext cx="770407" cy="193152"/>
          </a:xfrm>
          <a:prstGeom prst="rect">
            <a:avLst/>
          </a:prstGeom>
        </p:spPr>
      </p:pic>
      <p:sp>
        <p:nvSpPr>
          <p:cNvPr id="16" name="Rectangle 15"/>
          <p:cNvSpPr/>
          <p:nvPr userDrawn="1"/>
        </p:nvSpPr>
        <p:spPr>
          <a:xfrm>
            <a:off x="931335" y="5827229"/>
            <a:ext cx="10837333" cy="230832"/>
          </a:xfrm>
          <a:prstGeom prst="rect">
            <a:avLst/>
          </a:prstGeom>
        </p:spPr>
        <p:txBody>
          <a:bodyPr wrap="square">
            <a:spAutoFit/>
          </a:bodyPr>
          <a:lstStyle/>
          <a:p>
            <a:pPr algn="l"/>
            <a:r>
              <a:rPr lang="en-US" sz="900" dirty="0">
                <a:effectLst/>
                <a:latin typeface="Arial" panose="020B0604020202020204" pitchFamily="34" charset="0"/>
                <a:ea typeface="Calibri" panose="020F0502020204030204" pitchFamily="34" charset="0"/>
              </a:rPr>
              <a:t>For copyright, trademark, and permissions information, please go to </a:t>
            </a:r>
            <a:r>
              <a:rPr lang="en-US" sz="9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19"/>
              </a:rPr>
              <a:t>permissions</a:t>
            </a:r>
            <a:r>
              <a:rPr lang="en-US" sz="900" dirty="0">
                <a:effectLst/>
                <a:latin typeface="Arial" panose="020B0604020202020204" pitchFamily="34" charset="0"/>
                <a:ea typeface="Calibri" panose="020F0502020204030204" pitchFamily="34" charset="0"/>
              </a:rPr>
              <a:t> or contact </a:t>
            </a:r>
            <a:r>
              <a:rPr lang="en-US" sz="9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20"/>
              </a:rPr>
              <a:t>permissions@ifac.org</a:t>
            </a:r>
            <a:r>
              <a:rPr lang="en-US" sz="900" dirty="0">
                <a:effectLst/>
                <a:latin typeface="Arial" panose="020B0604020202020204" pitchFamily="34" charset="0"/>
                <a:ea typeface="Calibri" panose="020F0502020204030204" pitchFamily="34" charset="0"/>
              </a:rPr>
              <a:t>.</a:t>
            </a:r>
            <a:endParaRPr lang="en-US" sz="900" dirty="0"/>
          </a:p>
        </p:txBody>
      </p:sp>
      <p:sp>
        <p:nvSpPr>
          <p:cNvPr id="17" name="Rectangle 16"/>
          <p:cNvSpPr/>
          <p:nvPr userDrawn="1"/>
        </p:nvSpPr>
        <p:spPr>
          <a:xfrm>
            <a:off x="5139681" y="4870068"/>
            <a:ext cx="1310039" cy="300082"/>
          </a:xfrm>
          <a:prstGeom prst="rect">
            <a:avLst/>
          </a:prstGeom>
        </p:spPr>
        <p:txBody>
          <a:bodyPr wrap="none">
            <a:spAutoFit/>
          </a:bodyPr>
          <a:lstStyle/>
          <a:p>
            <a:pPr marL="0" marR="0">
              <a:spcBef>
                <a:spcPts val="0"/>
              </a:spcBef>
              <a:spcAft>
                <a:spcPts val="0"/>
              </a:spcAft>
            </a:pPr>
            <a:r>
              <a:rPr lang="en-US" sz="1350" u="none" dirty="0">
                <a:solidFill>
                  <a:srgbClr val="1F497D"/>
                </a:solidFill>
                <a:effectLst/>
                <a:latin typeface="Arial" panose="020B0604020202020204" pitchFamily="34" charset="0"/>
                <a:ea typeface="Calibri" panose="020F0502020204030204" pitchFamily="34" charset="0"/>
                <a:cs typeface="Arial" panose="020B0604020202020204" pitchFamily="34" charset="0"/>
                <a:hlinkClick r:id="rId21"/>
              </a:rPr>
              <a:t>www.iaasb.org</a:t>
            </a:r>
            <a:endParaRPr lang="en-US" sz="1500" u="none" dirty="0">
              <a:effectLst/>
              <a:latin typeface="Arial" panose="020B0604020202020204" pitchFamily="34" charset="0"/>
              <a:ea typeface="Calibri" panose="020F0502020204030204" pitchFamily="34" charset="0"/>
              <a:cs typeface="Arial" panose="020B0604020202020204" pitchFamily="34" charset="0"/>
            </a:endParaRPr>
          </a:p>
        </p:txBody>
      </p:sp>
      <p:pic>
        <p:nvPicPr>
          <p:cNvPr id="18" name="Picture 17"/>
          <p:cNvPicPr>
            <a:picLocks noChangeAspect="1"/>
          </p:cNvPicPr>
          <p:nvPr userDrawn="1"/>
        </p:nvPicPr>
        <p:blipFill>
          <a:blip r:embed="rId22" cstate="print">
            <a:extLst>
              <a:ext uri="{28A0092B-C50C-407E-A947-70E740481C1C}">
                <a14:useLocalDpi xmlns:a14="http://schemas.microsoft.com/office/drawing/2010/main"/>
              </a:ext>
            </a:extLst>
          </a:blip>
          <a:stretch>
            <a:fillRect/>
          </a:stretch>
        </p:blipFill>
        <p:spPr>
          <a:xfrm>
            <a:off x="3581399" y="2461794"/>
            <a:ext cx="4326783" cy="759918"/>
          </a:xfrm>
          <a:prstGeom prst="rect">
            <a:avLst/>
          </a:prstGeom>
        </p:spPr>
      </p:pic>
      <p:sp>
        <p:nvSpPr>
          <p:cNvPr id="19" name="Rectangle 18"/>
          <p:cNvSpPr/>
          <p:nvPr userDrawn="1"/>
        </p:nvSpPr>
        <p:spPr>
          <a:xfrm>
            <a:off x="0" y="6285141"/>
            <a:ext cx="12192000" cy="49434"/>
          </a:xfrm>
          <a:prstGeom prst="rect">
            <a:avLst/>
          </a:prstGeom>
          <a:gradFill flip="none" rotWithShape="1">
            <a:gsLst>
              <a:gs pos="0">
                <a:srgbClr val="FAA61A"/>
              </a:gs>
              <a:gs pos="70000">
                <a:srgbClr val="F15A22"/>
              </a:gs>
            </a:gsLst>
            <a:lin ang="0" scaled="1"/>
            <a:tileRect/>
          </a:gradFill>
          <a:ln w="9525" cap="flat" cmpd="sng" algn="ctr">
            <a:noFill/>
            <a:prstDash val="solid"/>
          </a:ln>
          <a:effectLst/>
        </p:spPr>
        <p:txBody>
          <a:bodyPr rtlCol="0" anchor="ctr"/>
          <a:lstStyle/>
          <a:p>
            <a:pPr marL="0" marR="0" lvl="0" indent="0" algn="ctr" defTabSz="3429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prstClr val="white"/>
              </a:solidFill>
              <a:effectLst/>
              <a:uLnTx/>
              <a:uFillTx/>
              <a:latin typeface="Calibri"/>
              <a:ea typeface="+mn-ea"/>
              <a:cs typeface="+mn-cs"/>
            </a:endParaRPr>
          </a:p>
        </p:txBody>
      </p:sp>
      <p:sp>
        <p:nvSpPr>
          <p:cNvPr id="20" name="Rectangle 19"/>
          <p:cNvSpPr/>
          <p:nvPr userDrawn="1"/>
        </p:nvSpPr>
        <p:spPr>
          <a:xfrm>
            <a:off x="0" y="6207974"/>
            <a:ext cx="12192000" cy="49434"/>
          </a:xfrm>
          <a:prstGeom prst="rect">
            <a:avLst/>
          </a:prstGeom>
          <a:gradFill flip="none" rotWithShape="1">
            <a:gsLst>
              <a:gs pos="0">
                <a:srgbClr val="FAA61A"/>
              </a:gs>
              <a:gs pos="70000">
                <a:srgbClr val="F15A22"/>
              </a:gs>
            </a:gsLst>
            <a:lin ang="0" scaled="1"/>
            <a:tileRect/>
          </a:gradFill>
          <a:ln w="9525" cap="flat" cmpd="sng" algn="ctr">
            <a:noFill/>
            <a:prstDash val="solid"/>
          </a:ln>
          <a:effectLst/>
        </p:spPr>
        <p:txBody>
          <a:bodyPr rtlCol="0" anchor="ctr"/>
          <a:lstStyle/>
          <a:p>
            <a:pPr marL="0" marR="0" lvl="0" indent="0" algn="ctr" defTabSz="3429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57806995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userDrawn="1"/>
        </p:nvSpPr>
        <p:spPr>
          <a:xfrm>
            <a:off x="0" y="569917"/>
            <a:ext cx="12192000" cy="538500"/>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sz="1800" dirty="0">
              <a:solidFill>
                <a:prstClr val="white"/>
              </a:solidFill>
            </a:endParaRPr>
          </a:p>
        </p:txBody>
      </p:sp>
      <p:sp>
        <p:nvSpPr>
          <p:cNvPr id="2" name="Title Placeholder 1"/>
          <p:cNvSpPr>
            <a:spLocks noGrp="1"/>
          </p:cNvSpPr>
          <p:nvPr>
            <p:ph type="title"/>
          </p:nvPr>
        </p:nvSpPr>
        <p:spPr>
          <a:xfrm>
            <a:off x="609600" y="569917"/>
            <a:ext cx="10972800" cy="538500"/>
          </a:xfrm>
          <a:prstGeom prst="rect">
            <a:avLst/>
          </a:prstGeom>
        </p:spPr>
        <p:txBody>
          <a:bodyPr vert="horz" lIns="0" tIns="0" rIns="0" bIns="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609600" y="1600202"/>
            <a:ext cx="10972800" cy="4251569"/>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2"/>
          </p:nvPr>
        </p:nvSpPr>
        <p:spPr>
          <a:xfrm>
            <a:off x="606647" y="6511061"/>
            <a:ext cx="2743200" cy="304412"/>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defRPr>
            </a:lvl1pPr>
          </a:lstStyle>
          <a:p>
            <a:pPr defTabSz="457189"/>
            <a:fld id="{AF73A935-0AD8-4B38-AD39-55437B5CA1D2}" type="datetime1">
              <a:rPr lang="en-US" smtClean="0">
                <a:solidFill>
                  <a:prstClr val="black">
                    <a:tint val="75000"/>
                  </a:prstClr>
                </a:solidFill>
              </a:rPr>
              <a:pPr defTabSz="457189"/>
              <a:t>12/16/2019</a:t>
            </a:fld>
            <a:endParaRPr lang="en-US" dirty="0">
              <a:solidFill>
                <a:prstClr val="black">
                  <a:tint val="75000"/>
                </a:prstClr>
              </a:solidFill>
            </a:endParaRPr>
          </a:p>
        </p:txBody>
      </p:sp>
      <p:sp>
        <p:nvSpPr>
          <p:cNvPr id="5" name="Footer Placeholder 4"/>
          <p:cNvSpPr>
            <a:spLocks noGrp="1"/>
          </p:cNvSpPr>
          <p:nvPr>
            <p:ph type="ftr" sz="quarter" idx="3"/>
          </p:nvPr>
        </p:nvSpPr>
        <p:spPr>
          <a:xfrm>
            <a:off x="4021531" y="6511061"/>
            <a:ext cx="4114800" cy="304412"/>
          </a:xfrm>
          <a:prstGeom prst="rect">
            <a:avLst/>
          </a:prstGeom>
        </p:spPr>
        <p:txBody>
          <a:bodyPr vert="horz" lIns="91440" tIns="45720" rIns="91440" bIns="45720" rtlCol="0" anchor="ctr"/>
          <a:lstStyle>
            <a:lvl1pPr algn="ctr">
              <a:defRPr sz="900">
                <a:solidFill>
                  <a:schemeClr val="tx1">
                    <a:tint val="75000"/>
                  </a:schemeClr>
                </a:solidFill>
                <a:latin typeface="Arial" panose="020B0604020202020204" pitchFamily="34" charset="0"/>
              </a:defRPr>
            </a:lvl1pPr>
          </a:lstStyle>
          <a:p>
            <a:pPr defTabSz="457189"/>
            <a:endParaRPr lang="en-US" dirty="0">
              <a:solidFill>
                <a:prstClr val="black">
                  <a:tint val="75000"/>
                </a:prstClr>
              </a:solidFill>
            </a:endParaRPr>
          </a:p>
        </p:txBody>
      </p:sp>
      <p:sp>
        <p:nvSpPr>
          <p:cNvPr id="6" name="Slide Number Placeholder 5"/>
          <p:cNvSpPr>
            <a:spLocks noGrp="1"/>
          </p:cNvSpPr>
          <p:nvPr>
            <p:ph type="sldNum" sz="quarter" idx="4"/>
          </p:nvPr>
        </p:nvSpPr>
        <p:spPr>
          <a:xfrm>
            <a:off x="8808016" y="6511061"/>
            <a:ext cx="2774384" cy="304412"/>
          </a:xfrm>
          <a:prstGeom prst="rect">
            <a:avLst/>
          </a:prstGeom>
        </p:spPr>
        <p:txBody>
          <a:bodyPr vert="horz" lIns="0" tIns="0" rIns="0" bIns="0" rtlCol="0" anchor="ctr"/>
          <a:lstStyle>
            <a:lvl1pPr algn="ctr">
              <a:defRPr sz="900">
                <a:solidFill>
                  <a:srgbClr val="808080"/>
                </a:solidFill>
                <a:latin typeface="Arial Narrow"/>
                <a:cs typeface="Arial Narrow"/>
              </a:defRPr>
            </a:lvl1pPr>
          </a:lstStyle>
          <a:p>
            <a:pPr algn="r" defTabSz="457189"/>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defTabSz="457189"/>
              <a:t>‹#›</a:t>
            </a:fld>
            <a:endParaRPr lang="en-US" dirty="0">
              <a:latin typeface="Arial" panose="020B0604020202020204" pitchFamily="34" charset="0"/>
              <a:cs typeface="Arial" panose="020B0604020202020204" pitchFamily="34" charset="0"/>
            </a:endParaRPr>
          </a:p>
        </p:txBody>
      </p:sp>
      <p:sp>
        <p:nvSpPr>
          <p:cNvPr id="14" name="Rectangle 5"/>
          <p:cNvSpPr>
            <a:spLocks noChangeArrowheads="1"/>
          </p:cNvSpPr>
          <p:nvPr userDrawn="1"/>
        </p:nvSpPr>
        <p:spPr bwMode="auto">
          <a:xfrm flipH="1">
            <a:off x="508000" y="6429638"/>
            <a:ext cx="11684000" cy="4603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defTabSz="457189"/>
            <a:endParaRPr lang="en-US" sz="1800" dirty="0">
              <a:solidFill>
                <a:prstClr val="black"/>
              </a:solidFill>
            </a:endParaRPr>
          </a:p>
        </p:txBody>
      </p:sp>
      <p:pic>
        <p:nvPicPr>
          <p:cNvPr id="11" name="Picture 10" descr="IAASB Logo with FullName.jpg"/>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9199157" y="73879"/>
            <a:ext cx="2383243" cy="418572"/>
          </a:xfrm>
          <a:prstGeom prst="rect">
            <a:avLst/>
          </a:prstGeom>
        </p:spPr>
      </p:pic>
    </p:spTree>
    <p:extLst>
      <p:ext uri="{BB962C8B-B14F-4D97-AF65-F5344CB8AC3E}">
        <p14:creationId xmlns:p14="http://schemas.microsoft.com/office/powerpoint/2010/main" val="2741929745"/>
      </p:ext>
    </p:extLst>
  </p:cSld>
  <p:clrMap bg1="lt1" tx1="dk1" bg2="lt2" tx2="dk2" accent1="accent1" accent2="accent2" accent3="accent3" accent4="accent4" accent5="accent5" accent6="accent6" hlink="hlink" folHlink="folHlink"/>
  <p:sldLayoutIdLst>
    <p:sldLayoutId id="2147483845" r:id="rId1"/>
    <p:sldLayoutId id="2147483846" r:id="rId2"/>
    <p:sldLayoutId id="2147483847" r:id="rId3"/>
    <p:sldLayoutId id="2147483848" r:id="rId4"/>
    <p:sldLayoutId id="2147483849" r:id="rId5"/>
    <p:sldLayoutId id="2147483850" r:id="rId6"/>
    <p:sldLayoutId id="2147483851" r:id="rId7"/>
    <p:sldLayoutId id="2147483852" r:id="rId8"/>
    <p:sldLayoutId id="2147483853" r:id="rId9"/>
    <p:sldLayoutId id="2147483854" r:id="rId10"/>
    <p:sldLayoutId id="2147483855" r:id="rId11"/>
  </p:sldLayoutIdLst>
  <p:hf hdr="0" ftr="0" dt="0"/>
  <p:txStyles>
    <p:titleStyle>
      <a:lvl1pPr algn="l" defTabSz="457189" rtl="0" eaLnBrk="1" latinLnBrk="0" hangingPunct="1">
        <a:spcBef>
          <a:spcPct val="0"/>
        </a:spcBef>
        <a:buNone/>
        <a:defRPr sz="2400" kern="1200">
          <a:solidFill>
            <a:schemeClr val="bg1"/>
          </a:solidFill>
          <a:latin typeface="Arial" panose="020B0604020202020204" pitchFamily="34" charset="0"/>
          <a:ea typeface="+mj-ea"/>
          <a:cs typeface="Arial" panose="020B0604020202020204" pitchFamily="34" charset="0"/>
        </a:defRPr>
      </a:lvl1pPr>
    </p:titleStyle>
    <p:body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3E7E7A-EFDA-4F96-BA3A-43C7E3A490FB}" type="datetime1">
              <a:rPr lang="en-US" smtClean="0">
                <a:solidFill>
                  <a:prstClr val="black">
                    <a:tint val="75000"/>
                  </a:prstClr>
                </a:solidFill>
              </a:rPr>
              <a:pPr/>
              <a:t>12/16/2019</a:t>
            </a:fld>
            <a:endParaRPr lang="en-US" dirty="0">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14F10E-3CFE-4C50-9C04-3D38C47A1378}" type="slidenum">
              <a:rPr lang="en-US" smtClean="0">
                <a:solidFill>
                  <a:prstClr val="black">
                    <a:tint val="75000"/>
                  </a:prstClr>
                </a:solidFill>
              </a:rPr>
              <a:pPr/>
              <a:t>‹#›</a:t>
            </a:fld>
            <a:endParaRPr lang="en-US" dirty="0">
              <a:solidFill>
                <a:prstClr val="black">
                  <a:tint val="75000"/>
                </a:prstClr>
              </a:solidFill>
            </a:endParaRPr>
          </a:p>
        </p:txBody>
      </p:sp>
      <p:graphicFrame>
        <p:nvGraphicFramePr>
          <p:cNvPr id="8" name="Table 7"/>
          <p:cNvGraphicFramePr>
            <a:graphicFrameLocks noGrp="1"/>
          </p:cNvGraphicFramePr>
          <p:nvPr userDrawn="1">
            <p:extLst/>
          </p:nvPr>
        </p:nvGraphicFramePr>
        <p:xfrm>
          <a:off x="838200" y="1225605"/>
          <a:ext cx="2006600" cy="1291473"/>
        </p:xfrm>
        <a:graphic>
          <a:graphicData uri="http://schemas.openxmlformats.org/drawingml/2006/table">
            <a:tbl>
              <a:tblPr firstRow="1" bandRow="1">
                <a:tableStyleId>{7E9639D4-E3E2-4D34-9284-5A2195B3D0D7}</a:tableStyleId>
              </a:tblPr>
              <a:tblGrid>
                <a:gridCol w="2006600">
                  <a:extLst>
                    <a:ext uri="{9D8B030D-6E8A-4147-A177-3AD203B41FA5}">
                      <a16:colId xmlns:a16="http://schemas.microsoft.com/office/drawing/2014/main" val="20000"/>
                    </a:ext>
                  </a:extLst>
                </a:gridCol>
              </a:tblGrid>
              <a:tr h="233017">
                <a:tc>
                  <a:txBody>
                    <a:bodyPr/>
                    <a:lstStyle/>
                    <a:p>
                      <a:endParaRPr lang="en-US" sz="800" dirty="0">
                        <a:latin typeface="Arial" panose="020B0604020202020204" pitchFamily="34" charset="0"/>
                        <a:cs typeface="Arial" panose="020B0604020202020204" pitchFamily="34" charset="0"/>
                      </a:endParaRPr>
                    </a:p>
                  </a:txBody>
                  <a:tcPr marL="121920" marR="121920">
                    <a:lnL w="38100" cap="flat" cmpd="sng" algn="ctr">
                      <a:solidFill>
                        <a:srgbClr val="F08714"/>
                      </a:solidFill>
                      <a:prstDash val="solid"/>
                      <a:round/>
                      <a:headEnd type="none" w="med" len="med"/>
                      <a:tailEnd type="none" w="med" len="med"/>
                    </a:lnL>
                    <a:lnR w="38100" cap="flat" cmpd="sng" algn="ctr">
                      <a:solidFill>
                        <a:srgbClr val="F08714"/>
                      </a:solidFill>
                      <a:prstDash val="solid"/>
                      <a:round/>
                      <a:headEnd type="none" w="med" len="med"/>
                      <a:tailEnd type="none" w="med" len="med"/>
                    </a:lnR>
                    <a:lnT w="38100" cap="flat" cmpd="sng" algn="ctr">
                      <a:solidFill>
                        <a:srgbClr val="F08714"/>
                      </a:solid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715397">
                <a:tc>
                  <a:txBody>
                    <a:bodyPr/>
                    <a:lstStyle/>
                    <a:p>
                      <a:endParaRPr lang="en-US" dirty="0"/>
                    </a:p>
                  </a:txBody>
                  <a:tcPr marL="121920" marR="121920">
                    <a:lnL w="38100" cap="flat" cmpd="sng" algn="ctr">
                      <a:solidFill>
                        <a:srgbClr val="F08714"/>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43059">
                <a:tc>
                  <a:txBody>
                    <a:bodyPr/>
                    <a:lstStyle/>
                    <a:p>
                      <a:endParaRPr lang="en-US" sz="800" dirty="0">
                        <a:latin typeface="Arial" panose="020B0604020202020204" pitchFamily="34" charset="0"/>
                        <a:cs typeface="Arial" panose="020B0604020202020204" pitchFamily="34" charset="0"/>
                      </a:endParaRPr>
                    </a:p>
                  </a:txBody>
                  <a:tcPr marL="121920" marR="121920">
                    <a:lnL w="38100" cap="flat" cmpd="sng" algn="ctr">
                      <a:solidFill>
                        <a:srgbClr val="F08714"/>
                      </a:solidFill>
                      <a:prstDash val="solid"/>
                      <a:round/>
                      <a:headEnd type="none" w="med" len="med"/>
                      <a:tailEnd type="none" w="med" len="med"/>
                    </a:lnL>
                    <a:lnR w="38100" cap="flat" cmpd="sng" algn="ctr">
                      <a:solidFill>
                        <a:srgbClr val="F08714"/>
                      </a:solidFill>
                      <a:prstDash val="solid"/>
                      <a:round/>
                      <a:headEnd type="none" w="med" len="med"/>
                      <a:tailEnd type="none" w="med" len="med"/>
                    </a:lnR>
                    <a:lnT w="6350" cap="flat" cmpd="sng" algn="ctr">
                      <a:noFill/>
                      <a:prstDash val="solid"/>
                      <a:miter lim="800000"/>
                    </a:lnT>
                    <a:lnB w="38100" cap="flat" cmpd="sng" algn="ctr">
                      <a:solidFill>
                        <a:srgbClr val="F08714"/>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pic>
        <p:nvPicPr>
          <p:cNvPr id="11" name="Picture 10"/>
          <p:cNvPicPr>
            <a:picLocks noChangeAspect="1"/>
          </p:cNvPicPr>
          <p:nvPr userDrawn="1"/>
        </p:nvPicPr>
        <p:blipFill>
          <a:blip r:embed="rId13" cstate="screen">
            <a:extLst>
              <a:ext uri="{28A0092B-C50C-407E-A947-70E740481C1C}">
                <a14:useLocalDpi xmlns:a14="http://schemas.microsoft.com/office/drawing/2010/main"/>
              </a:ext>
            </a:extLst>
          </a:blip>
          <a:stretch>
            <a:fillRect/>
          </a:stretch>
        </p:blipFill>
        <p:spPr>
          <a:xfrm>
            <a:off x="9038521" y="107419"/>
            <a:ext cx="2776728" cy="487680"/>
          </a:xfrm>
          <a:prstGeom prst="rect">
            <a:avLst/>
          </a:prstGeom>
        </p:spPr>
      </p:pic>
      <p:sp>
        <p:nvSpPr>
          <p:cNvPr id="12" name="Rectangle 11"/>
          <p:cNvSpPr/>
          <p:nvPr userDrawn="1"/>
        </p:nvSpPr>
        <p:spPr>
          <a:xfrm>
            <a:off x="0" y="6285141"/>
            <a:ext cx="12192000" cy="49434"/>
          </a:xfrm>
          <a:prstGeom prst="rect">
            <a:avLst/>
          </a:prstGeom>
          <a:gradFill flip="none" rotWithShape="1">
            <a:gsLst>
              <a:gs pos="0">
                <a:srgbClr val="FAA61A"/>
              </a:gs>
              <a:gs pos="70000">
                <a:srgbClr val="F15A22"/>
              </a:gs>
            </a:gsLst>
            <a:lin ang="0" scaled="1"/>
            <a:tileRect/>
          </a:gradFill>
          <a:ln w="9525" cap="flat" cmpd="sng" algn="ctr">
            <a:noFill/>
            <a:prstDash val="solid"/>
          </a:ln>
          <a:effectLst/>
        </p:spPr>
        <p:txBody>
          <a:bodyPr rtlCol="0" anchor="ctr"/>
          <a:lstStyle/>
          <a:p>
            <a:pPr algn="ctr" defTabSz="342900">
              <a:defRPr/>
            </a:pPr>
            <a:endParaRPr lang="en-US" sz="1350" kern="0" dirty="0">
              <a:solidFill>
                <a:prstClr val="white"/>
              </a:solidFill>
            </a:endParaRPr>
          </a:p>
        </p:txBody>
      </p:sp>
      <p:sp>
        <p:nvSpPr>
          <p:cNvPr id="13" name="Rectangle 12"/>
          <p:cNvSpPr/>
          <p:nvPr userDrawn="1"/>
        </p:nvSpPr>
        <p:spPr>
          <a:xfrm>
            <a:off x="0" y="6207974"/>
            <a:ext cx="12192000" cy="49434"/>
          </a:xfrm>
          <a:prstGeom prst="rect">
            <a:avLst/>
          </a:prstGeom>
          <a:gradFill flip="none" rotWithShape="1">
            <a:gsLst>
              <a:gs pos="0">
                <a:srgbClr val="FAA61A"/>
              </a:gs>
              <a:gs pos="70000">
                <a:srgbClr val="F15A22"/>
              </a:gs>
            </a:gsLst>
            <a:lin ang="0" scaled="1"/>
            <a:tileRect/>
          </a:gradFill>
          <a:ln w="9525" cap="flat" cmpd="sng" algn="ctr">
            <a:noFill/>
            <a:prstDash val="solid"/>
          </a:ln>
          <a:effectLst/>
        </p:spPr>
        <p:txBody>
          <a:bodyPr rtlCol="0" anchor="ctr"/>
          <a:lstStyle/>
          <a:p>
            <a:pPr algn="ctr" defTabSz="342900">
              <a:defRPr/>
            </a:pPr>
            <a:endParaRPr lang="en-US" sz="1350" kern="0" dirty="0">
              <a:solidFill>
                <a:prstClr val="white"/>
              </a:solidFill>
            </a:endParaRPr>
          </a:p>
        </p:txBody>
      </p:sp>
    </p:spTree>
    <p:extLst>
      <p:ext uri="{BB962C8B-B14F-4D97-AF65-F5344CB8AC3E}">
        <p14:creationId xmlns:p14="http://schemas.microsoft.com/office/powerpoint/2010/main" val="387049740"/>
      </p:ext>
    </p:extLst>
  </p:cSld>
  <p:clrMap bg1="lt1" tx1="dk1" bg2="lt2" tx2="dk2" accent1="accent1" accent2="accent2" accent3="accent3" accent4="accent4" accent5="accent5" accent6="accent6" hlink="hlink" folHlink="folHlink"/>
  <p:sldLayoutIdLst>
    <p:sldLayoutId id="2147483857" r:id="rId1"/>
    <p:sldLayoutId id="2147483858" r:id="rId2"/>
    <p:sldLayoutId id="2147483859" r:id="rId3"/>
    <p:sldLayoutId id="2147483860" r:id="rId4"/>
    <p:sldLayoutId id="2147483861" r:id="rId5"/>
    <p:sldLayoutId id="2147483862" r:id="rId6"/>
    <p:sldLayoutId id="2147483863" r:id="rId7"/>
    <p:sldLayoutId id="2147483864" r:id="rId8"/>
    <p:sldLayoutId id="2147483865" r:id="rId9"/>
    <p:sldLayoutId id="2147483866" r:id="rId10"/>
    <p:sldLayoutId id="2147483867"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xml"/><Relationship Id="rId1" Type="http://schemas.openxmlformats.org/officeDocument/2006/relationships/slideLayout" Target="../slideLayouts/slideLayout5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2.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5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2.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5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2.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52.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52.xml"/><Relationship Id="rId5" Type="http://schemas.openxmlformats.org/officeDocument/2006/relationships/image" Target="../media/image30.png"/><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2.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5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2.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5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2.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9.xml"/><Relationship Id="rId1" Type="http://schemas.openxmlformats.org/officeDocument/2006/relationships/slideLayout" Target="../slideLayouts/slideLayout5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extBox 3"/>
          <p:cNvSpPr txBox="1"/>
          <p:nvPr/>
        </p:nvSpPr>
        <p:spPr>
          <a:xfrm>
            <a:off x="875782" y="1543017"/>
            <a:ext cx="9096557" cy="523220"/>
          </a:xfrm>
          <a:prstGeom prst="rect">
            <a:avLst/>
          </a:prstGeom>
          <a:noFill/>
        </p:spPr>
        <p:txBody>
          <a:bodyPr wrap="square" rtlCol="0">
            <a:spAutoFit/>
          </a:bodyPr>
          <a:lstStyle/>
          <a:p>
            <a:r>
              <a:rPr lang="en-US" sz="2800" b="1" dirty="0">
                <a:solidFill>
                  <a:prstClr val="white"/>
                </a:solidFill>
                <a:latin typeface="Arial" panose="020B0604020202020204" pitchFamily="34" charset="0"/>
                <a:cs typeface="Arial" panose="020B0604020202020204" pitchFamily="34" charset="0"/>
              </a:rPr>
              <a:t>ISQM 1</a:t>
            </a:r>
          </a:p>
        </p:txBody>
      </p:sp>
      <p:sp>
        <p:nvSpPr>
          <p:cNvPr id="5" name="TextBox 4"/>
          <p:cNvSpPr txBox="1"/>
          <p:nvPr/>
        </p:nvSpPr>
        <p:spPr>
          <a:xfrm>
            <a:off x="932570" y="3892804"/>
            <a:ext cx="7782060" cy="1477328"/>
          </a:xfrm>
          <a:prstGeom prst="rect">
            <a:avLst/>
          </a:prstGeom>
          <a:noFill/>
        </p:spPr>
        <p:txBody>
          <a:bodyPr wrap="square" rtlCol="0">
            <a:spAutoFit/>
          </a:bodyPr>
          <a:lstStyle/>
          <a:p>
            <a:r>
              <a:rPr lang="en-US" b="1" dirty="0">
                <a:solidFill>
                  <a:prstClr val="white"/>
                </a:solidFill>
                <a:latin typeface="Arial" panose="020B0604020202020204" pitchFamily="34" charset="0"/>
                <a:cs typeface="Arial" panose="020B0604020202020204" pitchFamily="34" charset="0"/>
              </a:rPr>
              <a:t>Presented by:</a:t>
            </a:r>
          </a:p>
          <a:p>
            <a:r>
              <a:rPr lang="en-US" b="1" dirty="0">
                <a:solidFill>
                  <a:prstClr val="white"/>
                </a:solidFill>
                <a:latin typeface="Arial" panose="020B0604020202020204" pitchFamily="34" charset="0"/>
                <a:cs typeface="Arial" panose="020B0604020202020204" pitchFamily="34" charset="0"/>
              </a:rPr>
              <a:t>Karin French, ISQM 1 Task Force Chair</a:t>
            </a:r>
          </a:p>
          <a:p>
            <a:endParaRPr lang="en-US" b="1" dirty="0">
              <a:solidFill>
                <a:prstClr val="white"/>
              </a:solidFill>
              <a:latin typeface="Arial" panose="020B0604020202020204" pitchFamily="34" charset="0"/>
              <a:cs typeface="Arial" panose="020B0604020202020204" pitchFamily="34" charset="0"/>
            </a:endParaRPr>
          </a:p>
          <a:p>
            <a:endParaRPr lang="en-US" b="1" dirty="0">
              <a:solidFill>
                <a:prstClr val="white"/>
              </a:solidFill>
              <a:latin typeface="Arial" panose="020B0604020202020204" pitchFamily="34" charset="0"/>
              <a:cs typeface="Arial" panose="020B0604020202020204" pitchFamily="34" charset="0"/>
            </a:endParaRPr>
          </a:p>
          <a:p>
            <a:r>
              <a:rPr lang="en-US" b="1" dirty="0">
                <a:solidFill>
                  <a:prstClr val="white"/>
                </a:solidFill>
                <a:latin typeface="Arial" panose="020B0604020202020204" pitchFamily="34" charset="0"/>
                <a:cs typeface="Arial" panose="020B0604020202020204" pitchFamily="34" charset="0"/>
              </a:rPr>
              <a:t>IAASB Meeting December 2019</a:t>
            </a:r>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dirty="0">
                <a:solidFill>
                  <a:prstClr val="white"/>
                </a:solidFill>
                <a:latin typeface="Arial" panose="020B0604020202020204" pitchFamily="34" charset="0"/>
                <a:cs typeface="MS PGothic" charset="0"/>
              </a:rPr>
              <a:t>Page </a:t>
            </a:r>
            <a:r>
              <a:rPr lang="en-US" dirty="0">
                <a:solidFill>
                  <a:prstClr val="white"/>
                </a:solidFill>
                <a:latin typeface="Arial" panose="020B0604020202020204" pitchFamily="34" charset="0"/>
                <a:cs typeface="Arial" panose="020B0604020202020204" pitchFamily="34" charset="0"/>
              </a:rPr>
              <a:t>1</a:t>
            </a:r>
          </a:p>
        </p:txBody>
      </p:sp>
    </p:spTree>
    <p:extLst>
      <p:ext uri="{BB962C8B-B14F-4D97-AF65-F5344CB8AC3E}">
        <p14:creationId xmlns:p14="http://schemas.microsoft.com/office/powerpoint/2010/main" val="1898823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88998"/>
            <a:ext cx="12192000" cy="531048"/>
          </a:xfrm>
        </p:spPr>
        <p:txBody>
          <a:bodyPr/>
          <a:lstStyle/>
          <a:p>
            <a:pPr marL="347472"/>
            <a:r>
              <a:rPr lang="en-US" sz="2400" b="1" dirty="0">
                <a:ln w="0"/>
              </a:rPr>
              <a:t>ISQM 1 Task Force</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MS PGothic" charset="0"/>
              </a:rPr>
              <a:t>Page </a:t>
            </a:r>
            <a:fld id="{A5D50FB3-691B-4551-985A-DEFE3F9B00A3}" type="slidenum">
              <a:rPr kumimoji="0" lang="en-US" sz="900" b="0" i="0" u="none" strike="noStrike" kern="1200" cap="none" spc="0" normalizeH="0" baseline="0" noProof="0" smtClean="0">
                <a:ln>
                  <a:noFill/>
                </a:ln>
                <a:solidFill>
                  <a:srgbClr val="808080"/>
                </a:solidFill>
                <a:effectLst/>
                <a:uLnTx/>
                <a:uFillTx/>
                <a:latin typeface="Arial" panose="020B0604020202020204" pitchFamily="34" charset="0"/>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Arial" panose="020B0604020202020204" pitchFamily="34" charset="0"/>
            </a:endParaRPr>
          </a:p>
        </p:txBody>
      </p:sp>
      <p:sp>
        <p:nvSpPr>
          <p:cNvPr id="10" name="Content Placeholder 2">
            <a:extLst>
              <a:ext uri="{FF2B5EF4-FFF2-40B4-BE49-F238E27FC236}">
                <a16:creationId xmlns:a16="http://schemas.microsoft.com/office/drawing/2014/main" id="{C6484B08-BFC1-4FD0-ACDB-93C0FE31F09C}"/>
              </a:ext>
            </a:extLst>
          </p:cNvPr>
          <p:cNvSpPr txBox="1">
            <a:spLocks/>
          </p:cNvSpPr>
          <p:nvPr/>
        </p:nvSpPr>
        <p:spPr>
          <a:xfrm>
            <a:off x="294925" y="1609121"/>
            <a:ext cx="2693325" cy="5048078"/>
          </a:xfrm>
          <a:prstGeom prst="rect">
            <a:avLst/>
          </a:prstGeom>
        </p:spPr>
        <p:txBody>
          <a:bodyPr vert="horz" lIns="121920" tIns="0" rIns="121920" bIns="0" rtlCol="0">
            <a:noAutofit/>
          </a:bodyPr>
          <a:lst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0" lvl="1" indent="0">
              <a:spcBef>
                <a:spcPts val="300"/>
              </a:spcBef>
              <a:spcAft>
                <a:spcPts val="300"/>
              </a:spcAft>
              <a:buNone/>
            </a:pPr>
            <a:r>
              <a:rPr lang="en-US" sz="2000" b="1" dirty="0">
                <a:solidFill>
                  <a:prstClr val="black">
                    <a:lumMod val="65000"/>
                    <a:lumOff val="35000"/>
                  </a:prstClr>
                </a:solidFill>
              </a:rPr>
              <a:t>Members</a:t>
            </a:r>
          </a:p>
          <a:p>
            <a:pPr marL="0" lvl="1" indent="0">
              <a:spcBef>
                <a:spcPts val="300"/>
              </a:spcBef>
              <a:spcAft>
                <a:spcPts val="300"/>
              </a:spcAft>
              <a:buNone/>
            </a:pPr>
            <a:r>
              <a:rPr lang="en-US" sz="2000" dirty="0">
                <a:solidFill>
                  <a:prstClr val="black">
                    <a:lumMod val="65000"/>
                    <a:lumOff val="35000"/>
                  </a:prstClr>
                </a:solidFill>
              </a:rPr>
              <a:t>Karin French – Chair</a:t>
            </a:r>
          </a:p>
          <a:p>
            <a:pPr marL="0" lvl="1" indent="0">
              <a:spcBef>
                <a:spcPts val="300"/>
              </a:spcBef>
              <a:spcAft>
                <a:spcPts val="300"/>
              </a:spcAft>
              <a:buNone/>
            </a:pPr>
            <a:r>
              <a:rPr lang="en-US" sz="2000" dirty="0">
                <a:solidFill>
                  <a:prstClr val="black">
                    <a:lumMod val="65000"/>
                    <a:lumOff val="35000"/>
                  </a:prstClr>
                </a:solidFill>
              </a:rPr>
              <a:t>Chun Wee </a:t>
            </a:r>
            <a:r>
              <a:rPr lang="en-US" sz="2000" dirty="0" err="1">
                <a:solidFill>
                  <a:prstClr val="black">
                    <a:lumMod val="65000"/>
                    <a:lumOff val="35000"/>
                  </a:prstClr>
                </a:solidFill>
              </a:rPr>
              <a:t>Chiew</a:t>
            </a:r>
            <a:endParaRPr lang="en-US" sz="2000" dirty="0">
              <a:solidFill>
                <a:prstClr val="black">
                  <a:lumMod val="65000"/>
                  <a:lumOff val="35000"/>
                </a:prstClr>
              </a:solidFill>
            </a:endParaRPr>
          </a:p>
          <a:p>
            <a:pPr marL="0" lvl="1" indent="0">
              <a:spcBef>
                <a:spcPts val="300"/>
              </a:spcBef>
              <a:spcAft>
                <a:spcPts val="300"/>
              </a:spcAft>
              <a:buNone/>
            </a:pPr>
            <a:r>
              <a:rPr lang="en-US" sz="2000" dirty="0">
                <a:solidFill>
                  <a:prstClr val="black">
                    <a:lumMod val="65000"/>
                    <a:lumOff val="35000"/>
                  </a:prstClr>
                </a:solidFill>
              </a:rPr>
              <a:t>Julie Corden</a:t>
            </a:r>
          </a:p>
          <a:p>
            <a:pPr marL="0" lvl="1" indent="0">
              <a:spcBef>
                <a:spcPts val="300"/>
              </a:spcBef>
              <a:spcAft>
                <a:spcPts val="300"/>
              </a:spcAft>
              <a:buNone/>
            </a:pPr>
            <a:r>
              <a:rPr lang="en-US" sz="2000" dirty="0">
                <a:solidFill>
                  <a:prstClr val="black">
                    <a:lumMod val="65000"/>
                    <a:lumOff val="35000"/>
                  </a:prstClr>
                </a:solidFill>
              </a:rPr>
              <a:t>Nicolette Bester</a:t>
            </a:r>
          </a:p>
          <a:p>
            <a:pPr marL="0" lvl="1" indent="0">
              <a:spcBef>
                <a:spcPts val="300"/>
              </a:spcBef>
              <a:spcAft>
                <a:spcPts val="300"/>
              </a:spcAft>
              <a:buNone/>
            </a:pPr>
            <a:r>
              <a:rPr lang="en-US" sz="2000" dirty="0">
                <a:solidFill>
                  <a:prstClr val="black">
                    <a:lumMod val="65000"/>
                    <a:lumOff val="35000"/>
                  </a:prstClr>
                </a:solidFill>
              </a:rPr>
              <a:t>Denise Weber</a:t>
            </a:r>
          </a:p>
          <a:p>
            <a:pPr marL="0" lvl="1" indent="0">
              <a:spcBef>
                <a:spcPts val="300"/>
              </a:spcBef>
              <a:spcAft>
                <a:spcPts val="300"/>
              </a:spcAft>
              <a:buNone/>
            </a:pPr>
            <a:endParaRPr lang="en-US" sz="2000" dirty="0">
              <a:solidFill>
                <a:prstClr val="black">
                  <a:lumMod val="65000"/>
                  <a:lumOff val="35000"/>
                </a:prstClr>
              </a:solidFill>
            </a:endParaRPr>
          </a:p>
          <a:p>
            <a:pPr marL="342900" lvl="1" indent="-342900">
              <a:spcBef>
                <a:spcPts val="300"/>
              </a:spcBef>
              <a:spcAft>
                <a:spcPts val="300"/>
              </a:spcAft>
              <a:buFont typeface="Arial" panose="020B0604020202020204" pitchFamily="34" charset="0"/>
              <a:buChar char="•"/>
            </a:pPr>
            <a:endParaRPr lang="en-US" sz="2000" dirty="0">
              <a:solidFill>
                <a:prstClr val="black">
                  <a:lumMod val="65000"/>
                  <a:lumOff val="35000"/>
                </a:prstClr>
              </a:solidFill>
            </a:endParaRPr>
          </a:p>
          <a:p>
            <a:pPr marL="342900" lvl="1" indent="-342900">
              <a:spcBef>
                <a:spcPts val="300"/>
              </a:spcBef>
              <a:spcAft>
                <a:spcPts val="300"/>
              </a:spcAft>
              <a:buFont typeface="Arial" panose="020B0604020202020204" pitchFamily="34" charset="0"/>
              <a:buChar char="•"/>
            </a:pPr>
            <a:endParaRPr lang="en-US" sz="2000" dirty="0">
              <a:solidFill>
                <a:prstClr val="black">
                  <a:lumMod val="65000"/>
                  <a:lumOff val="35000"/>
                </a:prstClr>
              </a:solidFill>
            </a:endParaRPr>
          </a:p>
          <a:p>
            <a:pPr marL="515934" lvl="2" indent="-342900">
              <a:spcBef>
                <a:spcPts val="300"/>
              </a:spcBef>
              <a:spcAft>
                <a:spcPts val="300"/>
              </a:spcAft>
              <a:buFont typeface="Arial" panose="020B0604020202020204" pitchFamily="34" charset="0"/>
              <a:buChar char="•"/>
            </a:pPr>
            <a:endParaRPr lang="en-US" sz="1800" dirty="0">
              <a:solidFill>
                <a:prstClr val="black">
                  <a:lumMod val="65000"/>
                  <a:lumOff val="35000"/>
                </a:prstClr>
              </a:solidFill>
            </a:endParaRPr>
          </a:p>
          <a:p>
            <a:pPr marL="0" lvl="0" indent="-347472">
              <a:spcBef>
                <a:spcPts val="300"/>
              </a:spcBef>
              <a:spcAft>
                <a:spcPts val="300"/>
              </a:spcAft>
            </a:pPr>
            <a:endParaRPr lang="en-US" dirty="0">
              <a:solidFill>
                <a:prstClr val="black">
                  <a:lumMod val="65000"/>
                  <a:lumOff val="35000"/>
                </a:prstClr>
              </a:solidFill>
            </a:endParaRPr>
          </a:p>
          <a:p>
            <a:pPr marL="0" lvl="0" indent="-347472">
              <a:spcBef>
                <a:spcPts val="300"/>
              </a:spcBef>
              <a:spcAft>
                <a:spcPts val="300"/>
              </a:spcAft>
            </a:pPr>
            <a:endParaRPr kumimoji="0" lang="en-US" sz="2000" b="0" i="0" u="none" strike="noStrike" kern="1200" cap="none" spc="0" normalizeH="0" baseline="0" noProof="0" dirty="0">
              <a:ln>
                <a:noFill/>
              </a:ln>
              <a:solidFill>
                <a:prstClr val="black">
                  <a:lumMod val="65000"/>
                  <a:lumOff val="35000"/>
                </a:prstClr>
              </a:solidFill>
              <a:effectLst/>
              <a:uLnTx/>
              <a:uFillTx/>
              <a:latin typeface="Arial" panose="020B0604020202020204" pitchFamily="34" charset="0"/>
              <a:ea typeface="+mn-ea"/>
              <a:cs typeface="Arial" panose="020B0604020202020204" pitchFamily="34" charset="0"/>
            </a:endParaRPr>
          </a:p>
          <a:p>
            <a:pPr marL="457189" marR="0" lvl="2" indent="0" algn="l" defTabSz="457189" rtl="0" eaLnBrk="1" fontAlgn="auto" latinLnBrk="0" hangingPunct="1">
              <a:lnSpc>
                <a:spcPct val="100000"/>
              </a:lnSpc>
              <a:spcBef>
                <a:spcPts val="300"/>
              </a:spcBef>
              <a:spcAft>
                <a:spcPts val="300"/>
              </a:spcAft>
              <a:buClrTx/>
              <a:buSzTx/>
              <a:buFont typeface="Arial"/>
              <a:buNone/>
              <a:tabLst/>
              <a:defRPr/>
            </a:pPr>
            <a:endParaRPr kumimoji="0" lang="en-US" sz="1600" b="0" i="0" u="none" strike="noStrike" kern="1200" cap="none" spc="0" normalizeH="0" baseline="0" noProof="0" dirty="0">
              <a:ln>
                <a:noFill/>
              </a:ln>
              <a:solidFill>
                <a:prstClr val="black">
                  <a:lumMod val="65000"/>
                  <a:lumOff val="35000"/>
                </a:prstClr>
              </a:solidFill>
              <a:effectLst/>
              <a:uLnTx/>
              <a:uFillTx/>
              <a:latin typeface="Arial" panose="020B0604020202020204" pitchFamily="34" charset="0"/>
              <a:ea typeface="+mn-ea"/>
              <a:cs typeface="Arial" panose="020B0604020202020204" pitchFamily="34" charset="0"/>
            </a:endParaRPr>
          </a:p>
        </p:txBody>
      </p:sp>
      <p:sp>
        <p:nvSpPr>
          <p:cNvPr id="5" name="Content Placeholder 2">
            <a:extLst>
              <a:ext uri="{FF2B5EF4-FFF2-40B4-BE49-F238E27FC236}">
                <a16:creationId xmlns:a16="http://schemas.microsoft.com/office/drawing/2014/main" id="{51AC047A-F2D3-4C96-A342-E8A0005AC5FB}"/>
              </a:ext>
            </a:extLst>
          </p:cNvPr>
          <p:cNvSpPr txBox="1">
            <a:spLocks/>
          </p:cNvSpPr>
          <p:nvPr/>
        </p:nvSpPr>
        <p:spPr>
          <a:xfrm>
            <a:off x="3975739" y="1609121"/>
            <a:ext cx="3975738" cy="5048078"/>
          </a:xfrm>
          <a:prstGeom prst="rect">
            <a:avLst/>
          </a:prstGeom>
        </p:spPr>
        <p:txBody>
          <a:bodyPr vert="horz" lIns="121920" tIns="0" rIns="121920" bIns="0" rtlCol="0">
            <a:noAutofit/>
          </a:bodyPr>
          <a:lst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0" lvl="1" indent="0">
              <a:spcBef>
                <a:spcPts val="300"/>
              </a:spcBef>
              <a:spcAft>
                <a:spcPts val="300"/>
              </a:spcAft>
              <a:buNone/>
            </a:pPr>
            <a:r>
              <a:rPr lang="en-US" sz="2000" b="1" dirty="0">
                <a:solidFill>
                  <a:prstClr val="black">
                    <a:lumMod val="65000"/>
                    <a:lumOff val="35000"/>
                  </a:prstClr>
                </a:solidFill>
              </a:rPr>
              <a:t>Correspondent members</a:t>
            </a:r>
          </a:p>
          <a:p>
            <a:pPr marL="0" lvl="1" indent="0">
              <a:spcBef>
                <a:spcPts val="300"/>
              </a:spcBef>
              <a:spcAft>
                <a:spcPts val="300"/>
              </a:spcAft>
              <a:buNone/>
            </a:pPr>
            <a:r>
              <a:rPr lang="en-US" sz="2000" dirty="0">
                <a:solidFill>
                  <a:prstClr val="black">
                    <a:lumMod val="65000"/>
                    <a:lumOff val="35000"/>
                  </a:prstClr>
                </a:solidFill>
              </a:rPr>
              <a:t>Robert </a:t>
            </a:r>
            <a:r>
              <a:rPr lang="en-US" sz="2000" dirty="0" err="1">
                <a:solidFill>
                  <a:prstClr val="black">
                    <a:lumMod val="65000"/>
                    <a:lumOff val="35000"/>
                  </a:prstClr>
                </a:solidFill>
              </a:rPr>
              <a:t>Dohrer</a:t>
            </a:r>
            <a:endParaRPr lang="en-US" sz="2000" dirty="0">
              <a:solidFill>
                <a:prstClr val="black">
                  <a:lumMod val="65000"/>
                  <a:lumOff val="35000"/>
                </a:prstClr>
              </a:solidFill>
            </a:endParaRPr>
          </a:p>
          <a:p>
            <a:pPr marL="0" lvl="1" indent="0">
              <a:spcBef>
                <a:spcPts val="300"/>
              </a:spcBef>
              <a:spcAft>
                <a:spcPts val="300"/>
              </a:spcAft>
              <a:buNone/>
            </a:pPr>
            <a:r>
              <a:rPr lang="en-US" sz="2000" dirty="0">
                <a:solidFill>
                  <a:prstClr val="black">
                    <a:lumMod val="65000"/>
                    <a:lumOff val="35000"/>
                  </a:prstClr>
                </a:solidFill>
              </a:rPr>
              <a:t>Josephine Jackson</a:t>
            </a:r>
          </a:p>
          <a:p>
            <a:pPr marL="342900" lvl="1" indent="-342900">
              <a:spcBef>
                <a:spcPts val="300"/>
              </a:spcBef>
              <a:spcAft>
                <a:spcPts val="300"/>
              </a:spcAft>
              <a:buFont typeface="Arial" panose="020B0604020202020204" pitchFamily="34" charset="0"/>
              <a:buChar char="•"/>
            </a:pPr>
            <a:endParaRPr lang="en-US" sz="2000" dirty="0">
              <a:solidFill>
                <a:prstClr val="black">
                  <a:lumMod val="65000"/>
                  <a:lumOff val="35000"/>
                </a:prstClr>
              </a:solidFill>
            </a:endParaRPr>
          </a:p>
          <a:p>
            <a:pPr marL="515934" lvl="2" indent="-342900">
              <a:spcBef>
                <a:spcPts val="300"/>
              </a:spcBef>
              <a:spcAft>
                <a:spcPts val="300"/>
              </a:spcAft>
              <a:buFont typeface="Arial" panose="020B0604020202020204" pitchFamily="34" charset="0"/>
              <a:buChar char="•"/>
            </a:pPr>
            <a:endParaRPr lang="en-US" sz="1800" dirty="0">
              <a:solidFill>
                <a:prstClr val="black">
                  <a:lumMod val="65000"/>
                  <a:lumOff val="35000"/>
                </a:prstClr>
              </a:solidFill>
            </a:endParaRPr>
          </a:p>
          <a:p>
            <a:pPr marL="0" lvl="0" indent="-347472">
              <a:spcBef>
                <a:spcPts val="300"/>
              </a:spcBef>
              <a:spcAft>
                <a:spcPts val="300"/>
              </a:spcAft>
            </a:pPr>
            <a:endParaRPr lang="en-US" dirty="0">
              <a:solidFill>
                <a:prstClr val="black">
                  <a:lumMod val="65000"/>
                  <a:lumOff val="35000"/>
                </a:prstClr>
              </a:solidFill>
            </a:endParaRPr>
          </a:p>
          <a:p>
            <a:pPr marL="0" lvl="0" indent="-347472">
              <a:spcBef>
                <a:spcPts val="300"/>
              </a:spcBef>
              <a:spcAft>
                <a:spcPts val="300"/>
              </a:spcAft>
            </a:pPr>
            <a:endParaRPr kumimoji="0" lang="en-US" sz="2000" b="0" i="0" u="none" strike="noStrike" kern="1200" cap="none" spc="0" normalizeH="0" baseline="0" noProof="0" dirty="0">
              <a:ln>
                <a:noFill/>
              </a:ln>
              <a:solidFill>
                <a:prstClr val="black">
                  <a:lumMod val="65000"/>
                  <a:lumOff val="35000"/>
                </a:prstClr>
              </a:solidFill>
              <a:effectLst/>
              <a:uLnTx/>
              <a:uFillTx/>
              <a:latin typeface="Arial" panose="020B0604020202020204" pitchFamily="34" charset="0"/>
              <a:ea typeface="+mn-ea"/>
              <a:cs typeface="Arial" panose="020B0604020202020204" pitchFamily="34" charset="0"/>
            </a:endParaRPr>
          </a:p>
          <a:p>
            <a:pPr marL="457189" marR="0" lvl="2" indent="0" algn="l" defTabSz="457189" rtl="0" eaLnBrk="1" fontAlgn="auto" latinLnBrk="0" hangingPunct="1">
              <a:lnSpc>
                <a:spcPct val="100000"/>
              </a:lnSpc>
              <a:spcBef>
                <a:spcPts val="300"/>
              </a:spcBef>
              <a:spcAft>
                <a:spcPts val="300"/>
              </a:spcAft>
              <a:buClrTx/>
              <a:buSzTx/>
              <a:buFont typeface="Arial"/>
              <a:buNone/>
              <a:tabLst/>
              <a:defRPr/>
            </a:pPr>
            <a:endParaRPr kumimoji="0" lang="en-US" sz="1600" b="0" i="0" u="none" strike="noStrike" kern="1200" cap="none" spc="0" normalizeH="0" baseline="0" noProof="0" dirty="0">
              <a:ln>
                <a:noFill/>
              </a:ln>
              <a:solidFill>
                <a:prstClr val="black">
                  <a:lumMod val="65000"/>
                  <a:lumOff val="35000"/>
                </a:prstClr>
              </a:solidFill>
              <a:effectLst/>
              <a:uLnTx/>
              <a:uFillTx/>
              <a:latin typeface="Arial" panose="020B0604020202020204" pitchFamily="34" charset="0"/>
              <a:ea typeface="+mn-ea"/>
              <a:cs typeface="Arial" panose="020B0604020202020204" pitchFamily="34" charset="0"/>
            </a:endParaRPr>
          </a:p>
        </p:txBody>
      </p:sp>
      <p:sp>
        <p:nvSpPr>
          <p:cNvPr id="7" name="Content Placeholder 2">
            <a:extLst>
              <a:ext uri="{FF2B5EF4-FFF2-40B4-BE49-F238E27FC236}">
                <a16:creationId xmlns:a16="http://schemas.microsoft.com/office/drawing/2014/main" id="{837B5693-F2C8-467B-AF40-897E3D2D32F4}"/>
              </a:ext>
            </a:extLst>
          </p:cNvPr>
          <p:cNvSpPr txBox="1">
            <a:spLocks/>
          </p:cNvSpPr>
          <p:nvPr/>
        </p:nvSpPr>
        <p:spPr>
          <a:xfrm>
            <a:off x="8216262" y="1615189"/>
            <a:ext cx="3975738" cy="5048078"/>
          </a:xfrm>
          <a:prstGeom prst="rect">
            <a:avLst/>
          </a:prstGeom>
        </p:spPr>
        <p:txBody>
          <a:bodyPr vert="horz" lIns="121920" tIns="0" rIns="121920" bIns="0" rtlCol="0">
            <a:noAutofit/>
          </a:bodyPr>
          <a:lst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0" lvl="1" indent="0">
              <a:spcBef>
                <a:spcPts val="300"/>
              </a:spcBef>
              <a:spcAft>
                <a:spcPts val="300"/>
              </a:spcAft>
              <a:buNone/>
            </a:pPr>
            <a:r>
              <a:rPr lang="en-US" sz="2000" b="1" dirty="0">
                <a:solidFill>
                  <a:prstClr val="black">
                    <a:lumMod val="65000"/>
                    <a:lumOff val="35000"/>
                  </a:prstClr>
                </a:solidFill>
              </a:rPr>
              <a:t>PCAOB Observers</a:t>
            </a:r>
          </a:p>
          <a:p>
            <a:pPr marL="0" lvl="1" indent="0">
              <a:spcBef>
                <a:spcPts val="300"/>
              </a:spcBef>
              <a:spcAft>
                <a:spcPts val="300"/>
              </a:spcAft>
              <a:buNone/>
            </a:pPr>
            <a:r>
              <a:rPr lang="en-US" sz="2000" dirty="0">
                <a:solidFill>
                  <a:prstClr val="black">
                    <a:lumMod val="65000"/>
                    <a:lumOff val="35000"/>
                  </a:prstClr>
                </a:solidFill>
              </a:rPr>
              <a:t>Keith Wilson</a:t>
            </a:r>
          </a:p>
          <a:p>
            <a:pPr marL="0" lvl="1" indent="0">
              <a:spcBef>
                <a:spcPts val="300"/>
              </a:spcBef>
              <a:spcAft>
                <a:spcPts val="300"/>
              </a:spcAft>
              <a:buNone/>
            </a:pPr>
            <a:r>
              <a:rPr lang="en-US" sz="2000" dirty="0">
                <a:solidFill>
                  <a:prstClr val="black">
                    <a:lumMod val="65000"/>
                    <a:lumOff val="35000"/>
                  </a:prstClr>
                </a:solidFill>
              </a:rPr>
              <a:t>Megan </a:t>
            </a:r>
            <a:r>
              <a:rPr lang="en-US" sz="2000" dirty="0" err="1">
                <a:solidFill>
                  <a:prstClr val="black">
                    <a:lumMod val="65000"/>
                    <a:lumOff val="35000"/>
                  </a:prstClr>
                </a:solidFill>
              </a:rPr>
              <a:t>Zietsman</a:t>
            </a:r>
            <a:endParaRPr lang="en-US" dirty="0"/>
          </a:p>
          <a:p>
            <a:pPr marL="342900" lvl="1" indent="-342900">
              <a:spcBef>
                <a:spcPts val="300"/>
              </a:spcBef>
              <a:spcAft>
                <a:spcPts val="300"/>
              </a:spcAft>
              <a:buFont typeface="Arial" panose="020B0604020202020204" pitchFamily="34" charset="0"/>
              <a:buChar char="•"/>
            </a:pPr>
            <a:endParaRPr lang="en-US" sz="2000" dirty="0">
              <a:solidFill>
                <a:prstClr val="black">
                  <a:lumMod val="65000"/>
                  <a:lumOff val="35000"/>
                </a:prstClr>
              </a:solidFill>
            </a:endParaRPr>
          </a:p>
          <a:p>
            <a:pPr marL="342900" lvl="1" indent="-342900">
              <a:spcBef>
                <a:spcPts val="300"/>
              </a:spcBef>
              <a:spcAft>
                <a:spcPts val="300"/>
              </a:spcAft>
              <a:buFont typeface="Arial" panose="020B0604020202020204" pitchFamily="34" charset="0"/>
              <a:buChar char="•"/>
            </a:pPr>
            <a:endParaRPr lang="en-US" sz="2000" dirty="0">
              <a:solidFill>
                <a:prstClr val="black">
                  <a:lumMod val="65000"/>
                  <a:lumOff val="35000"/>
                </a:prstClr>
              </a:solidFill>
            </a:endParaRPr>
          </a:p>
          <a:p>
            <a:pPr marL="515934" lvl="2" indent="-342900">
              <a:spcBef>
                <a:spcPts val="300"/>
              </a:spcBef>
              <a:spcAft>
                <a:spcPts val="300"/>
              </a:spcAft>
              <a:buFont typeface="Arial" panose="020B0604020202020204" pitchFamily="34" charset="0"/>
              <a:buChar char="•"/>
            </a:pPr>
            <a:endParaRPr lang="en-US" sz="1800" dirty="0">
              <a:solidFill>
                <a:prstClr val="black">
                  <a:lumMod val="65000"/>
                  <a:lumOff val="35000"/>
                </a:prstClr>
              </a:solidFill>
            </a:endParaRPr>
          </a:p>
          <a:p>
            <a:pPr marL="0" lvl="0" indent="-347472">
              <a:spcBef>
                <a:spcPts val="300"/>
              </a:spcBef>
              <a:spcAft>
                <a:spcPts val="300"/>
              </a:spcAft>
            </a:pPr>
            <a:endParaRPr lang="en-US" dirty="0">
              <a:solidFill>
                <a:prstClr val="black">
                  <a:lumMod val="65000"/>
                  <a:lumOff val="35000"/>
                </a:prstClr>
              </a:solidFill>
            </a:endParaRPr>
          </a:p>
          <a:p>
            <a:pPr marL="0" lvl="0" indent="-347472">
              <a:spcBef>
                <a:spcPts val="300"/>
              </a:spcBef>
              <a:spcAft>
                <a:spcPts val="300"/>
              </a:spcAft>
            </a:pPr>
            <a:endParaRPr kumimoji="0" lang="en-US" sz="2000" b="0" i="0" u="none" strike="noStrike" kern="1200" cap="none" spc="0" normalizeH="0" baseline="0" noProof="0" dirty="0">
              <a:ln>
                <a:noFill/>
              </a:ln>
              <a:solidFill>
                <a:prstClr val="black">
                  <a:lumMod val="65000"/>
                  <a:lumOff val="35000"/>
                </a:prstClr>
              </a:solidFill>
              <a:effectLst/>
              <a:uLnTx/>
              <a:uFillTx/>
              <a:latin typeface="Arial" panose="020B0604020202020204" pitchFamily="34" charset="0"/>
              <a:ea typeface="+mn-ea"/>
              <a:cs typeface="Arial" panose="020B0604020202020204" pitchFamily="34" charset="0"/>
            </a:endParaRPr>
          </a:p>
          <a:p>
            <a:pPr marL="457189" marR="0" lvl="2" indent="0" algn="l" defTabSz="457189" rtl="0" eaLnBrk="1" fontAlgn="auto" latinLnBrk="0" hangingPunct="1">
              <a:lnSpc>
                <a:spcPct val="100000"/>
              </a:lnSpc>
              <a:spcBef>
                <a:spcPts val="300"/>
              </a:spcBef>
              <a:spcAft>
                <a:spcPts val="300"/>
              </a:spcAft>
              <a:buClrTx/>
              <a:buSzTx/>
              <a:buFont typeface="Arial"/>
              <a:buNone/>
              <a:tabLst/>
              <a:defRPr/>
            </a:pPr>
            <a:endParaRPr kumimoji="0" lang="en-US" sz="1600" b="0" i="0" u="none" strike="noStrike" kern="1200" cap="none" spc="0" normalizeH="0" baseline="0" noProof="0" dirty="0">
              <a:ln>
                <a:noFill/>
              </a:ln>
              <a:solidFill>
                <a:prstClr val="black">
                  <a:lumMod val="65000"/>
                  <a:lumOff val="35000"/>
                </a:prstClr>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356321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135DE-A2A3-4721-94BE-F448F2361F77}"/>
              </a:ext>
            </a:extLst>
          </p:cNvPr>
          <p:cNvSpPr>
            <a:spLocks noGrp="1"/>
          </p:cNvSpPr>
          <p:nvPr>
            <p:ph type="title"/>
          </p:nvPr>
        </p:nvSpPr>
        <p:spPr>
          <a:xfrm>
            <a:off x="200810" y="562427"/>
            <a:ext cx="10972800" cy="538500"/>
          </a:xfrm>
        </p:spPr>
        <p:txBody>
          <a:bodyPr/>
          <a:lstStyle/>
          <a:p>
            <a:r>
              <a:rPr lang="en-US" b="1" dirty="0"/>
              <a:t>ISQM 1 Task Force Focus Areas</a:t>
            </a:r>
          </a:p>
        </p:txBody>
      </p:sp>
      <p:sp>
        <p:nvSpPr>
          <p:cNvPr id="3" name="Slide Number Placeholder 2">
            <a:extLst>
              <a:ext uri="{FF2B5EF4-FFF2-40B4-BE49-F238E27FC236}">
                <a16:creationId xmlns:a16="http://schemas.microsoft.com/office/drawing/2014/main" id="{10DDE8BE-5EA3-4CC4-B7CA-82FF87A01DA9}"/>
              </a:ext>
            </a:extLst>
          </p:cNvPr>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3</a:t>
            </a:fld>
            <a:endParaRPr lang="en-US" dirty="0">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ACD22929-FDDC-4BB9-80B9-ED89DCD0FB8D}"/>
              </a:ext>
            </a:extLst>
          </p:cNvPr>
          <p:cNvSpPr txBox="1">
            <a:spLocks/>
          </p:cNvSpPr>
          <p:nvPr/>
        </p:nvSpPr>
        <p:spPr>
          <a:xfrm>
            <a:off x="200810" y="4490796"/>
            <a:ext cx="11742233" cy="1012366"/>
          </a:xfrm>
          <a:prstGeom prst="rect">
            <a:avLst/>
          </a:prstGeom>
        </p:spPr>
        <p:txBody>
          <a:bodyPr vert="horz" lIns="121920" tIns="0" rIns="121920" bIns="0" rtlCol="0">
            <a:noAutofit/>
          </a:bodyPr>
          <a:lst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344488" lvl="0" indent="-344488">
              <a:spcBef>
                <a:spcPts val="300"/>
              </a:spcBef>
              <a:spcAft>
                <a:spcPts val="300"/>
              </a:spcAft>
            </a:pPr>
            <a:r>
              <a:rPr kumimoji="0" lang="en-US" b="0" i="0" u="none" strike="noStrike" kern="1200" cap="none" spc="0" normalizeH="0" baseline="0" noProof="0" dirty="0">
                <a:ln>
                  <a:noFill/>
                </a:ln>
                <a:solidFill>
                  <a:prstClr val="black">
                    <a:lumMod val="65000"/>
                    <a:lumOff val="35000"/>
                  </a:prstClr>
                </a:solidFill>
                <a:effectLst/>
                <a:uLnTx/>
                <a:uFillTx/>
                <a:latin typeface="Arial" panose="020B0604020202020204" pitchFamily="34" charset="0"/>
                <a:ea typeface="+mn-ea"/>
                <a:cs typeface="Arial" panose="020B0604020202020204" pitchFamily="34" charset="0"/>
              </a:rPr>
              <a:t>SMPC: Supportive of focus areas, but still concerned about granularity of quality objectives and requirements being over and above extant requirements</a:t>
            </a:r>
          </a:p>
        </p:txBody>
      </p:sp>
      <p:sp>
        <p:nvSpPr>
          <p:cNvPr id="7" name="Rectangle: Rounded Corners 6">
            <a:extLst>
              <a:ext uri="{FF2B5EF4-FFF2-40B4-BE49-F238E27FC236}">
                <a16:creationId xmlns:a16="http://schemas.microsoft.com/office/drawing/2014/main" id="{D22E4D24-FBFA-4F1B-A970-39B7955B9379}"/>
              </a:ext>
            </a:extLst>
          </p:cNvPr>
          <p:cNvSpPr/>
          <p:nvPr/>
        </p:nvSpPr>
        <p:spPr>
          <a:xfrm>
            <a:off x="549457" y="1470527"/>
            <a:ext cx="2775473" cy="1031834"/>
          </a:xfrm>
          <a:prstGeom prst="roundRect">
            <a:avLst/>
          </a:prstGeom>
          <a:solidFill>
            <a:schemeClr val="accent1"/>
          </a:solidFill>
          <a:ln>
            <a:noFill/>
          </a:ln>
          <a:effectLst/>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latin typeface="Arial" panose="020B0604020202020204" pitchFamily="34" charset="0"/>
                <a:cs typeface="Arial" panose="020B0604020202020204" pitchFamily="34" charset="0"/>
              </a:rPr>
              <a:t>Scalability of the standard</a:t>
            </a:r>
          </a:p>
        </p:txBody>
      </p:sp>
      <p:sp>
        <p:nvSpPr>
          <p:cNvPr id="8" name="Rectangle: Rounded Corners 7">
            <a:extLst>
              <a:ext uri="{FF2B5EF4-FFF2-40B4-BE49-F238E27FC236}">
                <a16:creationId xmlns:a16="http://schemas.microsoft.com/office/drawing/2014/main" id="{272BE476-9E3A-4D38-BCCF-0BCAA919BB94}"/>
              </a:ext>
            </a:extLst>
          </p:cNvPr>
          <p:cNvSpPr/>
          <p:nvPr/>
        </p:nvSpPr>
        <p:spPr>
          <a:xfrm>
            <a:off x="3626184" y="1466150"/>
            <a:ext cx="2775473" cy="1036211"/>
          </a:xfrm>
          <a:prstGeom prst="roundRect">
            <a:avLst/>
          </a:prstGeom>
          <a:solidFill>
            <a:schemeClr val="accent4"/>
          </a:solidFill>
          <a:ln>
            <a:noFill/>
          </a:ln>
          <a:effectLst/>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latin typeface="Arial" panose="020B0604020202020204" pitchFamily="34" charset="0"/>
                <a:cs typeface="Arial" panose="020B0604020202020204" pitchFamily="34" charset="0"/>
              </a:rPr>
              <a:t>Firms tailoring the SOQM</a:t>
            </a:r>
          </a:p>
        </p:txBody>
      </p:sp>
      <p:sp>
        <p:nvSpPr>
          <p:cNvPr id="9" name="Rectangle: Rounded Corners 8">
            <a:extLst>
              <a:ext uri="{FF2B5EF4-FFF2-40B4-BE49-F238E27FC236}">
                <a16:creationId xmlns:a16="http://schemas.microsoft.com/office/drawing/2014/main" id="{901F3B34-34A2-4198-A7E7-CE15ABEBE20A}"/>
              </a:ext>
            </a:extLst>
          </p:cNvPr>
          <p:cNvSpPr/>
          <p:nvPr/>
        </p:nvSpPr>
        <p:spPr>
          <a:xfrm>
            <a:off x="549457" y="2681123"/>
            <a:ext cx="2775473" cy="1012366"/>
          </a:xfrm>
          <a:prstGeom prst="roundRect">
            <a:avLst/>
          </a:prstGeom>
          <a:solidFill>
            <a:schemeClr val="accent5"/>
          </a:solidFill>
          <a:ln>
            <a:noFill/>
          </a:ln>
          <a:effectLst/>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latin typeface="Arial" panose="020B0604020202020204" pitchFamily="34" charset="0"/>
                <a:cs typeface="Arial" panose="020B0604020202020204" pitchFamily="34" charset="0"/>
              </a:rPr>
              <a:t>Complexity and prescriptiveness of requirements</a:t>
            </a:r>
          </a:p>
        </p:txBody>
      </p:sp>
      <p:sp>
        <p:nvSpPr>
          <p:cNvPr id="10" name="Rectangle: Rounded Corners 9">
            <a:extLst>
              <a:ext uri="{FF2B5EF4-FFF2-40B4-BE49-F238E27FC236}">
                <a16:creationId xmlns:a16="http://schemas.microsoft.com/office/drawing/2014/main" id="{9EBE41E7-9640-49EF-BFA0-79303DD6D2CF}"/>
              </a:ext>
            </a:extLst>
          </p:cNvPr>
          <p:cNvSpPr/>
          <p:nvPr/>
        </p:nvSpPr>
        <p:spPr>
          <a:xfrm>
            <a:off x="3626184" y="2681123"/>
            <a:ext cx="2775473" cy="1036211"/>
          </a:xfrm>
          <a:prstGeom prst="roundRect">
            <a:avLst/>
          </a:prstGeom>
          <a:solidFill>
            <a:srgbClr val="0070C0"/>
          </a:solidFill>
          <a:ln>
            <a:noFill/>
          </a:ln>
          <a:effectLst/>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latin typeface="Arial" panose="020B0604020202020204" pitchFamily="34" charset="0"/>
                <a:cs typeface="Arial" panose="020B0604020202020204" pitchFamily="34" charset="0"/>
              </a:rPr>
              <a:t>A standard that can be applied in all circumstances</a:t>
            </a:r>
          </a:p>
        </p:txBody>
      </p:sp>
      <p:sp>
        <p:nvSpPr>
          <p:cNvPr id="11" name="Rectangle: Rounded Corners 10">
            <a:extLst>
              <a:ext uri="{FF2B5EF4-FFF2-40B4-BE49-F238E27FC236}">
                <a16:creationId xmlns:a16="http://schemas.microsoft.com/office/drawing/2014/main" id="{D3AB80DA-D8A6-44A4-A77F-8A48E5213D0A}"/>
              </a:ext>
            </a:extLst>
          </p:cNvPr>
          <p:cNvSpPr/>
          <p:nvPr/>
        </p:nvSpPr>
        <p:spPr>
          <a:xfrm>
            <a:off x="7354957" y="1466150"/>
            <a:ext cx="4588086" cy="2251184"/>
          </a:xfrm>
          <a:prstGeom prst="roundRect">
            <a:avLst/>
          </a:prstGeom>
          <a:solidFill>
            <a:schemeClr val="bg1">
              <a:lumMod val="6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latin typeface="Arial" panose="020B0604020202020204" pitchFamily="34" charset="0"/>
                <a:cs typeface="Arial" panose="020B0604020202020204" pitchFamily="34" charset="0"/>
              </a:rPr>
              <a:t>PIOB public interest issue:</a:t>
            </a:r>
          </a:p>
          <a:p>
            <a:pPr algn="ctr"/>
            <a:r>
              <a:rPr lang="en-US" dirty="0">
                <a:latin typeface="Arial" panose="020B0604020202020204" pitchFamily="34" charset="0"/>
                <a:cs typeface="Arial" panose="020B0604020202020204" pitchFamily="34" charset="0"/>
              </a:rPr>
              <a:t>“The length and complexity of the standard are a major concern, as they may impede the implementation by smaller firms. Scalability needs to be addressed as well and guidance may be provided for smaller firms.”</a:t>
            </a:r>
          </a:p>
        </p:txBody>
      </p:sp>
    </p:spTree>
    <p:extLst>
      <p:ext uri="{BB962C8B-B14F-4D97-AF65-F5344CB8AC3E}">
        <p14:creationId xmlns:p14="http://schemas.microsoft.com/office/powerpoint/2010/main" val="1176380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47CC0-81EB-4258-90C4-B2D87359EC7C}"/>
              </a:ext>
            </a:extLst>
          </p:cNvPr>
          <p:cNvSpPr>
            <a:spLocks noGrp="1"/>
          </p:cNvSpPr>
          <p:nvPr>
            <p:ph type="title"/>
          </p:nvPr>
        </p:nvSpPr>
        <p:spPr>
          <a:xfrm>
            <a:off x="243840" y="569917"/>
            <a:ext cx="10972800" cy="538500"/>
          </a:xfrm>
        </p:spPr>
        <p:txBody>
          <a:bodyPr/>
          <a:lstStyle/>
          <a:p>
            <a:r>
              <a:rPr lang="en-US" b="1" dirty="0"/>
              <a:t>Restructuring of Proposed ISQM 1 and Nature of the Components</a:t>
            </a:r>
          </a:p>
        </p:txBody>
      </p:sp>
      <p:sp>
        <p:nvSpPr>
          <p:cNvPr id="3" name="Slide Number Placeholder 2">
            <a:extLst>
              <a:ext uri="{FF2B5EF4-FFF2-40B4-BE49-F238E27FC236}">
                <a16:creationId xmlns:a16="http://schemas.microsoft.com/office/drawing/2014/main" id="{AC6878B7-9236-45F3-B26C-6D17925621F1}"/>
              </a:ext>
            </a:extLst>
          </p:cNvPr>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4</a:t>
            </a:fld>
            <a:endParaRPr lang="en-US" dirty="0">
              <a:latin typeface="Arial" panose="020B0604020202020204" pitchFamily="34" charset="0"/>
              <a:cs typeface="Arial" panose="020B0604020202020204" pitchFamily="34" charset="0"/>
            </a:endParaRPr>
          </a:p>
        </p:txBody>
      </p:sp>
      <p:sp>
        <p:nvSpPr>
          <p:cNvPr id="4" name="Content Placeholder 2">
            <a:extLst>
              <a:ext uri="{FF2B5EF4-FFF2-40B4-BE49-F238E27FC236}">
                <a16:creationId xmlns:a16="http://schemas.microsoft.com/office/drawing/2014/main" id="{00FEDD92-B611-4802-8902-3296C3A1E78F}"/>
              </a:ext>
            </a:extLst>
          </p:cNvPr>
          <p:cNvSpPr txBox="1">
            <a:spLocks/>
          </p:cNvSpPr>
          <p:nvPr/>
        </p:nvSpPr>
        <p:spPr>
          <a:xfrm>
            <a:off x="284051" y="1411374"/>
            <a:ext cx="3222942" cy="5048078"/>
          </a:xfrm>
          <a:prstGeom prst="rect">
            <a:avLst/>
          </a:prstGeom>
        </p:spPr>
        <p:txBody>
          <a:bodyPr vert="horz" lIns="121920" tIns="0" rIns="121920" bIns="0" rtlCol="0">
            <a:noAutofit/>
          </a:bodyPr>
          <a:lst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346075" lvl="0" indent="-346075">
              <a:spcBef>
                <a:spcPts val="300"/>
              </a:spcBef>
              <a:spcAft>
                <a:spcPts val="300"/>
              </a:spcAft>
            </a:pPr>
            <a:r>
              <a:rPr lang="en-US" dirty="0">
                <a:solidFill>
                  <a:prstClr val="black">
                    <a:lumMod val="65000"/>
                    <a:lumOff val="35000"/>
                  </a:prstClr>
                </a:solidFill>
              </a:rPr>
              <a:t>Why restructure?</a:t>
            </a:r>
          </a:p>
          <a:p>
            <a:pPr marL="630230" lvl="1" indent="-346075">
              <a:spcBef>
                <a:spcPts val="300"/>
              </a:spcBef>
              <a:spcAft>
                <a:spcPts val="300"/>
              </a:spcAft>
            </a:pPr>
            <a:r>
              <a:rPr lang="en-US" dirty="0">
                <a:solidFill>
                  <a:prstClr val="black">
                    <a:lumMod val="65000"/>
                    <a:lumOff val="35000"/>
                  </a:prstClr>
                </a:solidFill>
              </a:rPr>
              <a:t>Reduce complexity and assist in clarifying the nature of the components and how they interrelate</a:t>
            </a:r>
          </a:p>
          <a:p>
            <a:pPr marL="346075" indent="-346075">
              <a:spcBef>
                <a:spcPts val="300"/>
              </a:spcBef>
              <a:spcAft>
                <a:spcPts val="300"/>
              </a:spcAft>
            </a:pPr>
            <a:r>
              <a:rPr lang="en-US" dirty="0">
                <a:solidFill>
                  <a:prstClr val="black">
                    <a:lumMod val="65000"/>
                    <a:lumOff val="35000"/>
                  </a:prstClr>
                </a:solidFill>
              </a:rPr>
              <a:t>Other benefits</a:t>
            </a:r>
          </a:p>
          <a:p>
            <a:pPr marL="630230" lvl="1" indent="-346075">
              <a:spcBef>
                <a:spcPts val="300"/>
              </a:spcBef>
              <a:spcAft>
                <a:spcPts val="300"/>
              </a:spcAft>
            </a:pPr>
            <a:r>
              <a:rPr lang="en-US" dirty="0">
                <a:solidFill>
                  <a:prstClr val="black">
                    <a:lumMod val="65000"/>
                    <a:lumOff val="35000"/>
                  </a:prstClr>
                </a:solidFill>
              </a:rPr>
              <a:t>More emphasis on leadership responsibility for SOQM</a:t>
            </a:r>
          </a:p>
          <a:p>
            <a:pPr marL="630230" lvl="1" indent="-346075">
              <a:spcBef>
                <a:spcPts val="300"/>
              </a:spcBef>
              <a:spcAft>
                <a:spcPts val="300"/>
              </a:spcAft>
            </a:pPr>
            <a:r>
              <a:rPr lang="en-US" dirty="0">
                <a:solidFill>
                  <a:prstClr val="black">
                    <a:lumMod val="65000"/>
                    <a:lumOff val="35000"/>
                  </a:prstClr>
                </a:solidFill>
              </a:rPr>
              <a:t>Components less siloed and more integrated</a:t>
            </a:r>
          </a:p>
          <a:p>
            <a:pPr marL="346075" indent="-346075">
              <a:spcBef>
                <a:spcPts val="300"/>
              </a:spcBef>
              <a:spcAft>
                <a:spcPts val="300"/>
              </a:spcAft>
            </a:pPr>
            <a:endParaRPr lang="en-US" dirty="0">
              <a:solidFill>
                <a:prstClr val="black">
                  <a:lumMod val="65000"/>
                  <a:lumOff val="35000"/>
                </a:prstClr>
              </a:solidFill>
            </a:endParaRPr>
          </a:p>
          <a:p>
            <a:pPr marL="346075" lvl="0" indent="-346075">
              <a:spcBef>
                <a:spcPts val="300"/>
              </a:spcBef>
              <a:spcAft>
                <a:spcPts val="300"/>
              </a:spcAft>
            </a:pPr>
            <a:endParaRPr kumimoji="0" lang="en-US" sz="1600" b="0" i="0" u="none" strike="noStrike" kern="1200" cap="none" spc="0" normalizeH="0" baseline="0" noProof="0" dirty="0">
              <a:ln>
                <a:noFill/>
              </a:ln>
              <a:solidFill>
                <a:prstClr val="black">
                  <a:lumMod val="65000"/>
                  <a:lumOff val="35000"/>
                </a:prstClr>
              </a:solidFill>
              <a:effectLst/>
              <a:uLnTx/>
              <a:uFillTx/>
              <a:latin typeface="Arial" panose="020B0604020202020204" pitchFamily="34" charset="0"/>
              <a:ea typeface="+mn-ea"/>
              <a:cs typeface="Arial" panose="020B0604020202020204" pitchFamily="34" charset="0"/>
            </a:endParaRPr>
          </a:p>
        </p:txBody>
      </p:sp>
      <p:graphicFrame>
        <p:nvGraphicFramePr>
          <p:cNvPr id="5" name="Table 4">
            <a:extLst>
              <a:ext uri="{FF2B5EF4-FFF2-40B4-BE49-F238E27FC236}">
                <a16:creationId xmlns:a16="http://schemas.microsoft.com/office/drawing/2014/main" id="{7C8A1208-5118-420C-88FE-45D5CE80E6AB}"/>
              </a:ext>
            </a:extLst>
          </p:cNvPr>
          <p:cNvGraphicFramePr>
            <a:graphicFrameLocks noGrp="1"/>
          </p:cNvGraphicFramePr>
          <p:nvPr>
            <p:extLst>
              <p:ext uri="{D42A27DB-BD31-4B8C-83A1-F6EECF244321}">
                <p14:modId xmlns:p14="http://schemas.microsoft.com/office/powerpoint/2010/main" val="2776172142"/>
              </p:ext>
            </p:extLst>
          </p:nvPr>
        </p:nvGraphicFramePr>
        <p:xfrm>
          <a:off x="3700631" y="1302759"/>
          <a:ext cx="8035195" cy="5013960"/>
        </p:xfrm>
        <a:graphic>
          <a:graphicData uri="http://schemas.openxmlformats.org/drawingml/2006/table">
            <a:tbl>
              <a:tblPr firstRow="1" firstCol="1" bandRow="1">
                <a:tableStyleId>{5C22544A-7EE6-4342-B048-85BDC9FD1C3A}</a:tableStyleId>
              </a:tblPr>
              <a:tblGrid>
                <a:gridCol w="4017142">
                  <a:extLst>
                    <a:ext uri="{9D8B030D-6E8A-4147-A177-3AD203B41FA5}">
                      <a16:colId xmlns:a16="http://schemas.microsoft.com/office/drawing/2014/main" val="3167700588"/>
                    </a:ext>
                  </a:extLst>
                </a:gridCol>
                <a:gridCol w="4018053">
                  <a:extLst>
                    <a:ext uri="{9D8B030D-6E8A-4147-A177-3AD203B41FA5}">
                      <a16:colId xmlns:a16="http://schemas.microsoft.com/office/drawing/2014/main" val="1202853221"/>
                    </a:ext>
                  </a:extLst>
                </a:gridCol>
              </a:tblGrid>
              <a:tr h="320040">
                <a:tc>
                  <a:txBody>
                    <a:bodyPr/>
                    <a:lstStyle/>
                    <a:p>
                      <a:pPr marL="0" marR="0" algn="l">
                        <a:lnSpc>
                          <a:spcPct val="100000"/>
                        </a:lnSpc>
                        <a:spcBef>
                          <a:spcPts val="600"/>
                        </a:spcBef>
                        <a:spcAft>
                          <a:spcPts val="600"/>
                        </a:spcAft>
                      </a:pPr>
                      <a:r>
                        <a:rPr lang="en-US" sz="1400" b="0" kern="400" dirty="0">
                          <a:solidFill>
                            <a:schemeClr val="tx1"/>
                          </a:solidFill>
                          <a:effectLst/>
                          <a:latin typeface="Arial" panose="020B0604020202020204" pitchFamily="34" charset="0"/>
                          <a:cs typeface="Arial" panose="020B0604020202020204" pitchFamily="34" charset="0"/>
                        </a:rPr>
                        <a:t>Applying, and complying with, relevant requirements</a:t>
                      </a:r>
                      <a:endParaRPr lang="en-US" sz="1400" b="0" kern="4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52693" marR="52693" marT="0" marB="0" anchor="ctr">
                    <a:solidFill>
                      <a:schemeClr val="accent1">
                        <a:lumMod val="20000"/>
                        <a:lumOff val="80000"/>
                      </a:schemeClr>
                    </a:solidFill>
                  </a:tcPr>
                </a:tc>
                <a:tc>
                  <a:txBody>
                    <a:bodyPr/>
                    <a:lstStyle/>
                    <a:p>
                      <a:pPr marL="0" marR="0" algn="l">
                        <a:lnSpc>
                          <a:spcPct val="100000"/>
                        </a:lnSpc>
                        <a:spcBef>
                          <a:spcPts val="600"/>
                        </a:spcBef>
                        <a:spcAft>
                          <a:spcPts val="600"/>
                        </a:spcAft>
                      </a:pPr>
                      <a:r>
                        <a:rPr lang="en-US" sz="1400" b="0" kern="400" dirty="0">
                          <a:solidFill>
                            <a:schemeClr val="tx1"/>
                          </a:solidFill>
                          <a:effectLst/>
                          <a:latin typeface="Arial" panose="020B0604020202020204" pitchFamily="34" charset="0"/>
                          <a:cs typeface="Arial" panose="020B0604020202020204" pitchFamily="34" charset="0"/>
                        </a:rPr>
                        <a:t>Applying, and complying with, relevant requirements</a:t>
                      </a:r>
                      <a:endParaRPr lang="en-US" sz="1400" b="0" kern="4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52693" marR="52693" marT="0" marB="0" anchor="ctr">
                    <a:solidFill>
                      <a:schemeClr val="bg1">
                        <a:lumMod val="85000"/>
                      </a:schemeClr>
                    </a:solidFill>
                  </a:tcPr>
                </a:tc>
                <a:extLst>
                  <a:ext uri="{0D108BD9-81ED-4DB2-BD59-A6C34878D82A}">
                    <a16:rowId xmlns:a16="http://schemas.microsoft.com/office/drawing/2014/main" val="2490090568"/>
                  </a:ext>
                </a:extLst>
              </a:tr>
              <a:tr h="320040">
                <a:tc>
                  <a:txBody>
                    <a:bodyPr/>
                    <a:lstStyle/>
                    <a:p>
                      <a:pPr marL="0" marR="0" algn="l">
                        <a:lnSpc>
                          <a:spcPct val="100000"/>
                        </a:lnSpc>
                        <a:spcBef>
                          <a:spcPts val="600"/>
                        </a:spcBef>
                        <a:spcAft>
                          <a:spcPts val="600"/>
                        </a:spcAft>
                      </a:pPr>
                      <a:r>
                        <a:rPr lang="en-US" sz="1400" b="0" kern="400" dirty="0">
                          <a:solidFill>
                            <a:schemeClr val="tx1"/>
                          </a:solidFill>
                          <a:effectLst/>
                          <a:latin typeface="Arial" panose="020B0604020202020204" pitchFamily="34" charset="0"/>
                          <a:cs typeface="Arial" panose="020B0604020202020204" pitchFamily="34" charset="0"/>
                        </a:rPr>
                        <a:t>System of quality management</a:t>
                      </a:r>
                      <a:endParaRPr lang="en-US" sz="1400" b="0" kern="4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52693" marR="52693" marT="0" marB="0" anchor="ctr">
                    <a:solidFill>
                      <a:schemeClr val="accent1">
                        <a:lumMod val="20000"/>
                        <a:lumOff val="80000"/>
                      </a:schemeClr>
                    </a:solidFill>
                  </a:tcPr>
                </a:tc>
                <a:tc>
                  <a:txBody>
                    <a:bodyPr/>
                    <a:lstStyle/>
                    <a:p>
                      <a:pPr marL="0" marR="0" algn="l">
                        <a:lnSpc>
                          <a:spcPct val="100000"/>
                        </a:lnSpc>
                        <a:spcBef>
                          <a:spcPts val="600"/>
                        </a:spcBef>
                        <a:spcAft>
                          <a:spcPts val="600"/>
                        </a:spcAft>
                      </a:pPr>
                      <a:r>
                        <a:rPr lang="en-US" sz="1400" b="0" kern="400" dirty="0">
                          <a:solidFill>
                            <a:schemeClr val="tx1"/>
                          </a:solidFill>
                          <a:effectLst/>
                          <a:latin typeface="Arial" panose="020B0604020202020204" pitchFamily="34" charset="0"/>
                          <a:cs typeface="Arial" panose="020B0604020202020204" pitchFamily="34" charset="0"/>
                        </a:rPr>
                        <a:t>System of quality management, includes assigning responsibility for SOQM</a:t>
                      </a:r>
                      <a:endParaRPr lang="en-US" sz="1400" b="0" kern="4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52693" marR="52693" marT="0" marB="0" anchor="ctr">
                    <a:solidFill>
                      <a:schemeClr val="bg1">
                        <a:lumMod val="85000"/>
                      </a:schemeClr>
                    </a:solidFill>
                  </a:tcPr>
                </a:tc>
                <a:extLst>
                  <a:ext uri="{0D108BD9-81ED-4DB2-BD59-A6C34878D82A}">
                    <a16:rowId xmlns:a16="http://schemas.microsoft.com/office/drawing/2014/main" val="396344698"/>
                  </a:ext>
                </a:extLst>
              </a:tr>
              <a:tr h="320040">
                <a:tc>
                  <a:txBody>
                    <a:bodyPr/>
                    <a:lstStyle/>
                    <a:p>
                      <a:pPr marL="0" marR="0" algn="l">
                        <a:lnSpc>
                          <a:spcPct val="100000"/>
                        </a:lnSpc>
                        <a:spcBef>
                          <a:spcPts val="600"/>
                        </a:spcBef>
                        <a:spcAft>
                          <a:spcPts val="600"/>
                        </a:spcAft>
                      </a:pPr>
                      <a:r>
                        <a:rPr lang="en-US" sz="1400" b="0" kern="400" dirty="0">
                          <a:solidFill>
                            <a:schemeClr val="tx1"/>
                          </a:solidFill>
                          <a:effectLst/>
                          <a:latin typeface="Arial" panose="020B0604020202020204" pitchFamily="34" charset="0"/>
                          <a:cs typeface="Arial" panose="020B0604020202020204" pitchFamily="34" charset="0"/>
                        </a:rPr>
                        <a:t>Governance and leadership</a:t>
                      </a:r>
                      <a:endParaRPr lang="en-US" sz="1400" b="0" kern="4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52693" marR="52693" marT="0" marB="0" anchor="ctr">
                    <a:solidFill>
                      <a:schemeClr val="accent1">
                        <a:lumMod val="20000"/>
                        <a:lumOff val="80000"/>
                      </a:schemeClr>
                    </a:solidFill>
                  </a:tcPr>
                </a:tc>
                <a:tc>
                  <a:txBody>
                    <a:bodyPr/>
                    <a:lstStyle/>
                    <a:p>
                      <a:pPr marL="0" marR="0" algn="l">
                        <a:lnSpc>
                          <a:spcPct val="100000"/>
                        </a:lnSpc>
                        <a:spcBef>
                          <a:spcPts val="600"/>
                        </a:spcBef>
                        <a:spcAft>
                          <a:spcPts val="600"/>
                        </a:spcAft>
                      </a:pPr>
                      <a:r>
                        <a:rPr lang="en-US" sz="1400" b="0" kern="400" dirty="0">
                          <a:solidFill>
                            <a:schemeClr val="tx1"/>
                          </a:solidFill>
                          <a:effectLst/>
                          <a:latin typeface="Arial" panose="020B0604020202020204" pitchFamily="34" charset="0"/>
                          <a:cs typeface="Arial" panose="020B0604020202020204" pitchFamily="34" charset="0"/>
                        </a:rPr>
                        <a:t>The firm’s risk assessment process</a:t>
                      </a:r>
                      <a:endParaRPr lang="en-US" sz="1400" b="0" kern="4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52693" marR="52693" marT="0" marB="0" anchor="ctr">
                    <a:solidFill>
                      <a:schemeClr val="bg1">
                        <a:lumMod val="85000"/>
                      </a:schemeClr>
                    </a:solidFill>
                  </a:tcPr>
                </a:tc>
                <a:extLst>
                  <a:ext uri="{0D108BD9-81ED-4DB2-BD59-A6C34878D82A}">
                    <a16:rowId xmlns:a16="http://schemas.microsoft.com/office/drawing/2014/main" val="3804987258"/>
                  </a:ext>
                </a:extLst>
              </a:tr>
              <a:tr h="320040">
                <a:tc>
                  <a:txBody>
                    <a:bodyPr/>
                    <a:lstStyle/>
                    <a:p>
                      <a:pPr marL="0" marR="0" algn="l">
                        <a:lnSpc>
                          <a:spcPct val="100000"/>
                        </a:lnSpc>
                        <a:spcBef>
                          <a:spcPts val="600"/>
                        </a:spcBef>
                        <a:spcAft>
                          <a:spcPts val="600"/>
                        </a:spcAft>
                      </a:pPr>
                      <a:r>
                        <a:rPr lang="en-US" sz="1400" b="0" kern="400" dirty="0">
                          <a:solidFill>
                            <a:schemeClr val="tx1"/>
                          </a:solidFill>
                          <a:effectLst/>
                          <a:latin typeface="Arial" panose="020B0604020202020204" pitchFamily="34" charset="0"/>
                          <a:cs typeface="Arial" panose="020B0604020202020204" pitchFamily="34" charset="0"/>
                        </a:rPr>
                        <a:t>The firm’s risk assessment process</a:t>
                      </a:r>
                      <a:endParaRPr lang="en-US" sz="1400" b="0" kern="4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52693" marR="52693" marT="0" marB="0" anchor="ctr">
                    <a:solidFill>
                      <a:schemeClr val="accent1">
                        <a:lumMod val="20000"/>
                        <a:lumOff val="80000"/>
                      </a:schemeClr>
                    </a:solidFill>
                  </a:tcPr>
                </a:tc>
                <a:tc>
                  <a:txBody>
                    <a:bodyPr/>
                    <a:lstStyle/>
                    <a:p>
                      <a:pPr marL="0" marR="0" algn="l">
                        <a:lnSpc>
                          <a:spcPct val="100000"/>
                        </a:lnSpc>
                        <a:spcBef>
                          <a:spcPts val="600"/>
                        </a:spcBef>
                        <a:spcAft>
                          <a:spcPts val="600"/>
                        </a:spcAft>
                      </a:pPr>
                      <a:r>
                        <a:rPr lang="en-US" sz="1400" b="0" kern="400" dirty="0">
                          <a:solidFill>
                            <a:schemeClr val="tx1"/>
                          </a:solidFill>
                          <a:effectLst/>
                          <a:latin typeface="Arial" panose="020B0604020202020204" pitchFamily="34" charset="0"/>
                          <a:cs typeface="Arial" panose="020B0604020202020204" pitchFamily="34" charset="0"/>
                        </a:rPr>
                        <a:t>Governance and leadership (QO only)</a:t>
                      </a:r>
                      <a:endParaRPr lang="en-US" sz="1400" b="0" kern="4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52693" marR="52693" marT="0" marB="0" anchor="ctr">
                    <a:solidFill>
                      <a:schemeClr val="bg1">
                        <a:lumMod val="85000"/>
                      </a:schemeClr>
                    </a:solidFill>
                  </a:tcPr>
                </a:tc>
                <a:extLst>
                  <a:ext uri="{0D108BD9-81ED-4DB2-BD59-A6C34878D82A}">
                    <a16:rowId xmlns:a16="http://schemas.microsoft.com/office/drawing/2014/main" val="444044727"/>
                  </a:ext>
                </a:extLst>
              </a:tr>
              <a:tr h="320040">
                <a:tc>
                  <a:txBody>
                    <a:bodyPr/>
                    <a:lstStyle/>
                    <a:p>
                      <a:pPr marL="0" marR="0" lvl="0" indent="0" algn="l" defTabSz="457189" rtl="0" eaLnBrk="1" fontAlgn="auto" latinLnBrk="0" hangingPunct="1">
                        <a:lnSpc>
                          <a:spcPct val="100000"/>
                        </a:lnSpc>
                        <a:spcBef>
                          <a:spcPts val="600"/>
                        </a:spcBef>
                        <a:spcAft>
                          <a:spcPts val="600"/>
                        </a:spcAft>
                        <a:buClrTx/>
                        <a:buSzTx/>
                        <a:buFontTx/>
                        <a:buNone/>
                        <a:tabLst/>
                        <a:defRPr/>
                      </a:pPr>
                      <a:r>
                        <a:rPr lang="en-US" sz="1400" b="0" kern="400" dirty="0">
                          <a:solidFill>
                            <a:schemeClr val="tx1"/>
                          </a:solidFill>
                          <a:effectLst/>
                          <a:latin typeface="Arial" panose="020B0604020202020204" pitchFamily="34" charset="0"/>
                          <a:cs typeface="Arial" panose="020B0604020202020204" pitchFamily="34" charset="0"/>
                        </a:rPr>
                        <a:t>Relevant ethical requirements</a:t>
                      </a:r>
                    </a:p>
                  </a:txBody>
                  <a:tcPr marL="52693" marR="52693" marT="0" marB="0" anchor="ctr">
                    <a:solidFill>
                      <a:schemeClr val="accent1">
                        <a:lumMod val="20000"/>
                        <a:lumOff val="80000"/>
                      </a:schemeClr>
                    </a:solidFill>
                  </a:tcPr>
                </a:tc>
                <a:tc>
                  <a:txBody>
                    <a:bodyPr/>
                    <a:lstStyle/>
                    <a:p>
                      <a:pPr marL="0" marR="0" lvl="0" indent="0" algn="l" defTabSz="457189" rtl="0" eaLnBrk="1" fontAlgn="auto" latinLnBrk="0" hangingPunct="1">
                        <a:lnSpc>
                          <a:spcPct val="100000"/>
                        </a:lnSpc>
                        <a:spcBef>
                          <a:spcPts val="600"/>
                        </a:spcBef>
                        <a:spcAft>
                          <a:spcPts val="600"/>
                        </a:spcAft>
                        <a:buClrTx/>
                        <a:buSzTx/>
                        <a:buFontTx/>
                        <a:buNone/>
                        <a:tabLst/>
                        <a:defRPr/>
                      </a:pPr>
                      <a:r>
                        <a:rPr lang="en-US" sz="1400" b="0" kern="400" dirty="0">
                          <a:solidFill>
                            <a:schemeClr val="tx1"/>
                          </a:solidFill>
                          <a:effectLst/>
                          <a:latin typeface="Arial" panose="020B0604020202020204" pitchFamily="34" charset="0"/>
                          <a:cs typeface="Arial" panose="020B0604020202020204" pitchFamily="34" charset="0"/>
                        </a:rPr>
                        <a:t>Relevant ethical requirements (QO only)</a:t>
                      </a:r>
                    </a:p>
                  </a:txBody>
                  <a:tcPr marL="52693" marR="52693" marT="0" marB="0" anchor="ctr">
                    <a:solidFill>
                      <a:schemeClr val="bg1">
                        <a:lumMod val="85000"/>
                      </a:schemeClr>
                    </a:solidFill>
                  </a:tcPr>
                </a:tc>
                <a:extLst>
                  <a:ext uri="{0D108BD9-81ED-4DB2-BD59-A6C34878D82A}">
                    <a16:rowId xmlns:a16="http://schemas.microsoft.com/office/drawing/2014/main" val="3759484300"/>
                  </a:ext>
                </a:extLst>
              </a:tr>
              <a:tr h="320040">
                <a:tc>
                  <a:txBody>
                    <a:bodyPr/>
                    <a:lstStyle/>
                    <a:p>
                      <a:pPr marL="0" marR="0" algn="l">
                        <a:lnSpc>
                          <a:spcPct val="100000"/>
                        </a:lnSpc>
                        <a:spcBef>
                          <a:spcPts val="600"/>
                        </a:spcBef>
                        <a:spcAft>
                          <a:spcPts val="600"/>
                        </a:spcAft>
                      </a:pPr>
                      <a:r>
                        <a:rPr lang="en-US" sz="1400" b="0" kern="400" dirty="0">
                          <a:solidFill>
                            <a:schemeClr val="tx1"/>
                          </a:solidFill>
                          <a:effectLst/>
                          <a:latin typeface="Arial" panose="020B0604020202020204" pitchFamily="34" charset="0"/>
                          <a:cs typeface="Arial" panose="020B0604020202020204" pitchFamily="34" charset="0"/>
                        </a:rPr>
                        <a:t>Acceptance and continuance </a:t>
                      </a:r>
                      <a:endParaRPr lang="en-US" sz="1400" b="0" kern="4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52693" marR="52693" marT="0" marB="0" anchor="ctr">
                    <a:solidFill>
                      <a:schemeClr val="accent1">
                        <a:lumMod val="20000"/>
                        <a:lumOff val="80000"/>
                      </a:schemeClr>
                    </a:solidFill>
                  </a:tcPr>
                </a:tc>
                <a:tc>
                  <a:txBody>
                    <a:bodyPr/>
                    <a:lstStyle/>
                    <a:p>
                      <a:pPr marL="0" marR="0" algn="l">
                        <a:lnSpc>
                          <a:spcPct val="100000"/>
                        </a:lnSpc>
                        <a:spcBef>
                          <a:spcPts val="600"/>
                        </a:spcBef>
                        <a:spcAft>
                          <a:spcPts val="600"/>
                        </a:spcAft>
                      </a:pPr>
                      <a:r>
                        <a:rPr lang="en-US" sz="1400" b="0" kern="400" dirty="0">
                          <a:solidFill>
                            <a:schemeClr val="tx1"/>
                          </a:solidFill>
                          <a:effectLst/>
                          <a:latin typeface="Arial" panose="020B0604020202020204" pitchFamily="34" charset="0"/>
                          <a:cs typeface="Arial" panose="020B0604020202020204" pitchFamily="34" charset="0"/>
                        </a:rPr>
                        <a:t>Acceptance and continuance (QO only)</a:t>
                      </a:r>
                      <a:endParaRPr lang="en-US" sz="1400" b="0" kern="4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52693" marR="52693" marT="0" marB="0" anchor="ctr">
                    <a:solidFill>
                      <a:schemeClr val="bg1">
                        <a:lumMod val="85000"/>
                      </a:schemeClr>
                    </a:solidFill>
                  </a:tcPr>
                </a:tc>
                <a:extLst>
                  <a:ext uri="{0D108BD9-81ED-4DB2-BD59-A6C34878D82A}">
                    <a16:rowId xmlns:a16="http://schemas.microsoft.com/office/drawing/2014/main" val="1052636685"/>
                  </a:ext>
                </a:extLst>
              </a:tr>
              <a:tr h="320040">
                <a:tc>
                  <a:txBody>
                    <a:bodyPr/>
                    <a:lstStyle/>
                    <a:p>
                      <a:pPr marL="0" marR="0" lvl="0" indent="0" algn="l" defTabSz="457189" rtl="0" eaLnBrk="1" fontAlgn="auto" latinLnBrk="0" hangingPunct="1">
                        <a:lnSpc>
                          <a:spcPct val="100000"/>
                        </a:lnSpc>
                        <a:spcBef>
                          <a:spcPts val="600"/>
                        </a:spcBef>
                        <a:spcAft>
                          <a:spcPts val="600"/>
                        </a:spcAft>
                        <a:buClrTx/>
                        <a:buSzTx/>
                        <a:buFontTx/>
                        <a:buNone/>
                        <a:tabLst/>
                        <a:defRPr/>
                      </a:pPr>
                      <a:r>
                        <a:rPr lang="en-US" sz="1400" b="0" kern="400" dirty="0">
                          <a:solidFill>
                            <a:schemeClr val="tx1"/>
                          </a:solidFill>
                          <a:effectLst/>
                          <a:latin typeface="Arial" panose="020B0604020202020204" pitchFamily="34" charset="0"/>
                          <a:cs typeface="Arial" panose="020B0604020202020204" pitchFamily="34" charset="0"/>
                        </a:rPr>
                        <a:t>Engagement performance</a:t>
                      </a:r>
                    </a:p>
                  </a:txBody>
                  <a:tcPr marL="52693" marR="52693" marT="0" marB="0" anchor="ctr">
                    <a:solidFill>
                      <a:schemeClr val="accent1">
                        <a:lumMod val="20000"/>
                        <a:lumOff val="80000"/>
                      </a:schemeClr>
                    </a:solidFill>
                  </a:tcPr>
                </a:tc>
                <a:tc>
                  <a:txBody>
                    <a:bodyPr/>
                    <a:lstStyle/>
                    <a:p>
                      <a:pPr marL="0" marR="0" lvl="0" indent="0" algn="l" defTabSz="457189" rtl="0" eaLnBrk="1" fontAlgn="auto" latinLnBrk="0" hangingPunct="1">
                        <a:lnSpc>
                          <a:spcPct val="100000"/>
                        </a:lnSpc>
                        <a:spcBef>
                          <a:spcPts val="600"/>
                        </a:spcBef>
                        <a:spcAft>
                          <a:spcPts val="600"/>
                        </a:spcAft>
                        <a:buClrTx/>
                        <a:buSzTx/>
                        <a:buFontTx/>
                        <a:buNone/>
                        <a:tabLst/>
                        <a:defRPr/>
                      </a:pPr>
                      <a:r>
                        <a:rPr lang="en-US" sz="1400" b="0" kern="400" dirty="0">
                          <a:solidFill>
                            <a:schemeClr val="tx1"/>
                          </a:solidFill>
                          <a:effectLst/>
                          <a:latin typeface="Arial" panose="020B0604020202020204" pitchFamily="34" charset="0"/>
                          <a:cs typeface="Arial" panose="020B0604020202020204" pitchFamily="34" charset="0"/>
                        </a:rPr>
                        <a:t>Engagement performance (QO only)</a:t>
                      </a:r>
                    </a:p>
                  </a:txBody>
                  <a:tcPr marL="52693" marR="52693" marT="0" marB="0" anchor="ctr">
                    <a:solidFill>
                      <a:schemeClr val="bg1">
                        <a:lumMod val="85000"/>
                      </a:schemeClr>
                    </a:solidFill>
                  </a:tcPr>
                </a:tc>
                <a:extLst>
                  <a:ext uri="{0D108BD9-81ED-4DB2-BD59-A6C34878D82A}">
                    <a16:rowId xmlns:a16="http://schemas.microsoft.com/office/drawing/2014/main" val="764051112"/>
                  </a:ext>
                </a:extLst>
              </a:tr>
              <a:tr h="320040">
                <a:tc>
                  <a:txBody>
                    <a:bodyPr/>
                    <a:lstStyle/>
                    <a:p>
                      <a:pPr marL="0" marR="0" lvl="0" indent="0" algn="l" defTabSz="457189" rtl="0" eaLnBrk="1" fontAlgn="auto" latinLnBrk="0" hangingPunct="1">
                        <a:lnSpc>
                          <a:spcPct val="100000"/>
                        </a:lnSpc>
                        <a:spcBef>
                          <a:spcPts val="600"/>
                        </a:spcBef>
                        <a:spcAft>
                          <a:spcPts val="600"/>
                        </a:spcAft>
                        <a:buClrTx/>
                        <a:buSzTx/>
                        <a:buFontTx/>
                        <a:buNone/>
                        <a:tabLst/>
                        <a:defRPr/>
                      </a:pPr>
                      <a:r>
                        <a:rPr lang="en-US" sz="1400" b="0" kern="400" dirty="0">
                          <a:solidFill>
                            <a:schemeClr val="tx1"/>
                          </a:solidFill>
                          <a:effectLst/>
                          <a:latin typeface="Arial" panose="020B0604020202020204" pitchFamily="34" charset="0"/>
                          <a:cs typeface="Arial" panose="020B0604020202020204" pitchFamily="34" charset="0"/>
                        </a:rPr>
                        <a:t>Resources</a:t>
                      </a:r>
                    </a:p>
                  </a:txBody>
                  <a:tcPr marL="52693" marR="52693" marT="0" marB="0" anchor="ctr">
                    <a:solidFill>
                      <a:schemeClr val="accent1">
                        <a:lumMod val="20000"/>
                        <a:lumOff val="80000"/>
                      </a:schemeClr>
                    </a:solidFill>
                  </a:tcPr>
                </a:tc>
                <a:tc>
                  <a:txBody>
                    <a:bodyPr/>
                    <a:lstStyle/>
                    <a:p>
                      <a:pPr marL="0" marR="0" lvl="0" indent="0" algn="l" defTabSz="457189" rtl="0" eaLnBrk="1" fontAlgn="auto" latinLnBrk="0" hangingPunct="1">
                        <a:lnSpc>
                          <a:spcPct val="100000"/>
                        </a:lnSpc>
                        <a:spcBef>
                          <a:spcPts val="600"/>
                        </a:spcBef>
                        <a:spcAft>
                          <a:spcPts val="600"/>
                        </a:spcAft>
                        <a:buClrTx/>
                        <a:buSzTx/>
                        <a:buFontTx/>
                        <a:buNone/>
                        <a:tabLst/>
                        <a:defRPr/>
                      </a:pPr>
                      <a:r>
                        <a:rPr lang="en-US" sz="1400" b="0" kern="400" dirty="0">
                          <a:solidFill>
                            <a:schemeClr val="tx1"/>
                          </a:solidFill>
                          <a:effectLst/>
                          <a:latin typeface="Arial" panose="020B0604020202020204" pitchFamily="34" charset="0"/>
                          <a:cs typeface="Arial" panose="020B0604020202020204" pitchFamily="34" charset="0"/>
                        </a:rPr>
                        <a:t>Resources (QO only)</a:t>
                      </a:r>
                    </a:p>
                  </a:txBody>
                  <a:tcPr marL="52693" marR="52693" marT="0" marB="0" anchor="ctr">
                    <a:solidFill>
                      <a:schemeClr val="bg1">
                        <a:lumMod val="85000"/>
                      </a:schemeClr>
                    </a:solidFill>
                  </a:tcPr>
                </a:tc>
                <a:extLst>
                  <a:ext uri="{0D108BD9-81ED-4DB2-BD59-A6C34878D82A}">
                    <a16:rowId xmlns:a16="http://schemas.microsoft.com/office/drawing/2014/main" val="133351797"/>
                  </a:ext>
                </a:extLst>
              </a:tr>
              <a:tr h="320040">
                <a:tc>
                  <a:txBody>
                    <a:bodyPr/>
                    <a:lstStyle/>
                    <a:p>
                      <a:pPr marL="0" marR="0" lvl="0" indent="0" algn="l" defTabSz="457189" rtl="0" eaLnBrk="1" fontAlgn="auto" latinLnBrk="0" hangingPunct="1">
                        <a:lnSpc>
                          <a:spcPct val="100000"/>
                        </a:lnSpc>
                        <a:spcBef>
                          <a:spcPts val="600"/>
                        </a:spcBef>
                        <a:spcAft>
                          <a:spcPts val="600"/>
                        </a:spcAft>
                        <a:buClrTx/>
                        <a:buSzTx/>
                        <a:buFontTx/>
                        <a:buNone/>
                        <a:tabLst/>
                        <a:defRPr/>
                      </a:pPr>
                      <a:r>
                        <a:rPr lang="en-US" sz="1400" b="0" kern="400" dirty="0">
                          <a:solidFill>
                            <a:schemeClr val="tx1"/>
                          </a:solidFill>
                          <a:effectLst/>
                          <a:latin typeface="Arial" panose="020B0604020202020204" pitchFamily="34" charset="0"/>
                          <a:cs typeface="Arial" panose="020B0604020202020204" pitchFamily="34" charset="0"/>
                        </a:rPr>
                        <a:t>Information and communication </a:t>
                      </a:r>
                    </a:p>
                  </a:txBody>
                  <a:tcPr marL="52693" marR="52693" marT="0" marB="0" anchor="ctr">
                    <a:solidFill>
                      <a:schemeClr val="accent1">
                        <a:lumMod val="20000"/>
                        <a:lumOff val="80000"/>
                      </a:schemeClr>
                    </a:solidFill>
                  </a:tcPr>
                </a:tc>
                <a:tc>
                  <a:txBody>
                    <a:bodyPr/>
                    <a:lstStyle/>
                    <a:p>
                      <a:pPr marL="0" marR="0" lvl="0" indent="0" algn="l" defTabSz="457189" rtl="0" eaLnBrk="1" fontAlgn="auto" latinLnBrk="0" hangingPunct="1">
                        <a:lnSpc>
                          <a:spcPct val="100000"/>
                        </a:lnSpc>
                        <a:spcBef>
                          <a:spcPts val="600"/>
                        </a:spcBef>
                        <a:spcAft>
                          <a:spcPts val="600"/>
                        </a:spcAft>
                        <a:buClrTx/>
                        <a:buSzTx/>
                        <a:buFontTx/>
                        <a:buNone/>
                        <a:tabLst/>
                        <a:defRPr/>
                      </a:pPr>
                      <a:r>
                        <a:rPr lang="en-US" sz="1400" b="0" kern="400" dirty="0">
                          <a:solidFill>
                            <a:schemeClr val="tx1"/>
                          </a:solidFill>
                          <a:effectLst/>
                          <a:latin typeface="Arial" panose="020B0604020202020204" pitchFamily="34" charset="0"/>
                          <a:cs typeface="Arial" panose="020B0604020202020204" pitchFamily="34" charset="0"/>
                        </a:rPr>
                        <a:t>Information and communication (QO only)</a:t>
                      </a:r>
                    </a:p>
                  </a:txBody>
                  <a:tcPr marL="52693" marR="52693" marT="0" marB="0" anchor="ctr">
                    <a:solidFill>
                      <a:schemeClr val="bg1">
                        <a:lumMod val="85000"/>
                      </a:schemeClr>
                    </a:solidFill>
                  </a:tcPr>
                </a:tc>
                <a:extLst>
                  <a:ext uri="{0D108BD9-81ED-4DB2-BD59-A6C34878D82A}">
                    <a16:rowId xmlns:a16="http://schemas.microsoft.com/office/drawing/2014/main" val="3290451101"/>
                  </a:ext>
                </a:extLst>
              </a:tr>
              <a:tr h="320040">
                <a:tc>
                  <a:txBody>
                    <a:bodyPr/>
                    <a:lstStyle/>
                    <a:p>
                      <a:pPr marL="0" marR="0" lvl="0" indent="0" algn="l" defTabSz="457189" rtl="0" eaLnBrk="1" fontAlgn="auto" latinLnBrk="0" hangingPunct="1">
                        <a:lnSpc>
                          <a:spcPct val="100000"/>
                        </a:lnSpc>
                        <a:spcBef>
                          <a:spcPts val="600"/>
                        </a:spcBef>
                        <a:spcAft>
                          <a:spcPts val="600"/>
                        </a:spcAft>
                        <a:buClrTx/>
                        <a:buSzTx/>
                        <a:buFontTx/>
                        <a:buNone/>
                        <a:tabLst/>
                        <a:defRPr/>
                      </a:pPr>
                      <a:endParaRPr lang="en-US" sz="1400" b="0" kern="400" dirty="0">
                        <a:solidFill>
                          <a:schemeClr val="tx1"/>
                        </a:solidFill>
                        <a:effectLst/>
                        <a:latin typeface="Arial" panose="020B0604020202020204" pitchFamily="34" charset="0"/>
                        <a:cs typeface="Arial" panose="020B0604020202020204" pitchFamily="34" charset="0"/>
                      </a:endParaRPr>
                    </a:p>
                  </a:txBody>
                  <a:tcPr marL="52693" marR="52693" marT="0" marB="0" anchor="ctr">
                    <a:solidFill>
                      <a:schemeClr val="accent1">
                        <a:lumMod val="20000"/>
                        <a:lumOff val="80000"/>
                      </a:schemeClr>
                    </a:solidFill>
                  </a:tcPr>
                </a:tc>
                <a:tc>
                  <a:txBody>
                    <a:bodyPr/>
                    <a:lstStyle/>
                    <a:p>
                      <a:pPr marL="0" marR="0" lvl="0" indent="0" algn="l" defTabSz="457189" rtl="0" eaLnBrk="1" fontAlgn="auto" latinLnBrk="0" hangingPunct="1">
                        <a:lnSpc>
                          <a:spcPct val="100000"/>
                        </a:lnSpc>
                        <a:spcBef>
                          <a:spcPts val="600"/>
                        </a:spcBef>
                        <a:spcAft>
                          <a:spcPts val="600"/>
                        </a:spcAft>
                        <a:buClrTx/>
                        <a:buSzTx/>
                        <a:buFontTx/>
                        <a:buNone/>
                        <a:tabLst/>
                        <a:defRPr/>
                      </a:pPr>
                      <a:r>
                        <a:rPr lang="en-US" sz="1400" b="0" kern="400" dirty="0">
                          <a:solidFill>
                            <a:srgbClr val="FF0000"/>
                          </a:solidFill>
                          <a:effectLst/>
                          <a:latin typeface="Arial" panose="020B0604020202020204" pitchFamily="34" charset="0"/>
                          <a:cs typeface="Arial" panose="020B0604020202020204" pitchFamily="34" charset="0"/>
                        </a:rPr>
                        <a:t>Specified responses</a:t>
                      </a:r>
                    </a:p>
                  </a:txBody>
                  <a:tcPr marL="52693" marR="52693" marT="0" marB="0" anchor="ctr">
                    <a:solidFill>
                      <a:schemeClr val="bg1">
                        <a:lumMod val="85000"/>
                      </a:schemeClr>
                    </a:solidFill>
                  </a:tcPr>
                </a:tc>
                <a:extLst>
                  <a:ext uri="{0D108BD9-81ED-4DB2-BD59-A6C34878D82A}">
                    <a16:rowId xmlns:a16="http://schemas.microsoft.com/office/drawing/2014/main" val="3627072491"/>
                  </a:ext>
                </a:extLst>
              </a:tr>
              <a:tr h="320040">
                <a:tc>
                  <a:txBody>
                    <a:bodyPr/>
                    <a:lstStyle/>
                    <a:p>
                      <a:pPr marL="0" marR="0" lvl="0" indent="0" algn="l" defTabSz="457189" rtl="0" eaLnBrk="1" fontAlgn="auto" latinLnBrk="0" hangingPunct="1">
                        <a:lnSpc>
                          <a:spcPct val="100000"/>
                        </a:lnSpc>
                        <a:spcBef>
                          <a:spcPts val="600"/>
                        </a:spcBef>
                        <a:spcAft>
                          <a:spcPts val="600"/>
                        </a:spcAft>
                        <a:buClrTx/>
                        <a:buSzTx/>
                        <a:buFontTx/>
                        <a:buNone/>
                        <a:tabLst/>
                        <a:defRPr/>
                      </a:pPr>
                      <a:r>
                        <a:rPr lang="en-US" sz="1400" b="0" kern="400" dirty="0">
                          <a:solidFill>
                            <a:schemeClr val="tx1"/>
                          </a:solidFill>
                          <a:effectLst/>
                          <a:latin typeface="Arial" panose="020B0604020202020204" pitchFamily="34" charset="0"/>
                          <a:cs typeface="Arial" panose="020B0604020202020204" pitchFamily="34" charset="0"/>
                        </a:rPr>
                        <a:t>Monitoring and remediation process</a:t>
                      </a:r>
                    </a:p>
                  </a:txBody>
                  <a:tcPr marL="52693" marR="52693" marT="0" marB="0" anchor="ctr">
                    <a:solidFill>
                      <a:schemeClr val="accent1">
                        <a:lumMod val="20000"/>
                        <a:lumOff val="80000"/>
                      </a:schemeClr>
                    </a:solidFill>
                  </a:tcPr>
                </a:tc>
                <a:tc>
                  <a:txBody>
                    <a:bodyPr/>
                    <a:lstStyle/>
                    <a:p>
                      <a:pPr marL="0" marR="0" lvl="0" indent="0" algn="l" defTabSz="457189" rtl="0" eaLnBrk="1" fontAlgn="auto" latinLnBrk="0" hangingPunct="1">
                        <a:lnSpc>
                          <a:spcPct val="100000"/>
                        </a:lnSpc>
                        <a:spcBef>
                          <a:spcPts val="600"/>
                        </a:spcBef>
                        <a:spcAft>
                          <a:spcPts val="600"/>
                        </a:spcAft>
                        <a:buClrTx/>
                        <a:buSzTx/>
                        <a:buFontTx/>
                        <a:buNone/>
                        <a:tabLst/>
                        <a:defRPr/>
                      </a:pPr>
                      <a:r>
                        <a:rPr lang="en-US" sz="1400" b="0" kern="400" dirty="0">
                          <a:solidFill>
                            <a:schemeClr val="tx1"/>
                          </a:solidFill>
                          <a:effectLst/>
                          <a:latin typeface="Arial" panose="020B0604020202020204" pitchFamily="34" charset="0"/>
                          <a:cs typeface="Arial" panose="020B0604020202020204" pitchFamily="34" charset="0"/>
                        </a:rPr>
                        <a:t>Monitoring and remediation process</a:t>
                      </a:r>
                    </a:p>
                  </a:txBody>
                  <a:tcPr marL="52693" marR="52693" marT="0" marB="0" anchor="ctr">
                    <a:solidFill>
                      <a:schemeClr val="bg1">
                        <a:lumMod val="85000"/>
                      </a:schemeClr>
                    </a:solidFill>
                  </a:tcPr>
                </a:tc>
                <a:extLst>
                  <a:ext uri="{0D108BD9-81ED-4DB2-BD59-A6C34878D82A}">
                    <a16:rowId xmlns:a16="http://schemas.microsoft.com/office/drawing/2014/main" val="3189889195"/>
                  </a:ext>
                </a:extLst>
              </a:tr>
              <a:tr h="320040">
                <a:tc>
                  <a:txBody>
                    <a:bodyPr/>
                    <a:lstStyle/>
                    <a:p>
                      <a:pPr marL="0" marR="0" lvl="0" indent="0" algn="l" defTabSz="457189" rtl="0" eaLnBrk="1" fontAlgn="auto" latinLnBrk="0" hangingPunct="1">
                        <a:lnSpc>
                          <a:spcPct val="100000"/>
                        </a:lnSpc>
                        <a:spcBef>
                          <a:spcPts val="600"/>
                        </a:spcBef>
                        <a:spcAft>
                          <a:spcPts val="600"/>
                        </a:spcAft>
                        <a:buClrTx/>
                        <a:buSzTx/>
                        <a:buFontTx/>
                        <a:buNone/>
                        <a:tabLst/>
                        <a:defRPr/>
                      </a:pPr>
                      <a:r>
                        <a:rPr lang="en-US" sz="1400" b="0" kern="400" dirty="0">
                          <a:solidFill>
                            <a:schemeClr val="tx1"/>
                          </a:solidFill>
                          <a:effectLst/>
                          <a:latin typeface="Arial" panose="020B0604020202020204" pitchFamily="34" charset="0"/>
                          <a:cs typeface="Arial" panose="020B0604020202020204" pitchFamily="34" charset="0"/>
                        </a:rPr>
                        <a:t>Networks</a:t>
                      </a:r>
                    </a:p>
                  </a:txBody>
                  <a:tcPr marL="52693" marR="52693" marT="0" marB="0" anchor="ctr">
                    <a:solidFill>
                      <a:schemeClr val="accent1">
                        <a:lumMod val="20000"/>
                        <a:lumOff val="80000"/>
                      </a:schemeClr>
                    </a:solidFill>
                  </a:tcPr>
                </a:tc>
                <a:tc>
                  <a:txBody>
                    <a:bodyPr/>
                    <a:lstStyle/>
                    <a:p>
                      <a:pPr marL="0" marR="0" lvl="0" indent="0" algn="l" defTabSz="457189" rtl="0" eaLnBrk="1" fontAlgn="auto" latinLnBrk="0" hangingPunct="1">
                        <a:lnSpc>
                          <a:spcPct val="100000"/>
                        </a:lnSpc>
                        <a:spcBef>
                          <a:spcPts val="600"/>
                        </a:spcBef>
                        <a:spcAft>
                          <a:spcPts val="600"/>
                        </a:spcAft>
                        <a:buClrTx/>
                        <a:buSzTx/>
                        <a:buFontTx/>
                        <a:buNone/>
                        <a:tabLst/>
                        <a:defRPr/>
                      </a:pPr>
                      <a:r>
                        <a:rPr lang="en-US" sz="1400" b="0" kern="400" dirty="0">
                          <a:solidFill>
                            <a:schemeClr val="tx1"/>
                          </a:solidFill>
                          <a:effectLst/>
                          <a:latin typeface="Arial" panose="020B0604020202020204" pitchFamily="34" charset="0"/>
                          <a:cs typeface="Arial" panose="020B0604020202020204" pitchFamily="34" charset="0"/>
                        </a:rPr>
                        <a:t>Networks</a:t>
                      </a:r>
                    </a:p>
                  </a:txBody>
                  <a:tcPr marL="52693" marR="52693" marT="0" marB="0" anchor="ctr">
                    <a:solidFill>
                      <a:schemeClr val="bg1">
                        <a:lumMod val="85000"/>
                      </a:schemeClr>
                    </a:solidFill>
                  </a:tcPr>
                </a:tc>
                <a:extLst>
                  <a:ext uri="{0D108BD9-81ED-4DB2-BD59-A6C34878D82A}">
                    <a16:rowId xmlns:a16="http://schemas.microsoft.com/office/drawing/2014/main" val="2558111623"/>
                  </a:ext>
                </a:extLst>
              </a:tr>
              <a:tr h="320040">
                <a:tc>
                  <a:txBody>
                    <a:bodyPr/>
                    <a:lstStyle/>
                    <a:p>
                      <a:pPr marL="0" marR="0" lvl="0" indent="0" algn="l" defTabSz="457189" rtl="0" eaLnBrk="1" fontAlgn="auto" latinLnBrk="0" hangingPunct="1">
                        <a:lnSpc>
                          <a:spcPct val="100000"/>
                        </a:lnSpc>
                        <a:spcBef>
                          <a:spcPts val="600"/>
                        </a:spcBef>
                        <a:spcAft>
                          <a:spcPts val="600"/>
                        </a:spcAft>
                        <a:buClrTx/>
                        <a:buSzTx/>
                        <a:buFontTx/>
                        <a:buNone/>
                        <a:tabLst/>
                        <a:defRPr/>
                      </a:pPr>
                      <a:r>
                        <a:rPr lang="en-US" sz="1400" b="0" kern="400" dirty="0">
                          <a:solidFill>
                            <a:schemeClr val="tx1"/>
                          </a:solidFill>
                          <a:effectLst/>
                          <a:latin typeface="Arial" panose="020B0604020202020204" pitchFamily="34" charset="0"/>
                          <a:cs typeface="Arial" panose="020B0604020202020204" pitchFamily="34" charset="0"/>
                        </a:rPr>
                        <a:t>Service providers</a:t>
                      </a:r>
                    </a:p>
                  </a:txBody>
                  <a:tcPr marL="52693" marR="52693" marT="0" marB="0" anchor="ctr">
                    <a:solidFill>
                      <a:schemeClr val="accent1">
                        <a:lumMod val="20000"/>
                        <a:lumOff val="80000"/>
                      </a:schemeClr>
                    </a:solidFill>
                  </a:tcPr>
                </a:tc>
                <a:tc>
                  <a:txBody>
                    <a:bodyPr/>
                    <a:lstStyle/>
                    <a:p>
                      <a:pPr marL="0" marR="0" lvl="0" indent="0" algn="l" defTabSz="457189" rtl="0" eaLnBrk="1" fontAlgn="auto" latinLnBrk="0" hangingPunct="1">
                        <a:lnSpc>
                          <a:spcPct val="100000"/>
                        </a:lnSpc>
                        <a:spcBef>
                          <a:spcPts val="600"/>
                        </a:spcBef>
                        <a:spcAft>
                          <a:spcPts val="600"/>
                        </a:spcAft>
                        <a:buClrTx/>
                        <a:buSzTx/>
                        <a:buFontTx/>
                        <a:buNone/>
                        <a:tabLst/>
                        <a:defRPr/>
                      </a:pPr>
                      <a:r>
                        <a:rPr lang="en-US" sz="1400" b="0" kern="400" dirty="0">
                          <a:solidFill>
                            <a:schemeClr val="tx1"/>
                          </a:solidFill>
                          <a:effectLst/>
                          <a:latin typeface="Arial" panose="020B0604020202020204" pitchFamily="34" charset="0"/>
                          <a:cs typeface="Arial" panose="020B0604020202020204" pitchFamily="34" charset="0"/>
                        </a:rPr>
                        <a:t>Service Providers</a:t>
                      </a:r>
                    </a:p>
                  </a:txBody>
                  <a:tcPr marL="52693" marR="52693" marT="0" marB="0" anchor="ctr">
                    <a:solidFill>
                      <a:schemeClr val="bg1">
                        <a:lumMod val="85000"/>
                      </a:schemeClr>
                    </a:solidFill>
                  </a:tcPr>
                </a:tc>
                <a:extLst>
                  <a:ext uri="{0D108BD9-81ED-4DB2-BD59-A6C34878D82A}">
                    <a16:rowId xmlns:a16="http://schemas.microsoft.com/office/drawing/2014/main" val="3923489069"/>
                  </a:ext>
                </a:extLst>
              </a:tr>
              <a:tr h="320040">
                <a:tc>
                  <a:txBody>
                    <a:bodyPr/>
                    <a:lstStyle/>
                    <a:p>
                      <a:pPr marL="0" marR="0" lvl="0" indent="0" algn="l" defTabSz="457189" rtl="0" eaLnBrk="1" fontAlgn="auto" latinLnBrk="0" hangingPunct="1">
                        <a:lnSpc>
                          <a:spcPct val="100000"/>
                        </a:lnSpc>
                        <a:spcBef>
                          <a:spcPts val="600"/>
                        </a:spcBef>
                        <a:spcAft>
                          <a:spcPts val="600"/>
                        </a:spcAft>
                        <a:buClrTx/>
                        <a:buSzTx/>
                        <a:buFontTx/>
                        <a:buNone/>
                        <a:tabLst/>
                        <a:defRPr/>
                      </a:pPr>
                      <a:endParaRPr lang="en-US" sz="1400" b="0" kern="400" dirty="0">
                        <a:solidFill>
                          <a:srgbClr val="FF0000"/>
                        </a:solidFill>
                        <a:effectLst/>
                        <a:latin typeface="Arial" panose="020B0604020202020204" pitchFamily="34" charset="0"/>
                        <a:cs typeface="Arial" panose="020B0604020202020204" pitchFamily="34" charset="0"/>
                      </a:endParaRPr>
                    </a:p>
                  </a:txBody>
                  <a:tcPr marL="52693" marR="52693" marT="0" marB="0" anchor="ctr">
                    <a:solidFill>
                      <a:schemeClr val="accent1">
                        <a:lumMod val="20000"/>
                        <a:lumOff val="80000"/>
                      </a:schemeClr>
                    </a:solidFill>
                  </a:tcPr>
                </a:tc>
                <a:tc>
                  <a:txBody>
                    <a:bodyPr/>
                    <a:lstStyle/>
                    <a:p>
                      <a:pPr marL="0" marR="0" lvl="0" indent="0" algn="l" defTabSz="457189" rtl="0" eaLnBrk="1" fontAlgn="auto" latinLnBrk="0" hangingPunct="1">
                        <a:lnSpc>
                          <a:spcPct val="100000"/>
                        </a:lnSpc>
                        <a:spcBef>
                          <a:spcPts val="600"/>
                        </a:spcBef>
                        <a:spcAft>
                          <a:spcPts val="600"/>
                        </a:spcAft>
                        <a:buClrTx/>
                        <a:buSzTx/>
                        <a:buFontTx/>
                        <a:buNone/>
                        <a:tabLst/>
                        <a:defRPr/>
                      </a:pPr>
                      <a:r>
                        <a:rPr lang="en-US" sz="1400" b="0" kern="400" dirty="0">
                          <a:solidFill>
                            <a:srgbClr val="FF0000"/>
                          </a:solidFill>
                          <a:effectLst/>
                          <a:latin typeface="Arial" panose="020B0604020202020204" pitchFamily="34" charset="0"/>
                          <a:cs typeface="Arial" panose="020B0604020202020204" pitchFamily="34" charset="0"/>
                        </a:rPr>
                        <a:t>Evaluating the SOQM</a:t>
                      </a:r>
                    </a:p>
                  </a:txBody>
                  <a:tcPr marL="52693" marR="52693" marT="0" marB="0" anchor="ctr">
                    <a:solidFill>
                      <a:schemeClr val="bg1">
                        <a:lumMod val="85000"/>
                      </a:schemeClr>
                    </a:solidFill>
                  </a:tcPr>
                </a:tc>
                <a:extLst>
                  <a:ext uri="{0D108BD9-81ED-4DB2-BD59-A6C34878D82A}">
                    <a16:rowId xmlns:a16="http://schemas.microsoft.com/office/drawing/2014/main" val="1810640572"/>
                  </a:ext>
                </a:extLst>
              </a:tr>
              <a:tr h="320040">
                <a:tc>
                  <a:txBody>
                    <a:bodyPr/>
                    <a:lstStyle/>
                    <a:p>
                      <a:pPr marL="0" marR="0" lvl="0" indent="0" algn="l" defTabSz="457189" rtl="0" eaLnBrk="1" fontAlgn="auto" latinLnBrk="0" hangingPunct="1">
                        <a:lnSpc>
                          <a:spcPct val="100000"/>
                        </a:lnSpc>
                        <a:spcBef>
                          <a:spcPts val="600"/>
                        </a:spcBef>
                        <a:spcAft>
                          <a:spcPts val="600"/>
                        </a:spcAft>
                        <a:buClrTx/>
                        <a:buSzTx/>
                        <a:buFontTx/>
                        <a:buNone/>
                        <a:tabLst/>
                        <a:defRPr/>
                      </a:pPr>
                      <a:r>
                        <a:rPr lang="en-US" sz="1400" b="0" kern="400" dirty="0">
                          <a:solidFill>
                            <a:schemeClr val="tx1"/>
                          </a:solidFill>
                          <a:effectLst/>
                          <a:latin typeface="Arial" panose="020B0604020202020204" pitchFamily="34" charset="0"/>
                          <a:cs typeface="Arial" panose="020B0604020202020204" pitchFamily="34" charset="0"/>
                        </a:rPr>
                        <a:t>Documentation</a:t>
                      </a:r>
                    </a:p>
                  </a:txBody>
                  <a:tcPr marL="52693" marR="52693" marT="0" marB="0" anchor="ctr">
                    <a:solidFill>
                      <a:schemeClr val="accent1">
                        <a:lumMod val="20000"/>
                        <a:lumOff val="80000"/>
                      </a:schemeClr>
                    </a:solidFill>
                  </a:tcPr>
                </a:tc>
                <a:tc>
                  <a:txBody>
                    <a:bodyPr/>
                    <a:lstStyle/>
                    <a:p>
                      <a:pPr marL="0" marR="0" lvl="0" indent="0" algn="l" defTabSz="457189" rtl="0" eaLnBrk="1" fontAlgn="auto" latinLnBrk="0" hangingPunct="1">
                        <a:lnSpc>
                          <a:spcPct val="100000"/>
                        </a:lnSpc>
                        <a:spcBef>
                          <a:spcPts val="600"/>
                        </a:spcBef>
                        <a:spcAft>
                          <a:spcPts val="600"/>
                        </a:spcAft>
                        <a:buClrTx/>
                        <a:buSzTx/>
                        <a:buFontTx/>
                        <a:buNone/>
                        <a:tabLst/>
                        <a:defRPr/>
                      </a:pPr>
                      <a:r>
                        <a:rPr lang="en-US" sz="1400" b="0" kern="400" dirty="0">
                          <a:solidFill>
                            <a:schemeClr val="tx1"/>
                          </a:solidFill>
                          <a:effectLst/>
                          <a:latin typeface="Arial" panose="020B0604020202020204" pitchFamily="34" charset="0"/>
                          <a:cs typeface="Arial" panose="020B0604020202020204" pitchFamily="34" charset="0"/>
                        </a:rPr>
                        <a:t>Documentation</a:t>
                      </a:r>
                    </a:p>
                  </a:txBody>
                  <a:tcPr marL="52693" marR="52693" marT="0" marB="0" anchor="ctr">
                    <a:solidFill>
                      <a:schemeClr val="bg1">
                        <a:lumMod val="85000"/>
                      </a:schemeClr>
                    </a:solidFill>
                  </a:tcPr>
                </a:tc>
                <a:extLst>
                  <a:ext uri="{0D108BD9-81ED-4DB2-BD59-A6C34878D82A}">
                    <a16:rowId xmlns:a16="http://schemas.microsoft.com/office/drawing/2014/main" val="2069489710"/>
                  </a:ext>
                </a:extLst>
              </a:tr>
            </a:tbl>
          </a:graphicData>
        </a:graphic>
      </p:graphicFrame>
    </p:spTree>
    <p:extLst>
      <p:ext uri="{BB962C8B-B14F-4D97-AF65-F5344CB8AC3E}">
        <p14:creationId xmlns:p14="http://schemas.microsoft.com/office/powerpoint/2010/main" val="22913355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68411"/>
            <a:ext cx="12192000" cy="531048"/>
          </a:xfrm>
        </p:spPr>
        <p:txBody>
          <a:bodyPr/>
          <a:lstStyle/>
          <a:p>
            <a:pPr marL="347472"/>
            <a:r>
              <a:rPr lang="en-US" b="1" dirty="0"/>
              <a:t>Restructuring of Proposed ISQM 1 and Nature of the Components</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MS PGothic" charset="0"/>
              </a:rPr>
              <a:t>Page </a:t>
            </a:r>
            <a:fld id="{A5D50FB3-691B-4551-985A-DEFE3F9B00A3}" type="slidenum">
              <a:rPr kumimoji="0" lang="en-US" sz="900" b="0" i="0" u="none" strike="noStrike" kern="1200" cap="none" spc="0" normalizeH="0" baseline="0" noProof="0" smtClean="0">
                <a:ln>
                  <a:noFill/>
                </a:ln>
                <a:solidFill>
                  <a:srgbClr val="808080"/>
                </a:solidFill>
                <a:effectLst/>
                <a:uLnTx/>
                <a:uFillTx/>
                <a:latin typeface="Arial" panose="020B0604020202020204" pitchFamily="34" charset="0"/>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Arial" panose="020B0604020202020204" pitchFamily="34" charset="0"/>
            </a:endParaRPr>
          </a:p>
        </p:txBody>
      </p:sp>
      <p:sp>
        <p:nvSpPr>
          <p:cNvPr id="5" name="Content Placeholder 6">
            <a:extLst>
              <a:ext uri="{FF2B5EF4-FFF2-40B4-BE49-F238E27FC236}">
                <a16:creationId xmlns:a16="http://schemas.microsoft.com/office/drawing/2014/main" id="{8502C6ED-5046-46D5-854E-3DE0EBBC44C6}"/>
              </a:ext>
            </a:extLst>
          </p:cNvPr>
          <p:cNvSpPr txBox="1">
            <a:spLocks/>
          </p:cNvSpPr>
          <p:nvPr/>
        </p:nvSpPr>
        <p:spPr>
          <a:xfrm>
            <a:off x="379372" y="1409251"/>
            <a:ext cx="11203029" cy="2731037"/>
          </a:xfrm>
          <a:prstGeom prst="roundRect">
            <a:avLst/>
          </a:prstGeom>
          <a:ln w="25400" cap="flat" cmpd="sng" algn="ctr">
            <a:solidFill>
              <a:schemeClr val="bg1">
                <a:lumMod val="50000"/>
              </a:schemeClr>
            </a:solidFill>
            <a:prstDash val="solid"/>
          </a:ln>
        </p:spPr>
        <p:style>
          <a:lnRef idx="2">
            <a:schemeClr val="dk1"/>
          </a:lnRef>
          <a:fillRef idx="1">
            <a:schemeClr val="lt1"/>
          </a:fillRef>
          <a:effectRef idx="0">
            <a:schemeClr val="dk1"/>
          </a:effectRef>
          <a:fontRef idx="minor">
            <a:schemeClr val="dk1"/>
          </a:fontRef>
        </p:style>
        <p:txBody>
          <a:bodyPr rtlCol="0" anchor="ctr"/>
          <a:lstStyle>
            <a:lvl1pPr marL="173034" indent="-173034" algn="l" defTabSz="457189" rtl="0" eaLnBrk="1" latinLnBrk="0" hangingPunct="1">
              <a:spcBef>
                <a:spcPts val="1200"/>
              </a:spcBef>
              <a:buFont typeface="Arial"/>
              <a:buChar char="•"/>
              <a:defRPr sz="2000" kern="1200">
                <a:solidFill>
                  <a:schemeClr val="dk1"/>
                </a:solidFill>
                <a:latin typeface="+mn-lt"/>
                <a:ea typeface="+mn-ea"/>
                <a:cs typeface="+mn-cs"/>
              </a:defRPr>
            </a:lvl1pPr>
            <a:lvl2pPr marL="457189" indent="-228594" algn="l" defTabSz="457189" rtl="0" eaLnBrk="1" latinLnBrk="0" hangingPunct="1">
              <a:spcBef>
                <a:spcPts val="600"/>
              </a:spcBef>
              <a:spcAft>
                <a:spcPts val="400"/>
              </a:spcAft>
              <a:buFont typeface="Arial"/>
              <a:buChar char="–"/>
              <a:defRPr sz="1800" kern="1200">
                <a:solidFill>
                  <a:schemeClr val="dk1"/>
                </a:solidFill>
                <a:latin typeface="+mn-lt"/>
                <a:ea typeface="+mn-ea"/>
                <a:cs typeface="+mn-cs"/>
              </a:defRPr>
            </a:lvl2pPr>
            <a:lvl3pPr marL="630223" indent="-171446" algn="l" defTabSz="457189" rtl="0" eaLnBrk="1" latinLnBrk="0" hangingPunct="1">
              <a:spcBef>
                <a:spcPct val="20000"/>
              </a:spcBef>
              <a:buFont typeface="Arial"/>
              <a:buChar char="•"/>
              <a:defRPr sz="1600" kern="1200">
                <a:solidFill>
                  <a:schemeClr val="dk1"/>
                </a:solidFill>
                <a:latin typeface="+mn-lt"/>
                <a:ea typeface="+mn-ea"/>
                <a:cs typeface="+mn-cs"/>
              </a:defRPr>
            </a:lvl3pPr>
            <a:lvl4pPr marL="1600160" indent="-228594" algn="l" defTabSz="457189" rtl="0" eaLnBrk="1" latinLnBrk="0" hangingPunct="1">
              <a:spcBef>
                <a:spcPct val="20000"/>
              </a:spcBef>
              <a:buFont typeface="Arial"/>
              <a:buChar char="–"/>
              <a:defRPr sz="1400" kern="1200">
                <a:solidFill>
                  <a:schemeClr val="dk1"/>
                </a:solidFill>
                <a:latin typeface="+mn-lt"/>
                <a:ea typeface="+mn-ea"/>
                <a:cs typeface="+mn-cs"/>
              </a:defRPr>
            </a:lvl4pPr>
            <a:lvl5pPr marL="2057349" indent="-228594" algn="l" defTabSz="457189" rtl="0" eaLnBrk="1" latinLnBrk="0" hangingPunct="1">
              <a:spcBef>
                <a:spcPct val="20000"/>
              </a:spcBef>
              <a:buFont typeface="Arial"/>
              <a:buChar char="»"/>
              <a:defRPr sz="1400" kern="1200">
                <a:solidFill>
                  <a:schemeClr val="dk1"/>
                </a:solidFill>
                <a:latin typeface="+mn-lt"/>
                <a:ea typeface="+mn-ea"/>
                <a:cs typeface="+mn-cs"/>
              </a:defRPr>
            </a:lvl5pPr>
            <a:lvl6pPr marL="2514537" indent="-228594" algn="l" defTabSz="457189" rtl="0" eaLnBrk="1" latinLnBrk="0" hangingPunct="1">
              <a:spcBef>
                <a:spcPct val="20000"/>
              </a:spcBef>
              <a:buFont typeface="Arial"/>
              <a:buChar char="•"/>
              <a:defRPr sz="2000" kern="1200">
                <a:solidFill>
                  <a:schemeClr val="dk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dk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dk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dk1"/>
                </a:solidFill>
                <a:latin typeface="+mn-lt"/>
                <a:ea typeface="+mn-ea"/>
                <a:cs typeface="+mn-cs"/>
              </a:defRPr>
            </a:lvl9pPr>
          </a:lstStyle>
          <a:p>
            <a:pPr marL="91440" marR="0" lvl="0" indent="0" algn="l" defTabSz="457189" rtl="0" eaLnBrk="1" fontAlgn="auto" latinLnBrk="0" hangingPunct="1">
              <a:lnSpc>
                <a:spcPct val="100000"/>
              </a:lnSpc>
              <a:spcBef>
                <a:spcPts val="1200"/>
              </a:spcBef>
              <a:spcAft>
                <a:spcPts val="0"/>
              </a:spcAft>
              <a:buClrTx/>
              <a:buSzTx/>
              <a:buFont typeface="Arial"/>
              <a:buNone/>
              <a:tabLst/>
              <a:defRPr/>
            </a:pPr>
            <a:r>
              <a:rPr kumimoji="0" lang="en-US" sz="2000" b="1" i="0" u="none" strike="noStrike" kern="1200" cap="none" spc="0" normalizeH="0" baseline="0" noProof="0" dirty="0">
                <a:ln>
                  <a:noFill/>
                </a:ln>
                <a:solidFill>
                  <a:schemeClr val="tx1">
                    <a:lumMod val="65000"/>
                    <a:lumOff val="35000"/>
                  </a:schemeClr>
                </a:solidFill>
                <a:effectLst/>
                <a:uLnTx/>
                <a:uFillTx/>
                <a:latin typeface="Arial" panose="020B0604020202020204" pitchFamily="34" charset="0"/>
                <a:ea typeface="+mn-ea"/>
                <a:cs typeface="Arial" panose="020B0604020202020204" pitchFamily="34" charset="0"/>
              </a:rPr>
              <a:t>Question 1:</a:t>
            </a:r>
            <a:endParaRPr kumimoji="0" lang="en-US" sz="2000" b="0" i="0" u="none" strike="noStrike" kern="1200" cap="none" spc="0" normalizeH="0" baseline="0" noProof="0" dirty="0">
              <a:ln>
                <a:noFill/>
              </a:ln>
              <a:solidFill>
                <a:schemeClr val="tx1">
                  <a:lumMod val="65000"/>
                  <a:lumOff val="35000"/>
                </a:schemeClr>
              </a:solidFill>
              <a:effectLst/>
              <a:uLnTx/>
              <a:uFillTx/>
              <a:latin typeface="Arial" panose="020B0604020202020204" pitchFamily="34" charset="0"/>
              <a:ea typeface="+mn-ea"/>
              <a:cs typeface="Arial" panose="020B0604020202020204" pitchFamily="34" charset="0"/>
            </a:endParaRPr>
          </a:p>
          <a:p>
            <a:pPr marL="91440" lvl="0" indent="0">
              <a:spcBef>
                <a:spcPts val="800"/>
              </a:spcBef>
              <a:buNone/>
            </a:pPr>
            <a:r>
              <a:rPr lang="en-US" sz="1800" dirty="0">
                <a:solidFill>
                  <a:schemeClr val="tx1">
                    <a:lumMod val="65000"/>
                    <a:lumOff val="35000"/>
                  </a:schemeClr>
                </a:solidFill>
                <a:latin typeface="Arial" panose="020B0604020202020204" pitchFamily="34" charset="0"/>
                <a:cs typeface="Arial" panose="020B0604020202020204" pitchFamily="34" charset="0"/>
              </a:rPr>
              <a:t>Does the IAASB support the restructuring of the standard, including:</a:t>
            </a:r>
          </a:p>
          <a:p>
            <a:pPr marL="91440" lvl="0" indent="0">
              <a:spcBef>
                <a:spcPts val="800"/>
              </a:spcBef>
              <a:buNone/>
            </a:pPr>
            <a:r>
              <a:rPr lang="en-US" sz="1800" dirty="0">
                <a:solidFill>
                  <a:schemeClr val="tx1">
                    <a:lumMod val="65000"/>
                    <a:lumOff val="35000"/>
                  </a:schemeClr>
                </a:solidFill>
                <a:latin typeface="Arial" panose="020B0604020202020204" pitchFamily="34" charset="0"/>
                <a:cs typeface="Arial" panose="020B0604020202020204" pitchFamily="34" charset="0"/>
              </a:rPr>
              <a:t>(a)	Moving the firm’s risk assessment process before governance and leadership;</a:t>
            </a:r>
          </a:p>
          <a:p>
            <a:pPr marL="91440" lvl="0" indent="0">
              <a:spcBef>
                <a:spcPts val="800"/>
              </a:spcBef>
              <a:buNone/>
            </a:pPr>
            <a:r>
              <a:rPr lang="en-US" sz="1800" dirty="0">
                <a:solidFill>
                  <a:schemeClr val="tx1">
                    <a:lumMod val="65000"/>
                    <a:lumOff val="35000"/>
                  </a:schemeClr>
                </a:solidFill>
                <a:latin typeface="Arial" panose="020B0604020202020204" pitchFamily="34" charset="0"/>
                <a:cs typeface="Arial" panose="020B0604020202020204" pitchFamily="34" charset="0"/>
              </a:rPr>
              <a:t>(b)	Including essential application material to highlight governance and leadership;</a:t>
            </a:r>
          </a:p>
          <a:p>
            <a:pPr marL="91440" lvl="0" indent="0">
              <a:spcBef>
                <a:spcPts val="800"/>
              </a:spcBef>
              <a:buNone/>
            </a:pPr>
            <a:r>
              <a:rPr lang="en-US" sz="1800" dirty="0">
                <a:solidFill>
                  <a:schemeClr val="tx1">
                    <a:lumMod val="65000"/>
                    <a:lumOff val="35000"/>
                  </a:schemeClr>
                </a:solidFill>
                <a:latin typeface="Arial" panose="020B0604020202020204" pitchFamily="34" charset="0"/>
                <a:cs typeface="Arial" panose="020B0604020202020204" pitchFamily="34" charset="0"/>
              </a:rPr>
              <a:t>(c)	The location of the requirements dealing with the responsibilities of firm leadership; and</a:t>
            </a:r>
          </a:p>
          <a:p>
            <a:pPr marL="91440" lvl="0" indent="0">
              <a:spcBef>
                <a:spcPts val="800"/>
              </a:spcBef>
              <a:buNone/>
            </a:pPr>
            <a:r>
              <a:rPr lang="en-US" sz="1800" dirty="0">
                <a:solidFill>
                  <a:schemeClr val="tx1">
                    <a:lumMod val="65000"/>
                    <a:lumOff val="35000"/>
                  </a:schemeClr>
                </a:solidFill>
                <a:latin typeface="Arial" panose="020B0604020202020204" pitchFamily="34" charset="0"/>
                <a:cs typeface="Arial" panose="020B0604020202020204" pitchFamily="34" charset="0"/>
              </a:rPr>
              <a:t>(d)	The new sections for “specified responses” and “the evaluation of the SOQM”? </a:t>
            </a:r>
          </a:p>
        </p:txBody>
      </p:sp>
    </p:spTree>
    <p:extLst>
      <p:ext uri="{BB962C8B-B14F-4D97-AF65-F5344CB8AC3E}">
        <p14:creationId xmlns:p14="http://schemas.microsoft.com/office/powerpoint/2010/main" val="19888147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88998"/>
            <a:ext cx="12192000" cy="531048"/>
          </a:xfrm>
        </p:spPr>
        <p:txBody>
          <a:bodyPr/>
          <a:lstStyle/>
          <a:p>
            <a:pPr marL="347472"/>
            <a:r>
              <a:rPr lang="en-US" sz="2400" b="1" dirty="0">
                <a:ln w="0"/>
              </a:rPr>
              <a:t>The Firm’s Risk Assessment Process: Quality Risk Considerations</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MS PGothic" charset="0"/>
              </a:rPr>
              <a:t>Page </a:t>
            </a:r>
            <a:fld id="{A5D50FB3-691B-4551-985A-DEFE3F9B00A3}" type="slidenum">
              <a:rPr kumimoji="0" lang="en-US" sz="900" b="0" i="0" u="none" strike="noStrike" kern="1200" cap="none" spc="0" normalizeH="0" baseline="0" noProof="0" smtClean="0">
                <a:ln>
                  <a:noFill/>
                </a:ln>
                <a:solidFill>
                  <a:srgbClr val="808080"/>
                </a:solidFill>
                <a:effectLst/>
                <a:uLnTx/>
                <a:uFillTx/>
                <a:latin typeface="Arial" panose="020B0604020202020204" pitchFamily="34" charset="0"/>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Arial" panose="020B0604020202020204" pitchFamily="34" charset="0"/>
            </a:endParaRPr>
          </a:p>
        </p:txBody>
      </p:sp>
      <p:sp>
        <p:nvSpPr>
          <p:cNvPr id="10" name="Content Placeholder 2">
            <a:extLst>
              <a:ext uri="{FF2B5EF4-FFF2-40B4-BE49-F238E27FC236}">
                <a16:creationId xmlns:a16="http://schemas.microsoft.com/office/drawing/2014/main" id="{C6484B08-BFC1-4FD0-ACDB-93C0FE31F09C}"/>
              </a:ext>
            </a:extLst>
          </p:cNvPr>
          <p:cNvSpPr txBox="1">
            <a:spLocks/>
          </p:cNvSpPr>
          <p:nvPr/>
        </p:nvSpPr>
        <p:spPr>
          <a:xfrm>
            <a:off x="284051" y="1241819"/>
            <a:ext cx="11623898" cy="5048078"/>
          </a:xfrm>
          <a:prstGeom prst="rect">
            <a:avLst/>
          </a:prstGeom>
        </p:spPr>
        <p:txBody>
          <a:bodyPr vert="horz" lIns="121920" tIns="0" rIns="121920" bIns="0" rtlCol="0">
            <a:noAutofit/>
          </a:bodyPr>
          <a:lst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342900" lvl="1" indent="-342900">
              <a:spcBef>
                <a:spcPts val="300"/>
              </a:spcBef>
              <a:spcAft>
                <a:spcPts val="300"/>
              </a:spcAft>
              <a:buFont typeface="Arial" panose="020B0604020202020204" pitchFamily="34" charset="0"/>
              <a:buChar char="•"/>
            </a:pPr>
            <a:r>
              <a:rPr lang="en-US" sz="2000" dirty="0">
                <a:solidFill>
                  <a:prstClr val="black">
                    <a:lumMod val="65000"/>
                    <a:lumOff val="35000"/>
                  </a:prstClr>
                </a:solidFill>
              </a:rPr>
              <a:t>Why introduce quality risk considerations (QRCs)?</a:t>
            </a:r>
            <a:endParaRPr lang="en-US" dirty="0"/>
          </a:p>
          <a:p>
            <a:pPr marL="694944" lvl="1" indent="-347472">
              <a:spcBef>
                <a:spcPts val="300"/>
              </a:spcBef>
              <a:spcAft>
                <a:spcPts val="300"/>
              </a:spcAft>
            </a:pPr>
            <a:r>
              <a:rPr lang="en-US" dirty="0"/>
              <a:t>Tailoring the SOQM to the nature and circumstances of the firm and the engagements it performs is more prominent</a:t>
            </a:r>
          </a:p>
          <a:p>
            <a:pPr marL="694944" lvl="1" indent="-347472">
              <a:spcBef>
                <a:spcPts val="300"/>
              </a:spcBef>
              <a:spcAft>
                <a:spcPts val="300"/>
              </a:spcAft>
            </a:pPr>
            <a:r>
              <a:rPr lang="en-US" dirty="0"/>
              <a:t>Helps link between quality objectives and responses</a:t>
            </a:r>
          </a:p>
          <a:p>
            <a:pPr marL="694944" lvl="1" indent="-347472">
              <a:spcBef>
                <a:spcPts val="300"/>
              </a:spcBef>
              <a:spcAft>
                <a:spcPts val="300"/>
              </a:spcAft>
            </a:pPr>
            <a:r>
              <a:rPr lang="en-US" dirty="0"/>
              <a:t>Helps firms to identify quality risks</a:t>
            </a:r>
          </a:p>
          <a:p>
            <a:pPr marL="1042416" lvl="2" indent="-347472">
              <a:spcBef>
                <a:spcPts val="300"/>
              </a:spcBef>
              <a:spcAft>
                <a:spcPts val="300"/>
              </a:spcAft>
            </a:pPr>
            <a:r>
              <a:rPr lang="en-US" dirty="0"/>
              <a:t>More robust risk identification and assessment process</a:t>
            </a:r>
          </a:p>
          <a:p>
            <a:pPr marL="1042416" lvl="2" indent="-347472">
              <a:spcBef>
                <a:spcPts val="300"/>
              </a:spcBef>
              <a:spcAft>
                <a:spcPts val="300"/>
              </a:spcAft>
            </a:pPr>
            <a:r>
              <a:rPr lang="en-US" dirty="0"/>
              <a:t>Improve consistency in implementation across firms</a:t>
            </a:r>
          </a:p>
          <a:p>
            <a:pPr marL="694944" lvl="1" indent="-347472">
              <a:spcBef>
                <a:spcPts val="300"/>
              </a:spcBef>
              <a:spcAft>
                <a:spcPts val="300"/>
              </a:spcAft>
            </a:pPr>
            <a:r>
              <a:rPr lang="en-US" dirty="0"/>
              <a:t>Supports enforcement and “inspectability”</a:t>
            </a:r>
          </a:p>
          <a:p>
            <a:pPr marL="694944" lvl="1" indent="-347472">
              <a:spcBef>
                <a:spcPts val="300"/>
              </a:spcBef>
              <a:spcAft>
                <a:spcPts val="300"/>
              </a:spcAft>
            </a:pPr>
            <a:r>
              <a:rPr lang="en-US" dirty="0"/>
              <a:t>Some QRCs may also address certain issues / feedback, e.g., increased focus on expectation of stakeholders and focus on nature and circumstances of engagements (to emphasize public interest) </a:t>
            </a:r>
          </a:p>
          <a:p>
            <a:pPr marL="342900" lvl="1" indent="-342900">
              <a:spcBef>
                <a:spcPts val="300"/>
              </a:spcBef>
              <a:spcAft>
                <a:spcPts val="300"/>
              </a:spcAft>
              <a:buFont typeface="Arial" panose="020B0604020202020204" pitchFamily="34" charset="0"/>
              <a:buChar char="•"/>
            </a:pPr>
            <a:r>
              <a:rPr lang="en-US" sz="2000" dirty="0">
                <a:solidFill>
                  <a:prstClr val="black">
                    <a:lumMod val="65000"/>
                    <a:lumOff val="35000"/>
                  </a:prstClr>
                </a:solidFill>
              </a:rPr>
              <a:t>Approach to quality risk considerations</a:t>
            </a:r>
            <a:endParaRPr lang="en-US" dirty="0"/>
          </a:p>
          <a:p>
            <a:pPr marL="694944" lvl="1" indent="-347472">
              <a:spcBef>
                <a:spcPts val="300"/>
              </a:spcBef>
              <a:spcAft>
                <a:spcPts val="300"/>
              </a:spcAft>
            </a:pPr>
            <a:r>
              <a:rPr lang="en-US" dirty="0"/>
              <a:t>Introduce common QRCs (although not every QRC will be relevant to every quality objective in all circumstances)</a:t>
            </a:r>
          </a:p>
          <a:p>
            <a:pPr marL="694944" lvl="1" indent="-347472">
              <a:spcBef>
                <a:spcPts val="300"/>
              </a:spcBef>
              <a:spcAft>
                <a:spcPts val="300"/>
              </a:spcAft>
            </a:pPr>
            <a:r>
              <a:rPr lang="en-US" dirty="0"/>
              <a:t>Emphasis on nature and circumstances of the firm and engagements it performs</a:t>
            </a:r>
          </a:p>
          <a:p>
            <a:pPr marL="694944" lvl="1" indent="-347472">
              <a:spcBef>
                <a:spcPts val="300"/>
              </a:spcBef>
              <a:spcAft>
                <a:spcPts val="300"/>
              </a:spcAft>
            </a:pPr>
            <a:r>
              <a:rPr lang="en-US" dirty="0"/>
              <a:t>Application material includes specific examples of how QRCs apply to each component</a:t>
            </a:r>
          </a:p>
          <a:p>
            <a:pPr marL="347472" lvl="1" indent="0">
              <a:spcBef>
                <a:spcPts val="300"/>
              </a:spcBef>
              <a:spcAft>
                <a:spcPts val="300"/>
              </a:spcAft>
              <a:buNone/>
            </a:pPr>
            <a:endParaRPr lang="en-US" dirty="0"/>
          </a:p>
          <a:p>
            <a:pPr marL="342900" lvl="1" indent="-342900">
              <a:spcBef>
                <a:spcPts val="300"/>
              </a:spcBef>
              <a:spcAft>
                <a:spcPts val="300"/>
              </a:spcAft>
              <a:buFont typeface="Arial" panose="020B0604020202020204" pitchFamily="34" charset="0"/>
              <a:buChar char="•"/>
            </a:pPr>
            <a:endParaRPr lang="en-US" sz="2000" dirty="0">
              <a:solidFill>
                <a:prstClr val="black">
                  <a:lumMod val="65000"/>
                  <a:lumOff val="35000"/>
                </a:prstClr>
              </a:solidFill>
            </a:endParaRPr>
          </a:p>
          <a:p>
            <a:pPr marL="342900" lvl="1" indent="-342900">
              <a:spcBef>
                <a:spcPts val="300"/>
              </a:spcBef>
              <a:spcAft>
                <a:spcPts val="300"/>
              </a:spcAft>
              <a:buFont typeface="Arial" panose="020B0604020202020204" pitchFamily="34" charset="0"/>
              <a:buChar char="•"/>
            </a:pPr>
            <a:endParaRPr lang="en-US" sz="2000" dirty="0">
              <a:solidFill>
                <a:prstClr val="black">
                  <a:lumMod val="65000"/>
                  <a:lumOff val="35000"/>
                </a:prstClr>
              </a:solidFill>
            </a:endParaRPr>
          </a:p>
          <a:p>
            <a:pPr marL="515934" lvl="2" indent="-342900">
              <a:spcBef>
                <a:spcPts val="300"/>
              </a:spcBef>
              <a:spcAft>
                <a:spcPts val="300"/>
              </a:spcAft>
              <a:buFont typeface="Arial" panose="020B0604020202020204" pitchFamily="34" charset="0"/>
              <a:buChar char="•"/>
            </a:pPr>
            <a:endParaRPr lang="en-US" sz="1800" dirty="0">
              <a:solidFill>
                <a:prstClr val="black">
                  <a:lumMod val="65000"/>
                  <a:lumOff val="35000"/>
                </a:prstClr>
              </a:solidFill>
            </a:endParaRPr>
          </a:p>
          <a:p>
            <a:pPr marL="0" lvl="0" indent="-347472">
              <a:spcBef>
                <a:spcPts val="300"/>
              </a:spcBef>
              <a:spcAft>
                <a:spcPts val="300"/>
              </a:spcAft>
            </a:pPr>
            <a:endParaRPr lang="en-US" dirty="0">
              <a:solidFill>
                <a:prstClr val="black">
                  <a:lumMod val="65000"/>
                  <a:lumOff val="35000"/>
                </a:prstClr>
              </a:solidFill>
            </a:endParaRPr>
          </a:p>
          <a:p>
            <a:pPr marL="0" lvl="0" indent="-347472">
              <a:spcBef>
                <a:spcPts val="300"/>
              </a:spcBef>
              <a:spcAft>
                <a:spcPts val="300"/>
              </a:spcAft>
            </a:pPr>
            <a:endParaRPr kumimoji="0" lang="en-US" sz="2000" b="0" i="0" u="none" strike="noStrike" kern="1200" cap="none" spc="0" normalizeH="0" baseline="0" noProof="0" dirty="0">
              <a:ln>
                <a:noFill/>
              </a:ln>
              <a:solidFill>
                <a:prstClr val="black">
                  <a:lumMod val="65000"/>
                  <a:lumOff val="35000"/>
                </a:prstClr>
              </a:solidFill>
              <a:effectLst/>
              <a:uLnTx/>
              <a:uFillTx/>
              <a:latin typeface="Arial" panose="020B0604020202020204" pitchFamily="34" charset="0"/>
              <a:ea typeface="+mn-ea"/>
              <a:cs typeface="Arial" panose="020B0604020202020204" pitchFamily="34" charset="0"/>
            </a:endParaRPr>
          </a:p>
          <a:p>
            <a:pPr marL="457189" marR="0" lvl="2" indent="0" algn="l" defTabSz="457189" rtl="0" eaLnBrk="1" fontAlgn="auto" latinLnBrk="0" hangingPunct="1">
              <a:lnSpc>
                <a:spcPct val="100000"/>
              </a:lnSpc>
              <a:spcBef>
                <a:spcPts val="300"/>
              </a:spcBef>
              <a:spcAft>
                <a:spcPts val="300"/>
              </a:spcAft>
              <a:buClrTx/>
              <a:buSzTx/>
              <a:buFont typeface="Arial"/>
              <a:buNone/>
              <a:tabLst/>
              <a:defRPr/>
            </a:pPr>
            <a:endParaRPr kumimoji="0" lang="en-US" sz="1600" b="0" i="0" u="none" strike="noStrike" kern="1200" cap="none" spc="0" normalizeH="0" baseline="0" noProof="0" dirty="0">
              <a:ln>
                <a:noFill/>
              </a:ln>
              <a:solidFill>
                <a:prstClr val="black">
                  <a:lumMod val="65000"/>
                  <a:lumOff val="35000"/>
                </a:prstClr>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3644155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68411"/>
            <a:ext cx="12192000" cy="531048"/>
          </a:xfrm>
        </p:spPr>
        <p:txBody>
          <a:bodyPr/>
          <a:lstStyle/>
          <a:p>
            <a:pPr marL="347472"/>
            <a:r>
              <a:rPr lang="en-US" b="1" dirty="0">
                <a:ln w="0"/>
              </a:rPr>
              <a:t>The Firm’s Risk Assessment Process: Quality Risk Considerations</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MS PGothic" charset="0"/>
              </a:rPr>
              <a:t>Page </a:t>
            </a:r>
            <a:fld id="{A5D50FB3-691B-4551-985A-DEFE3F9B00A3}" type="slidenum">
              <a:rPr kumimoji="0" lang="en-US" sz="900" b="0" i="0" u="none" strike="noStrike" kern="1200" cap="none" spc="0" normalizeH="0" baseline="0" noProof="0" smtClean="0">
                <a:ln>
                  <a:noFill/>
                </a:ln>
                <a:solidFill>
                  <a:srgbClr val="808080"/>
                </a:solidFill>
                <a:effectLst/>
                <a:uLnTx/>
                <a:uFillTx/>
                <a:latin typeface="Arial" panose="020B0604020202020204" pitchFamily="34" charset="0"/>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Arial" panose="020B0604020202020204" pitchFamily="34" charset="0"/>
            </a:endParaRPr>
          </a:p>
        </p:txBody>
      </p:sp>
      <p:sp>
        <p:nvSpPr>
          <p:cNvPr id="5" name="Content Placeholder 6">
            <a:extLst>
              <a:ext uri="{FF2B5EF4-FFF2-40B4-BE49-F238E27FC236}">
                <a16:creationId xmlns:a16="http://schemas.microsoft.com/office/drawing/2014/main" id="{8502C6ED-5046-46D5-854E-3DE0EBBC44C6}"/>
              </a:ext>
            </a:extLst>
          </p:cNvPr>
          <p:cNvSpPr txBox="1">
            <a:spLocks/>
          </p:cNvSpPr>
          <p:nvPr/>
        </p:nvSpPr>
        <p:spPr>
          <a:xfrm>
            <a:off x="379372" y="1292087"/>
            <a:ext cx="11203029" cy="4870174"/>
          </a:xfrm>
          <a:prstGeom prst="roundRect">
            <a:avLst/>
          </a:prstGeom>
          <a:ln w="25400" cap="flat" cmpd="sng" algn="ctr">
            <a:solidFill>
              <a:schemeClr val="bg1">
                <a:lumMod val="50000"/>
              </a:schemeClr>
            </a:solidFill>
            <a:prstDash val="solid"/>
          </a:ln>
        </p:spPr>
        <p:style>
          <a:lnRef idx="2">
            <a:schemeClr val="dk1"/>
          </a:lnRef>
          <a:fillRef idx="1">
            <a:schemeClr val="lt1"/>
          </a:fillRef>
          <a:effectRef idx="0">
            <a:schemeClr val="dk1"/>
          </a:effectRef>
          <a:fontRef idx="minor">
            <a:schemeClr val="dk1"/>
          </a:fontRef>
        </p:style>
        <p:txBody>
          <a:bodyPr rtlCol="0" anchor="ctr"/>
          <a:lstStyle>
            <a:lvl1pPr marL="173034" indent="-173034" algn="l" defTabSz="457189" rtl="0" eaLnBrk="1" latinLnBrk="0" hangingPunct="1">
              <a:spcBef>
                <a:spcPts val="1200"/>
              </a:spcBef>
              <a:buFont typeface="Arial"/>
              <a:buChar char="•"/>
              <a:defRPr sz="2000" kern="1200">
                <a:solidFill>
                  <a:schemeClr val="dk1"/>
                </a:solidFill>
                <a:latin typeface="+mn-lt"/>
                <a:ea typeface="+mn-ea"/>
                <a:cs typeface="+mn-cs"/>
              </a:defRPr>
            </a:lvl1pPr>
            <a:lvl2pPr marL="457189" indent="-228594" algn="l" defTabSz="457189" rtl="0" eaLnBrk="1" latinLnBrk="0" hangingPunct="1">
              <a:spcBef>
                <a:spcPts val="600"/>
              </a:spcBef>
              <a:spcAft>
                <a:spcPts val="400"/>
              </a:spcAft>
              <a:buFont typeface="Arial"/>
              <a:buChar char="–"/>
              <a:defRPr sz="1800" kern="1200">
                <a:solidFill>
                  <a:schemeClr val="dk1"/>
                </a:solidFill>
                <a:latin typeface="+mn-lt"/>
                <a:ea typeface="+mn-ea"/>
                <a:cs typeface="+mn-cs"/>
              </a:defRPr>
            </a:lvl2pPr>
            <a:lvl3pPr marL="630223" indent="-171446" algn="l" defTabSz="457189" rtl="0" eaLnBrk="1" latinLnBrk="0" hangingPunct="1">
              <a:spcBef>
                <a:spcPct val="20000"/>
              </a:spcBef>
              <a:buFont typeface="Arial"/>
              <a:buChar char="•"/>
              <a:defRPr sz="1600" kern="1200">
                <a:solidFill>
                  <a:schemeClr val="dk1"/>
                </a:solidFill>
                <a:latin typeface="+mn-lt"/>
                <a:ea typeface="+mn-ea"/>
                <a:cs typeface="+mn-cs"/>
              </a:defRPr>
            </a:lvl3pPr>
            <a:lvl4pPr marL="1600160" indent="-228594" algn="l" defTabSz="457189" rtl="0" eaLnBrk="1" latinLnBrk="0" hangingPunct="1">
              <a:spcBef>
                <a:spcPct val="20000"/>
              </a:spcBef>
              <a:buFont typeface="Arial"/>
              <a:buChar char="–"/>
              <a:defRPr sz="1400" kern="1200">
                <a:solidFill>
                  <a:schemeClr val="dk1"/>
                </a:solidFill>
                <a:latin typeface="+mn-lt"/>
                <a:ea typeface="+mn-ea"/>
                <a:cs typeface="+mn-cs"/>
              </a:defRPr>
            </a:lvl4pPr>
            <a:lvl5pPr marL="2057349" indent="-228594" algn="l" defTabSz="457189" rtl="0" eaLnBrk="1" latinLnBrk="0" hangingPunct="1">
              <a:spcBef>
                <a:spcPct val="20000"/>
              </a:spcBef>
              <a:buFont typeface="Arial"/>
              <a:buChar char="»"/>
              <a:defRPr sz="1400" kern="1200">
                <a:solidFill>
                  <a:schemeClr val="dk1"/>
                </a:solidFill>
                <a:latin typeface="+mn-lt"/>
                <a:ea typeface="+mn-ea"/>
                <a:cs typeface="+mn-cs"/>
              </a:defRPr>
            </a:lvl5pPr>
            <a:lvl6pPr marL="2514537" indent="-228594" algn="l" defTabSz="457189" rtl="0" eaLnBrk="1" latinLnBrk="0" hangingPunct="1">
              <a:spcBef>
                <a:spcPct val="20000"/>
              </a:spcBef>
              <a:buFont typeface="Arial"/>
              <a:buChar char="•"/>
              <a:defRPr sz="2000" kern="1200">
                <a:solidFill>
                  <a:schemeClr val="dk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dk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dk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dk1"/>
                </a:solidFill>
                <a:latin typeface="+mn-lt"/>
                <a:ea typeface="+mn-ea"/>
                <a:cs typeface="+mn-cs"/>
              </a:defRPr>
            </a:lvl9pPr>
          </a:lstStyle>
          <a:p>
            <a:pPr marL="91440" marR="0" lvl="0" indent="0" algn="l" defTabSz="457189" rtl="0" eaLnBrk="1" fontAlgn="auto" latinLnBrk="0" hangingPunct="1">
              <a:lnSpc>
                <a:spcPct val="100000"/>
              </a:lnSpc>
              <a:spcBef>
                <a:spcPts val="1200"/>
              </a:spcBef>
              <a:spcAft>
                <a:spcPts val="0"/>
              </a:spcAft>
              <a:buClrTx/>
              <a:buSzTx/>
              <a:buFont typeface="Arial"/>
              <a:buNone/>
              <a:tabLst/>
              <a:defRPr/>
            </a:pPr>
            <a:r>
              <a:rPr kumimoji="0" lang="en-US" sz="2000" b="1" i="0" u="none" strike="noStrike" kern="1200" cap="none" spc="0" normalizeH="0" baseline="0" noProof="0" dirty="0">
                <a:ln>
                  <a:noFill/>
                </a:ln>
                <a:solidFill>
                  <a:schemeClr val="tx1">
                    <a:lumMod val="65000"/>
                    <a:lumOff val="35000"/>
                  </a:schemeClr>
                </a:solidFill>
                <a:effectLst/>
                <a:uLnTx/>
                <a:uFillTx/>
                <a:latin typeface="Arial" panose="020B0604020202020204" pitchFamily="34" charset="0"/>
                <a:ea typeface="+mn-ea"/>
                <a:cs typeface="Arial" panose="020B0604020202020204" pitchFamily="34" charset="0"/>
              </a:rPr>
              <a:t>Question 2:</a:t>
            </a:r>
            <a:endParaRPr kumimoji="0" lang="en-US" sz="2000" b="0" i="0" u="none" strike="noStrike" kern="1200" cap="none" spc="0" normalizeH="0" baseline="0" noProof="0" dirty="0">
              <a:ln>
                <a:noFill/>
              </a:ln>
              <a:solidFill>
                <a:schemeClr val="tx1">
                  <a:lumMod val="65000"/>
                  <a:lumOff val="35000"/>
                </a:schemeClr>
              </a:solidFill>
              <a:effectLst/>
              <a:uLnTx/>
              <a:uFillTx/>
              <a:latin typeface="Arial" panose="020B0604020202020204" pitchFamily="34" charset="0"/>
              <a:ea typeface="+mn-ea"/>
              <a:cs typeface="Arial" panose="020B0604020202020204" pitchFamily="34" charset="0"/>
            </a:endParaRPr>
          </a:p>
          <a:p>
            <a:pPr marL="91440" lvl="0" indent="0">
              <a:spcBef>
                <a:spcPts val="800"/>
              </a:spcBef>
              <a:buNone/>
            </a:pPr>
            <a:r>
              <a:rPr lang="en-US" sz="1800" dirty="0">
                <a:solidFill>
                  <a:schemeClr val="tx1">
                    <a:lumMod val="65000"/>
                    <a:lumOff val="35000"/>
                  </a:schemeClr>
                </a:solidFill>
                <a:latin typeface="Arial" panose="020B0604020202020204" pitchFamily="34" charset="0"/>
                <a:cs typeface="Arial" panose="020B0604020202020204" pitchFamily="34" charset="0"/>
              </a:rPr>
              <a:t>Does the IAASB support introducing common QRCs and locating the QRCs in the firm’s risk assessment process?</a:t>
            </a:r>
          </a:p>
          <a:p>
            <a:pPr marL="91440" indent="0">
              <a:buNone/>
            </a:pPr>
            <a:r>
              <a:rPr lang="en-US" b="1" dirty="0">
                <a:solidFill>
                  <a:schemeClr val="tx1">
                    <a:lumMod val="65000"/>
                    <a:lumOff val="35000"/>
                  </a:schemeClr>
                </a:solidFill>
                <a:latin typeface="Arial" panose="020B0604020202020204" pitchFamily="34" charset="0"/>
                <a:cs typeface="Arial" panose="020B0604020202020204" pitchFamily="34" charset="0"/>
              </a:rPr>
              <a:t>Question 3:</a:t>
            </a:r>
            <a:endParaRPr lang="en-US" dirty="0">
              <a:solidFill>
                <a:schemeClr val="tx1">
                  <a:lumMod val="65000"/>
                  <a:lumOff val="35000"/>
                </a:schemeClr>
              </a:solidFill>
              <a:latin typeface="Arial" panose="020B0604020202020204" pitchFamily="34" charset="0"/>
              <a:cs typeface="Arial" panose="020B0604020202020204" pitchFamily="34" charset="0"/>
            </a:endParaRPr>
          </a:p>
          <a:p>
            <a:pPr marL="91440" lvl="0" indent="0">
              <a:spcBef>
                <a:spcPts val="800"/>
              </a:spcBef>
              <a:buNone/>
            </a:pPr>
            <a:r>
              <a:rPr lang="en-US" sz="1800" dirty="0">
                <a:solidFill>
                  <a:schemeClr val="tx1">
                    <a:lumMod val="65000"/>
                    <a:lumOff val="35000"/>
                  </a:schemeClr>
                </a:solidFill>
                <a:latin typeface="Arial" panose="020B0604020202020204" pitchFamily="34" charset="0"/>
                <a:cs typeface="Arial" panose="020B0604020202020204" pitchFamily="34" charset="0"/>
              </a:rPr>
              <a:t>Does the IAASB agree with the QRCs specified in paragraph 22E(b) of Agenda Item 7-A, and the related application material in paragraphs A24N and A24O of Agenda Item 7-A (i.e., are there additional QRCs, or do any QRCs need to be removed)?</a:t>
            </a:r>
          </a:p>
          <a:p>
            <a:pPr marL="91440" indent="0">
              <a:buNone/>
            </a:pPr>
            <a:r>
              <a:rPr lang="en-US" b="1" dirty="0">
                <a:solidFill>
                  <a:schemeClr val="tx1">
                    <a:lumMod val="65000"/>
                    <a:lumOff val="35000"/>
                  </a:schemeClr>
                </a:solidFill>
                <a:latin typeface="Arial" panose="020B0604020202020204" pitchFamily="34" charset="0"/>
                <a:cs typeface="Arial" panose="020B0604020202020204" pitchFamily="34" charset="0"/>
              </a:rPr>
              <a:t>Question 4:</a:t>
            </a:r>
            <a:endParaRPr lang="en-US" dirty="0">
              <a:solidFill>
                <a:schemeClr val="tx1">
                  <a:lumMod val="65000"/>
                  <a:lumOff val="35000"/>
                </a:schemeClr>
              </a:solidFill>
              <a:latin typeface="Arial" panose="020B0604020202020204" pitchFamily="34" charset="0"/>
              <a:cs typeface="Arial" panose="020B0604020202020204" pitchFamily="34" charset="0"/>
            </a:endParaRPr>
          </a:p>
          <a:p>
            <a:pPr marL="91440" lvl="0" indent="0">
              <a:spcBef>
                <a:spcPts val="800"/>
              </a:spcBef>
              <a:buNone/>
            </a:pPr>
            <a:r>
              <a:rPr lang="en-US" sz="1800" dirty="0">
                <a:solidFill>
                  <a:schemeClr val="tx1">
                    <a:lumMod val="65000"/>
                    <a:lumOff val="35000"/>
                  </a:schemeClr>
                </a:solidFill>
                <a:latin typeface="Arial" panose="020B0604020202020204" pitchFamily="34" charset="0"/>
                <a:cs typeface="Arial" panose="020B0604020202020204" pitchFamily="34" charset="0"/>
              </a:rPr>
              <a:t>With respect to the examples in paragraphs A24R, A35A, A112A and A159A of Agenda Item 7-A, does the IAASB support:</a:t>
            </a:r>
          </a:p>
          <a:p>
            <a:pPr marL="91440" lvl="0" indent="0">
              <a:spcBef>
                <a:spcPts val="800"/>
              </a:spcBef>
              <a:buNone/>
            </a:pPr>
            <a:r>
              <a:rPr lang="en-US" sz="1800" dirty="0">
                <a:solidFill>
                  <a:schemeClr val="tx1">
                    <a:lumMod val="65000"/>
                    <a:lumOff val="35000"/>
                  </a:schemeClr>
                </a:solidFill>
                <a:latin typeface="Arial" panose="020B0604020202020204" pitchFamily="34" charset="0"/>
                <a:cs typeface="Arial" panose="020B0604020202020204" pitchFamily="34" charset="0"/>
              </a:rPr>
              <a:t>(a)	The granularity of the examples; and</a:t>
            </a:r>
          </a:p>
          <a:p>
            <a:pPr marL="457200" lvl="0" indent="-366713">
              <a:spcBef>
                <a:spcPts val="800"/>
              </a:spcBef>
              <a:buNone/>
            </a:pPr>
            <a:r>
              <a:rPr lang="en-US" sz="1800" dirty="0">
                <a:solidFill>
                  <a:schemeClr val="tx1">
                    <a:lumMod val="65000"/>
                    <a:lumOff val="35000"/>
                  </a:schemeClr>
                </a:solidFill>
                <a:latin typeface="Arial" panose="020B0604020202020204" pitchFamily="34" charset="0"/>
                <a:cs typeface="Arial" panose="020B0604020202020204" pitchFamily="34" charset="0"/>
              </a:rPr>
              <a:t>(b)	Locating the examples in the application material in the standard, or in guidance separate from the standard?</a:t>
            </a:r>
          </a:p>
        </p:txBody>
      </p:sp>
    </p:spTree>
    <p:extLst>
      <p:ext uri="{BB962C8B-B14F-4D97-AF65-F5344CB8AC3E}">
        <p14:creationId xmlns:p14="http://schemas.microsoft.com/office/powerpoint/2010/main" val="29805860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88998"/>
            <a:ext cx="12192000" cy="531048"/>
          </a:xfrm>
        </p:spPr>
        <p:txBody>
          <a:bodyPr/>
          <a:lstStyle/>
          <a:p>
            <a:pPr marL="347472"/>
            <a:r>
              <a:rPr lang="en-US" b="1" dirty="0">
                <a:ln w="0"/>
              </a:rPr>
              <a:t>The Firm’s Risk Assessment Process: Other Matters</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MS PGothic" charset="0"/>
              </a:rPr>
              <a:t>Page </a:t>
            </a:r>
            <a:fld id="{A5D50FB3-691B-4551-985A-DEFE3F9B00A3}" type="slidenum">
              <a:rPr kumimoji="0" lang="en-US" sz="900" b="0" i="0" u="none" strike="noStrike" kern="1200" cap="none" spc="0" normalizeH="0" baseline="0" noProof="0" smtClean="0">
                <a:ln>
                  <a:noFill/>
                </a:ln>
                <a:solidFill>
                  <a:srgbClr val="808080"/>
                </a:solidFill>
                <a:effectLst/>
                <a:uLnTx/>
                <a:uFillTx/>
                <a:latin typeface="Arial" panose="020B0604020202020204" pitchFamily="34" charset="0"/>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Arial" panose="020B0604020202020204" pitchFamily="34" charset="0"/>
            </a:endParaRPr>
          </a:p>
        </p:txBody>
      </p:sp>
      <p:sp>
        <p:nvSpPr>
          <p:cNvPr id="10" name="Content Placeholder 2">
            <a:extLst>
              <a:ext uri="{FF2B5EF4-FFF2-40B4-BE49-F238E27FC236}">
                <a16:creationId xmlns:a16="http://schemas.microsoft.com/office/drawing/2014/main" id="{C6484B08-BFC1-4FD0-ACDB-93C0FE31F09C}"/>
              </a:ext>
            </a:extLst>
          </p:cNvPr>
          <p:cNvSpPr txBox="1">
            <a:spLocks/>
          </p:cNvSpPr>
          <p:nvPr/>
        </p:nvSpPr>
        <p:spPr>
          <a:xfrm>
            <a:off x="284051" y="1291514"/>
            <a:ext cx="11623898" cy="5048078"/>
          </a:xfrm>
          <a:prstGeom prst="rect">
            <a:avLst/>
          </a:prstGeom>
        </p:spPr>
        <p:txBody>
          <a:bodyPr vert="horz" lIns="121920" tIns="0" rIns="121920" bIns="0" rtlCol="0">
            <a:noAutofit/>
          </a:bodyPr>
          <a:lst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347663" lvl="0" indent="-346075">
              <a:spcBef>
                <a:spcPts val="300"/>
              </a:spcBef>
              <a:spcAft>
                <a:spcPts val="300"/>
              </a:spcAft>
            </a:pPr>
            <a:r>
              <a:rPr lang="en-US" dirty="0">
                <a:solidFill>
                  <a:prstClr val="black">
                    <a:lumMod val="65000"/>
                    <a:lumOff val="35000"/>
                  </a:prstClr>
                </a:solidFill>
              </a:rPr>
              <a:t>Revisions to demonstrate the flow of information across the SOQM and integration of components</a:t>
            </a:r>
          </a:p>
          <a:p>
            <a:pPr marL="347663" lvl="0" indent="-346075">
              <a:spcBef>
                <a:spcPts val="300"/>
              </a:spcBef>
              <a:spcAft>
                <a:spcPts val="300"/>
              </a:spcAft>
            </a:pPr>
            <a:r>
              <a:rPr lang="en-US" dirty="0">
                <a:solidFill>
                  <a:prstClr val="black">
                    <a:lumMod val="65000"/>
                    <a:lumOff val="35000"/>
                  </a:prstClr>
                </a:solidFill>
              </a:rPr>
              <a:t>Establishing additional quality objectives – increased scalability and clarity that firms may not always need to establish additional quality objectives</a:t>
            </a:r>
          </a:p>
          <a:p>
            <a:pPr marL="347663" lvl="0" indent="-346075">
              <a:spcBef>
                <a:spcPts val="300"/>
              </a:spcBef>
              <a:spcAft>
                <a:spcPts val="300"/>
              </a:spcAft>
            </a:pPr>
            <a:r>
              <a:rPr lang="en-US" dirty="0">
                <a:solidFill>
                  <a:prstClr val="black">
                    <a:lumMod val="65000"/>
                    <a:lumOff val="35000"/>
                  </a:prstClr>
                </a:solidFill>
              </a:rPr>
              <a:t>Essential application material to indicate that specified responses in the standard will not be sufficient</a:t>
            </a:r>
          </a:p>
          <a:p>
            <a:pPr marL="347663" lvl="0" indent="-346075">
              <a:spcBef>
                <a:spcPts val="300"/>
              </a:spcBef>
              <a:spcAft>
                <a:spcPts val="300"/>
              </a:spcAft>
            </a:pPr>
            <a:r>
              <a:rPr lang="en-US" dirty="0">
                <a:solidFill>
                  <a:prstClr val="black">
                    <a:lumMod val="65000"/>
                    <a:lumOff val="35000"/>
                  </a:prstClr>
                </a:solidFill>
              </a:rPr>
              <a:t>More proactiveness introduced through requiring the firm to establish policies or procedures to </a:t>
            </a:r>
            <a:r>
              <a:rPr lang="en-US" i="1" u="sng" dirty="0">
                <a:solidFill>
                  <a:prstClr val="black">
                    <a:lumMod val="65000"/>
                    <a:lumOff val="35000"/>
                  </a:prstClr>
                </a:solidFill>
              </a:rPr>
              <a:t>identify information </a:t>
            </a:r>
            <a:r>
              <a:rPr lang="en-US" dirty="0">
                <a:solidFill>
                  <a:prstClr val="black">
                    <a:lumMod val="65000"/>
                    <a:lumOff val="35000"/>
                  </a:prstClr>
                </a:solidFill>
              </a:rPr>
              <a:t>that may indicate changes affecting the SOQM</a:t>
            </a:r>
          </a:p>
          <a:p>
            <a:pPr marL="347663" lvl="0" indent="-346075">
              <a:spcBef>
                <a:spcPts val="300"/>
              </a:spcBef>
              <a:spcAft>
                <a:spcPts val="300"/>
              </a:spcAft>
            </a:pPr>
            <a:r>
              <a:rPr lang="en-US" dirty="0">
                <a:solidFill>
                  <a:prstClr val="black">
                    <a:lumMod val="65000"/>
                    <a:lumOff val="35000"/>
                  </a:prstClr>
                </a:solidFill>
              </a:rPr>
              <a:t>Definition of “quality risks” – threshold now built in to definition and related application material</a:t>
            </a:r>
          </a:p>
          <a:p>
            <a:pPr marL="694944" lvl="1" indent="-347472">
              <a:spcBef>
                <a:spcPts val="300"/>
              </a:spcBef>
              <a:spcAft>
                <a:spcPts val="300"/>
              </a:spcAft>
            </a:pPr>
            <a:r>
              <a:rPr lang="en-US" dirty="0">
                <a:solidFill>
                  <a:prstClr val="black">
                    <a:lumMod val="65000"/>
                    <a:lumOff val="35000"/>
                  </a:prstClr>
                </a:solidFill>
              </a:rPr>
              <a:t>QRCs help with identifying quality risks, therefore lessen the need for the threshold in the requirement </a:t>
            </a:r>
          </a:p>
          <a:p>
            <a:pPr marL="0" lvl="0" indent="-347472">
              <a:spcBef>
                <a:spcPts val="300"/>
              </a:spcBef>
              <a:spcAft>
                <a:spcPts val="300"/>
              </a:spcAft>
            </a:pPr>
            <a:endParaRPr kumimoji="0" lang="en-US" sz="2000" b="0" i="0" u="none" strike="noStrike" kern="1200" cap="none" spc="0" normalizeH="0" baseline="0" noProof="0" dirty="0">
              <a:ln>
                <a:noFill/>
              </a:ln>
              <a:solidFill>
                <a:prstClr val="black">
                  <a:lumMod val="65000"/>
                  <a:lumOff val="35000"/>
                </a:prstClr>
              </a:solidFill>
              <a:effectLst/>
              <a:uLnTx/>
              <a:uFillTx/>
              <a:latin typeface="Arial" panose="020B0604020202020204" pitchFamily="34" charset="0"/>
              <a:ea typeface="+mn-ea"/>
              <a:cs typeface="Arial" panose="020B0604020202020204" pitchFamily="34" charset="0"/>
            </a:endParaRPr>
          </a:p>
          <a:p>
            <a:pPr marL="457189" marR="0" lvl="2" indent="0" algn="l" defTabSz="457189" rtl="0" eaLnBrk="1" fontAlgn="auto" latinLnBrk="0" hangingPunct="1">
              <a:lnSpc>
                <a:spcPct val="100000"/>
              </a:lnSpc>
              <a:spcBef>
                <a:spcPts val="300"/>
              </a:spcBef>
              <a:spcAft>
                <a:spcPts val="300"/>
              </a:spcAft>
              <a:buClrTx/>
              <a:buSzTx/>
              <a:buFont typeface="Arial"/>
              <a:buNone/>
              <a:tabLst/>
              <a:defRPr/>
            </a:pPr>
            <a:endParaRPr kumimoji="0" lang="en-US" sz="1600" b="0" i="0" u="none" strike="noStrike" kern="1200" cap="none" spc="0" normalizeH="0" baseline="0" noProof="0" dirty="0">
              <a:ln>
                <a:noFill/>
              </a:ln>
              <a:solidFill>
                <a:prstClr val="black">
                  <a:lumMod val="65000"/>
                  <a:lumOff val="35000"/>
                </a:prstClr>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6090730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68411"/>
            <a:ext cx="12192000" cy="531048"/>
          </a:xfrm>
        </p:spPr>
        <p:txBody>
          <a:bodyPr/>
          <a:lstStyle/>
          <a:p>
            <a:pPr marL="347472"/>
            <a:r>
              <a:rPr lang="en-US" b="1" dirty="0">
                <a:ln w="0"/>
              </a:rPr>
              <a:t>The Firm’s Risk Assessment Process: Other Matters</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MS PGothic" charset="0"/>
              </a:rPr>
              <a:t>Page </a:t>
            </a:r>
            <a:fld id="{A5D50FB3-691B-4551-985A-DEFE3F9B00A3}" type="slidenum">
              <a:rPr kumimoji="0" lang="en-US" sz="900" b="0" i="0" u="none" strike="noStrike" kern="1200" cap="none" spc="0" normalizeH="0" baseline="0" noProof="0" smtClean="0">
                <a:ln>
                  <a:noFill/>
                </a:ln>
                <a:solidFill>
                  <a:srgbClr val="808080"/>
                </a:solidFill>
                <a:effectLst/>
                <a:uLnTx/>
                <a:uFillTx/>
                <a:latin typeface="Arial" panose="020B0604020202020204" pitchFamily="34" charset="0"/>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Arial" panose="020B0604020202020204" pitchFamily="34" charset="0"/>
            </a:endParaRPr>
          </a:p>
        </p:txBody>
      </p:sp>
      <p:sp>
        <p:nvSpPr>
          <p:cNvPr id="5" name="Content Placeholder 6">
            <a:extLst>
              <a:ext uri="{FF2B5EF4-FFF2-40B4-BE49-F238E27FC236}">
                <a16:creationId xmlns:a16="http://schemas.microsoft.com/office/drawing/2014/main" id="{8502C6ED-5046-46D5-854E-3DE0EBBC44C6}"/>
              </a:ext>
            </a:extLst>
          </p:cNvPr>
          <p:cNvSpPr txBox="1">
            <a:spLocks/>
          </p:cNvSpPr>
          <p:nvPr/>
        </p:nvSpPr>
        <p:spPr>
          <a:xfrm>
            <a:off x="379372" y="1292087"/>
            <a:ext cx="11203029" cy="3001617"/>
          </a:xfrm>
          <a:prstGeom prst="roundRect">
            <a:avLst/>
          </a:prstGeom>
          <a:ln w="25400" cap="flat" cmpd="sng" algn="ctr">
            <a:solidFill>
              <a:schemeClr val="bg1">
                <a:lumMod val="50000"/>
              </a:schemeClr>
            </a:solidFill>
            <a:prstDash val="solid"/>
          </a:ln>
        </p:spPr>
        <p:style>
          <a:lnRef idx="2">
            <a:schemeClr val="dk1"/>
          </a:lnRef>
          <a:fillRef idx="1">
            <a:schemeClr val="lt1"/>
          </a:fillRef>
          <a:effectRef idx="0">
            <a:schemeClr val="dk1"/>
          </a:effectRef>
          <a:fontRef idx="minor">
            <a:schemeClr val="dk1"/>
          </a:fontRef>
        </p:style>
        <p:txBody>
          <a:bodyPr rtlCol="0" anchor="ctr"/>
          <a:lstStyle>
            <a:lvl1pPr marL="173034" indent="-173034" algn="l" defTabSz="457189" rtl="0" eaLnBrk="1" latinLnBrk="0" hangingPunct="1">
              <a:spcBef>
                <a:spcPts val="1200"/>
              </a:spcBef>
              <a:buFont typeface="Arial"/>
              <a:buChar char="•"/>
              <a:defRPr sz="2000" kern="1200">
                <a:solidFill>
                  <a:schemeClr val="dk1"/>
                </a:solidFill>
                <a:latin typeface="+mn-lt"/>
                <a:ea typeface="+mn-ea"/>
                <a:cs typeface="+mn-cs"/>
              </a:defRPr>
            </a:lvl1pPr>
            <a:lvl2pPr marL="457189" indent="-228594" algn="l" defTabSz="457189" rtl="0" eaLnBrk="1" latinLnBrk="0" hangingPunct="1">
              <a:spcBef>
                <a:spcPts val="600"/>
              </a:spcBef>
              <a:spcAft>
                <a:spcPts val="400"/>
              </a:spcAft>
              <a:buFont typeface="Arial"/>
              <a:buChar char="–"/>
              <a:defRPr sz="1800" kern="1200">
                <a:solidFill>
                  <a:schemeClr val="dk1"/>
                </a:solidFill>
                <a:latin typeface="+mn-lt"/>
                <a:ea typeface="+mn-ea"/>
                <a:cs typeface="+mn-cs"/>
              </a:defRPr>
            </a:lvl2pPr>
            <a:lvl3pPr marL="630223" indent="-171446" algn="l" defTabSz="457189" rtl="0" eaLnBrk="1" latinLnBrk="0" hangingPunct="1">
              <a:spcBef>
                <a:spcPct val="20000"/>
              </a:spcBef>
              <a:buFont typeface="Arial"/>
              <a:buChar char="•"/>
              <a:defRPr sz="1600" kern="1200">
                <a:solidFill>
                  <a:schemeClr val="dk1"/>
                </a:solidFill>
                <a:latin typeface="+mn-lt"/>
                <a:ea typeface="+mn-ea"/>
                <a:cs typeface="+mn-cs"/>
              </a:defRPr>
            </a:lvl3pPr>
            <a:lvl4pPr marL="1600160" indent="-228594" algn="l" defTabSz="457189" rtl="0" eaLnBrk="1" latinLnBrk="0" hangingPunct="1">
              <a:spcBef>
                <a:spcPct val="20000"/>
              </a:spcBef>
              <a:buFont typeface="Arial"/>
              <a:buChar char="–"/>
              <a:defRPr sz="1400" kern="1200">
                <a:solidFill>
                  <a:schemeClr val="dk1"/>
                </a:solidFill>
                <a:latin typeface="+mn-lt"/>
                <a:ea typeface="+mn-ea"/>
                <a:cs typeface="+mn-cs"/>
              </a:defRPr>
            </a:lvl4pPr>
            <a:lvl5pPr marL="2057349" indent="-228594" algn="l" defTabSz="457189" rtl="0" eaLnBrk="1" latinLnBrk="0" hangingPunct="1">
              <a:spcBef>
                <a:spcPct val="20000"/>
              </a:spcBef>
              <a:buFont typeface="Arial"/>
              <a:buChar char="»"/>
              <a:defRPr sz="1400" kern="1200">
                <a:solidFill>
                  <a:schemeClr val="dk1"/>
                </a:solidFill>
                <a:latin typeface="+mn-lt"/>
                <a:ea typeface="+mn-ea"/>
                <a:cs typeface="+mn-cs"/>
              </a:defRPr>
            </a:lvl5pPr>
            <a:lvl6pPr marL="2514537" indent="-228594" algn="l" defTabSz="457189" rtl="0" eaLnBrk="1" latinLnBrk="0" hangingPunct="1">
              <a:spcBef>
                <a:spcPct val="20000"/>
              </a:spcBef>
              <a:buFont typeface="Arial"/>
              <a:buChar char="•"/>
              <a:defRPr sz="2000" kern="1200">
                <a:solidFill>
                  <a:schemeClr val="dk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dk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dk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dk1"/>
                </a:solidFill>
                <a:latin typeface="+mn-lt"/>
                <a:ea typeface="+mn-ea"/>
                <a:cs typeface="+mn-cs"/>
              </a:defRPr>
            </a:lvl9pPr>
          </a:lstStyle>
          <a:p>
            <a:pPr marL="91440" marR="0" lvl="0" indent="0" algn="l" defTabSz="457189" rtl="0" eaLnBrk="1" fontAlgn="auto" latinLnBrk="0" hangingPunct="1">
              <a:lnSpc>
                <a:spcPct val="100000"/>
              </a:lnSpc>
              <a:spcBef>
                <a:spcPts val="1200"/>
              </a:spcBef>
              <a:spcAft>
                <a:spcPts val="0"/>
              </a:spcAft>
              <a:buClrTx/>
              <a:buSzTx/>
              <a:buFont typeface="Arial"/>
              <a:buNone/>
              <a:tabLst/>
              <a:defRPr/>
            </a:pPr>
            <a:r>
              <a:rPr kumimoji="0" lang="en-US" sz="2000" b="1" i="0" u="none" strike="noStrike" kern="1200" cap="none" spc="0" normalizeH="0" baseline="0" noProof="0" dirty="0">
                <a:ln>
                  <a:noFill/>
                </a:ln>
                <a:solidFill>
                  <a:schemeClr val="tx1">
                    <a:lumMod val="65000"/>
                    <a:lumOff val="35000"/>
                  </a:schemeClr>
                </a:solidFill>
                <a:effectLst/>
                <a:uLnTx/>
                <a:uFillTx/>
                <a:latin typeface="Arial" panose="020B0604020202020204" pitchFamily="34" charset="0"/>
                <a:ea typeface="+mn-ea"/>
                <a:cs typeface="Arial" panose="020B0604020202020204" pitchFamily="34" charset="0"/>
              </a:rPr>
              <a:t>Question </a:t>
            </a:r>
            <a:r>
              <a:rPr lang="en-US" b="1" dirty="0">
                <a:solidFill>
                  <a:schemeClr val="tx1">
                    <a:lumMod val="65000"/>
                    <a:lumOff val="35000"/>
                  </a:schemeClr>
                </a:solidFill>
                <a:latin typeface="Arial" panose="020B0604020202020204" pitchFamily="34" charset="0"/>
                <a:cs typeface="Arial" panose="020B0604020202020204" pitchFamily="34" charset="0"/>
              </a:rPr>
              <a:t>5</a:t>
            </a:r>
            <a:r>
              <a:rPr kumimoji="0" lang="en-US" sz="2000" b="1" i="0" u="none" strike="noStrike" kern="1200" cap="none" spc="0" normalizeH="0" baseline="0" noProof="0" dirty="0">
                <a:ln>
                  <a:noFill/>
                </a:ln>
                <a:solidFill>
                  <a:schemeClr val="tx1">
                    <a:lumMod val="65000"/>
                    <a:lumOff val="35000"/>
                  </a:schemeClr>
                </a:solidFill>
                <a:effectLst/>
                <a:uLnTx/>
                <a:uFillTx/>
                <a:latin typeface="Arial" panose="020B0604020202020204" pitchFamily="34" charset="0"/>
                <a:ea typeface="+mn-ea"/>
                <a:cs typeface="Arial" panose="020B0604020202020204" pitchFamily="34" charset="0"/>
              </a:rPr>
              <a:t>:</a:t>
            </a:r>
            <a:endParaRPr kumimoji="0" lang="en-US" sz="2000" b="0" i="0" u="none" strike="noStrike" kern="1200" cap="none" spc="0" normalizeH="0" baseline="0" noProof="0" dirty="0">
              <a:ln>
                <a:noFill/>
              </a:ln>
              <a:solidFill>
                <a:schemeClr val="tx1">
                  <a:lumMod val="65000"/>
                  <a:lumOff val="35000"/>
                </a:schemeClr>
              </a:solidFill>
              <a:effectLst/>
              <a:uLnTx/>
              <a:uFillTx/>
              <a:latin typeface="Arial" panose="020B0604020202020204" pitchFamily="34" charset="0"/>
              <a:ea typeface="+mn-ea"/>
              <a:cs typeface="Arial" panose="020B0604020202020204" pitchFamily="34" charset="0"/>
            </a:endParaRPr>
          </a:p>
          <a:p>
            <a:pPr marL="91440" lvl="0" indent="0">
              <a:spcBef>
                <a:spcPts val="800"/>
              </a:spcBef>
              <a:buNone/>
            </a:pPr>
            <a:r>
              <a:rPr lang="en-US" sz="1800" dirty="0">
                <a:solidFill>
                  <a:schemeClr val="tx1">
                    <a:lumMod val="65000"/>
                    <a:lumOff val="35000"/>
                  </a:schemeClr>
                </a:solidFill>
                <a:latin typeface="Arial" panose="020B0604020202020204" pitchFamily="34" charset="0"/>
                <a:cs typeface="Arial" panose="020B0604020202020204" pitchFamily="34" charset="0"/>
              </a:rPr>
              <a:t>Does the IAASB support the proposed changes to paragraphs 22G and 22H of Agenda Item 7-A to improve the proactivity of the firm in identifying information that may indicate changes in the factors affecting the SOQM?</a:t>
            </a:r>
          </a:p>
          <a:p>
            <a:pPr marL="91440" indent="0">
              <a:buNone/>
            </a:pPr>
            <a:r>
              <a:rPr lang="en-US" b="1" dirty="0">
                <a:solidFill>
                  <a:schemeClr val="tx1">
                    <a:lumMod val="65000"/>
                    <a:lumOff val="35000"/>
                  </a:schemeClr>
                </a:solidFill>
                <a:latin typeface="Arial" panose="020B0604020202020204" pitchFamily="34" charset="0"/>
                <a:cs typeface="Arial" panose="020B0604020202020204" pitchFamily="34" charset="0"/>
              </a:rPr>
              <a:t>Question 6:</a:t>
            </a:r>
            <a:endParaRPr lang="en-US" dirty="0">
              <a:solidFill>
                <a:schemeClr val="tx1">
                  <a:lumMod val="65000"/>
                  <a:lumOff val="35000"/>
                </a:schemeClr>
              </a:solidFill>
              <a:latin typeface="Arial" panose="020B0604020202020204" pitchFamily="34" charset="0"/>
              <a:cs typeface="Arial" panose="020B0604020202020204" pitchFamily="34" charset="0"/>
            </a:endParaRPr>
          </a:p>
          <a:p>
            <a:pPr marL="91440" lvl="0" indent="0">
              <a:spcBef>
                <a:spcPts val="800"/>
              </a:spcBef>
              <a:buNone/>
            </a:pPr>
            <a:r>
              <a:rPr lang="en-US" sz="1800" dirty="0">
                <a:solidFill>
                  <a:schemeClr val="tx1">
                    <a:lumMod val="65000"/>
                    <a:lumOff val="35000"/>
                  </a:schemeClr>
                </a:solidFill>
                <a:latin typeface="Arial" panose="020B0604020202020204" pitchFamily="34" charset="0"/>
                <a:cs typeface="Arial" panose="020B0604020202020204" pitchFamily="34" charset="0"/>
              </a:rPr>
              <a:t>Does the IAASB support the changes to the definitions related to the firm’s risk assessment process (paragraphs 19(p), 19(q) and 19(qA) of Agenda Item 7-A)?</a:t>
            </a:r>
          </a:p>
        </p:txBody>
      </p:sp>
    </p:spTree>
    <p:extLst>
      <p:ext uri="{BB962C8B-B14F-4D97-AF65-F5344CB8AC3E}">
        <p14:creationId xmlns:p14="http://schemas.microsoft.com/office/powerpoint/2010/main" val="4584472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88998"/>
            <a:ext cx="12192000" cy="531048"/>
          </a:xfrm>
        </p:spPr>
        <p:txBody>
          <a:bodyPr/>
          <a:lstStyle/>
          <a:p>
            <a:pPr marL="347472"/>
            <a:r>
              <a:rPr lang="en-US" b="1" dirty="0">
                <a:ln w="0"/>
              </a:rPr>
              <a:t>The Approach to Quality Objectives and Responses in the Components</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MS PGothic" charset="0"/>
              </a:rPr>
              <a:t>Page </a:t>
            </a:r>
            <a:fld id="{A5D50FB3-691B-4551-985A-DEFE3F9B00A3}" type="slidenum">
              <a:rPr kumimoji="0" lang="en-US" sz="900" b="0" i="0" u="none" strike="noStrike" kern="1200" cap="none" spc="0" normalizeH="0" baseline="0" noProof="0" smtClean="0">
                <a:ln>
                  <a:noFill/>
                </a:ln>
                <a:solidFill>
                  <a:srgbClr val="808080"/>
                </a:solidFill>
                <a:effectLst/>
                <a:uLnTx/>
                <a:uFillTx/>
                <a:latin typeface="Arial" panose="020B0604020202020204" pitchFamily="34" charset="0"/>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Arial" panose="020B0604020202020204" pitchFamily="34" charset="0"/>
            </a:endParaRPr>
          </a:p>
        </p:txBody>
      </p:sp>
      <p:sp>
        <p:nvSpPr>
          <p:cNvPr id="10" name="Content Placeholder 2">
            <a:extLst>
              <a:ext uri="{FF2B5EF4-FFF2-40B4-BE49-F238E27FC236}">
                <a16:creationId xmlns:a16="http://schemas.microsoft.com/office/drawing/2014/main" id="{C6484B08-BFC1-4FD0-ACDB-93C0FE31F09C}"/>
              </a:ext>
            </a:extLst>
          </p:cNvPr>
          <p:cNvSpPr txBox="1">
            <a:spLocks/>
          </p:cNvSpPr>
          <p:nvPr/>
        </p:nvSpPr>
        <p:spPr>
          <a:xfrm>
            <a:off x="284051" y="1325310"/>
            <a:ext cx="11623898" cy="5048078"/>
          </a:xfrm>
          <a:prstGeom prst="rect">
            <a:avLst/>
          </a:prstGeom>
        </p:spPr>
        <p:txBody>
          <a:bodyPr vert="horz" lIns="121920" tIns="0" rIns="121920" bIns="0" rtlCol="0">
            <a:noAutofit/>
          </a:bodyPr>
          <a:lst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0" lvl="0" indent="-347472">
              <a:spcBef>
                <a:spcPts val="300"/>
              </a:spcBef>
              <a:spcAft>
                <a:spcPts val="300"/>
              </a:spcAft>
            </a:pPr>
            <a:r>
              <a:rPr lang="en-US" dirty="0">
                <a:solidFill>
                  <a:prstClr val="black">
                    <a:lumMod val="65000"/>
                    <a:lumOff val="35000"/>
                  </a:prstClr>
                </a:solidFill>
              </a:rPr>
              <a:t>Why refine quality objectives and responses?</a:t>
            </a:r>
          </a:p>
          <a:p>
            <a:pPr marL="694944" lvl="1" indent="-347472">
              <a:spcBef>
                <a:spcPts val="300"/>
              </a:spcBef>
              <a:spcAft>
                <a:spcPts val="300"/>
              </a:spcAft>
            </a:pPr>
            <a:r>
              <a:rPr kumimoji="0" lang="en-US" b="0" i="0" u="none" strike="noStrike" kern="1200" cap="none" spc="0" normalizeH="0" baseline="0" noProof="0" dirty="0">
                <a:ln>
                  <a:noFill/>
                </a:ln>
                <a:solidFill>
                  <a:prstClr val="black">
                    <a:lumMod val="65000"/>
                    <a:lumOff val="35000"/>
                  </a:prstClr>
                </a:solidFill>
                <a:effectLst/>
                <a:uLnTx/>
                <a:uFillTx/>
                <a:latin typeface="Arial" panose="020B0604020202020204" pitchFamily="34" charset="0"/>
                <a:ea typeface="+mn-ea"/>
                <a:cs typeface="Arial" panose="020B0604020202020204" pitchFamily="34" charset="0"/>
              </a:rPr>
              <a:t>Reduce perceived prescriptiveness of the standard</a:t>
            </a:r>
          </a:p>
          <a:p>
            <a:pPr marL="694944" lvl="1" indent="-347472">
              <a:spcBef>
                <a:spcPts val="300"/>
              </a:spcBef>
              <a:spcAft>
                <a:spcPts val="300"/>
              </a:spcAft>
            </a:pPr>
            <a:r>
              <a:rPr lang="en-US" dirty="0">
                <a:solidFill>
                  <a:prstClr val="black">
                    <a:lumMod val="65000"/>
                    <a:lumOff val="35000"/>
                  </a:prstClr>
                </a:solidFill>
              </a:rPr>
              <a:t>Reduce complexity and length</a:t>
            </a:r>
          </a:p>
          <a:p>
            <a:pPr marL="694944" lvl="1" indent="-347472">
              <a:spcBef>
                <a:spcPts val="300"/>
              </a:spcBef>
              <a:spcAft>
                <a:spcPts val="300"/>
              </a:spcAft>
            </a:pPr>
            <a:r>
              <a:rPr lang="en-US" dirty="0">
                <a:solidFill>
                  <a:prstClr val="black">
                    <a:lumMod val="65000"/>
                    <a:lumOff val="35000"/>
                  </a:prstClr>
                </a:solidFill>
              </a:rPr>
              <a:t>Helps to address applicability across all firms performing other types of engagements</a:t>
            </a:r>
          </a:p>
          <a:p>
            <a:pPr marL="694944" lvl="1" indent="-347472">
              <a:spcBef>
                <a:spcPts val="300"/>
              </a:spcBef>
              <a:spcAft>
                <a:spcPts val="300"/>
              </a:spcAft>
            </a:pPr>
            <a:r>
              <a:rPr lang="en-US" dirty="0">
                <a:solidFill>
                  <a:prstClr val="black">
                    <a:lumMod val="65000"/>
                    <a:lumOff val="35000"/>
                  </a:prstClr>
                </a:solidFill>
              </a:rPr>
              <a:t>Reducing responses also emphasizes that the specified responses in the standard are not sufficient for a firm to achieve the objective of the standard</a:t>
            </a:r>
          </a:p>
          <a:p>
            <a:pPr marL="694944" lvl="1" indent="-347472">
              <a:spcBef>
                <a:spcPts val="300"/>
              </a:spcBef>
              <a:spcAft>
                <a:spcPts val="300"/>
              </a:spcAft>
            </a:pPr>
            <a:r>
              <a:rPr lang="en-US" dirty="0">
                <a:solidFill>
                  <a:prstClr val="black">
                    <a:lumMod val="65000"/>
                    <a:lumOff val="35000"/>
                  </a:prstClr>
                </a:solidFill>
              </a:rPr>
              <a:t>Addresses concerns about inconsistency in responses across components</a:t>
            </a:r>
          </a:p>
          <a:p>
            <a:pPr marL="346075" lvl="0" indent="-346075">
              <a:spcBef>
                <a:spcPts val="300"/>
              </a:spcBef>
              <a:spcAft>
                <a:spcPts val="300"/>
              </a:spcAft>
            </a:pPr>
            <a:r>
              <a:rPr lang="en-US" dirty="0">
                <a:solidFill>
                  <a:prstClr val="black">
                    <a:lumMod val="65000"/>
                    <a:lumOff val="35000"/>
                  </a:prstClr>
                </a:solidFill>
              </a:rPr>
              <a:t>All responses relocated to one section “specified responses”</a:t>
            </a:r>
          </a:p>
          <a:p>
            <a:pPr marL="694944" lvl="1" indent="-347472">
              <a:spcBef>
                <a:spcPts val="300"/>
              </a:spcBef>
              <a:spcAft>
                <a:spcPts val="300"/>
              </a:spcAft>
            </a:pPr>
            <a:r>
              <a:rPr lang="en-US" dirty="0">
                <a:solidFill>
                  <a:prstClr val="black">
                    <a:lumMod val="65000"/>
                    <a:lumOff val="35000"/>
                  </a:prstClr>
                </a:solidFill>
              </a:rPr>
              <a:t>Further emphasizes responses in the standard are not sufficient</a:t>
            </a:r>
          </a:p>
          <a:p>
            <a:pPr marL="694944" lvl="1" indent="-347472">
              <a:spcBef>
                <a:spcPts val="300"/>
              </a:spcBef>
              <a:spcAft>
                <a:spcPts val="300"/>
              </a:spcAft>
            </a:pPr>
            <a:r>
              <a:rPr lang="en-US" dirty="0">
                <a:solidFill>
                  <a:prstClr val="black">
                    <a:lumMod val="65000"/>
                    <a:lumOff val="35000"/>
                  </a:prstClr>
                </a:solidFill>
              </a:rPr>
              <a:t>Improves flexibility as responses may address multiple quality risks across components – also supports better integration of components</a:t>
            </a:r>
          </a:p>
          <a:p>
            <a:pPr marL="0" lvl="1" indent="0">
              <a:spcBef>
                <a:spcPts val="300"/>
              </a:spcBef>
              <a:spcAft>
                <a:spcPts val="300"/>
              </a:spcAft>
              <a:buNone/>
            </a:pPr>
            <a:endParaRPr lang="en-US" dirty="0">
              <a:solidFill>
                <a:prstClr val="black">
                  <a:lumMod val="65000"/>
                  <a:lumOff val="35000"/>
                </a:prstClr>
              </a:solidFill>
            </a:endParaRPr>
          </a:p>
          <a:p>
            <a:pPr marL="284155" lvl="1" indent="-347472">
              <a:spcBef>
                <a:spcPts val="300"/>
              </a:spcBef>
              <a:spcAft>
                <a:spcPts val="300"/>
              </a:spcAft>
            </a:pPr>
            <a:endParaRPr kumimoji="0" lang="en-US" b="0" i="0" u="none" strike="noStrike" kern="1200" cap="none" spc="0" normalizeH="0" baseline="0" noProof="0" dirty="0">
              <a:ln>
                <a:noFill/>
              </a:ln>
              <a:solidFill>
                <a:prstClr val="black">
                  <a:lumMod val="65000"/>
                  <a:lumOff val="35000"/>
                </a:prstClr>
              </a:solidFill>
              <a:effectLst/>
              <a:uLnTx/>
              <a:uFillTx/>
              <a:latin typeface="Arial" panose="020B0604020202020204" pitchFamily="34" charset="0"/>
              <a:ea typeface="+mn-ea"/>
              <a:cs typeface="Arial" panose="020B0604020202020204" pitchFamily="34" charset="0"/>
            </a:endParaRPr>
          </a:p>
          <a:p>
            <a:pPr marL="457189" marR="0" lvl="2" indent="0" algn="l" defTabSz="457189" rtl="0" eaLnBrk="1" fontAlgn="auto" latinLnBrk="0" hangingPunct="1">
              <a:lnSpc>
                <a:spcPct val="100000"/>
              </a:lnSpc>
              <a:spcBef>
                <a:spcPts val="300"/>
              </a:spcBef>
              <a:spcAft>
                <a:spcPts val="300"/>
              </a:spcAft>
              <a:buClrTx/>
              <a:buSzTx/>
              <a:buFont typeface="Arial"/>
              <a:buNone/>
              <a:tabLst/>
              <a:defRPr/>
            </a:pPr>
            <a:endParaRPr kumimoji="0" lang="en-US" sz="1600" b="0" i="0" u="none" strike="noStrike" kern="1200" cap="none" spc="0" normalizeH="0" baseline="0" noProof="0" dirty="0">
              <a:ln>
                <a:noFill/>
              </a:ln>
              <a:solidFill>
                <a:prstClr val="black">
                  <a:lumMod val="65000"/>
                  <a:lumOff val="35000"/>
                </a:prstClr>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8214624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68411"/>
            <a:ext cx="12192000" cy="531048"/>
          </a:xfrm>
        </p:spPr>
        <p:txBody>
          <a:bodyPr/>
          <a:lstStyle/>
          <a:p>
            <a:pPr marL="347472"/>
            <a:r>
              <a:rPr lang="en-US" b="1" dirty="0">
                <a:ln w="0"/>
              </a:rPr>
              <a:t>The Approach to Quality Objectives and Responses in the Components</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MS PGothic" charset="0"/>
              </a:rPr>
              <a:t>Page </a:t>
            </a:r>
            <a:fld id="{A5D50FB3-691B-4551-985A-DEFE3F9B00A3}" type="slidenum">
              <a:rPr kumimoji="0" lang="en-US" sz="900" b="0" i="0" u="none" strike="noStrike" kern="1200" cap="none" spc="0" normalizeH="0" baseline="0" noProof="0" smtClean="0">
                <a:ln>
                  <a:noFill/>
                </a:ln>
                <a:solidFill>
                  <a:srgbClr val="808080"/>
                </a:solidFill>
                <a:effectLst/>
                <a:uLnTx/>
                <a:uFillTx/>
                <a:latin typeface="Arial" panose="020B0604020202020204" pitchFamily="34" charset="0"/>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Arial" panose="020B0604020202020204" pitchFamily="34" charset="0"/>
            </a:endParaRPr>
          </a:p>
        </p:txBody>
      </p:sp>
      <p:sp>
        <p:nvSpPr>
          <p:cNvPr id="5" name="Content Placeholder 6">
            <a:extLst>
              <a:ext uri="{FF2B5EF4-FFF2-40B4-BE49-F238E27FC236}">
                <a16:creationId xmlns:a16="http://schemas.microsoft.com/office/drawing/2014/main" id="{8502C6ED-5046-46D5-854E-3DE0EBBC44C6}"/>
              </a:ext>
            </a:extLst>
          </p:cNvPr>
          <p:cNvSpPr txBox="1">
            <a:spLocks/>
          </p:cNvSpPr>
          <p:nvPr/>
        </p:nvSpPr>
        <p:spPr>
          <a:xfrm>
            <a:off x="379372" y="1292087"/>
            <a:ext cx="11203029" cy="3001617"/>
          </a:xfrm>
          <a:prstGeom prst="roundRect">
            <a:avLst/>
          </a:prstGeom>
          <a:ln w="25400" cap="flat" cmpd="sng" algn="ctr">
            <a:solidFill>
              <a:schemeClr val="bg1">
                <a:lumMod val="50000"/>
              </a:schemeClr>
            </a:solidFill>
            <a:prstDash val="solid"/>
          </a:ln>
        </p:spPr>
        <p:style>
          <a:lnRef idx="2">
            <a:schemeClr val="dk1"/>
          </a:lnRef>
          <a:fillRef idx="1">
            <a:schemeClr val="lt1"/>
          </a:fillRef>
          <a:effectRef idx="0">
            <a:schemeClr val="dk1"/>
          </a:effectRef>
          <a:fontRef idx="minor">
            <a:schemeClr val="dk1"/>
          </a:fontRef>
        </p:style>
        <p:txBody>
          <a:bodyPr rtlCol="0" anchor="ctr"/>
          <a:lstStyle>
            <a:lvl1pPr marL="173034" indent="-173034" algn="l" defTabSz="457189" rtl="0" eaLnBrk="1" latinLnBrk="0" hangingPunct="1">
              <a:spcBef>
                <a:spcPts val="1200"/>
              </a:spcBef>
              <a:buFont typeface="Arial"/>
              <a:buChar char="•"/>
              <a:defRPr sz="2000" kern="1200">
                <a:solidFill>
                  <a:schemeClr val="dk1"/>
                </a:solidFill>
                <a:latin typeface="+mn-lt"/>
                <a:ea typeface="+mn-ea"/>
                <a:cs typeface="+mn-cs"/>
              </a:defRPr>
            </a:lvl1pPr>
            <a:lvl2pPr marL="457189" indent="-228594" algn="l" defTabSz="457189" rtl="0" eaLnBrk="1" latinLnBrk="0" hangingPunct="1">
              <a:spcBef>
                <a:spcPts val="600"/>
              </a:spcBef>
              <a:spcAft>
                <a:spcPts val="400"/>
              </a:spcAft>
              <a:buFont typeface="Arial"/>
              <a:buChar char="–"/>
              <a:defRPr sz="1800" kern="1200">
                <a:solidFill>
                  <a:schemeClr val="dk1"/>
                </a:solidFill>
                <a:latin typeface="+mn-lt"/>
                <a:ea typeface="+mn-ea"/>
                <a:cs typeface="+mn-cs"/>
              </a:defRPr>
            </a:lvl2pPr>
            <a:lvl3pPr marL="630223" indent="-171446" algn="l" defTabSz="457189" rtl="0" eaLnBrk="1" latinLnBrk="0" hangingPunct="1">
              <a:spcBef>
                <a:spcPct val="20000"/>
              </a:spcBef>
              <a:buFont typeface="Arial"/>
              <a:buChar char="•"/>
              <a:defRPr sz="1600" kern="1200">
                <a:solidFill>
                  <a:schemeClr val="dk1"/>
                </a:solidFill>
                <a:latin typeface="+mn-lt"/>
                <a:ea typeface="+mn-ea"/>
                <a:cs typeface="+mn-cs"/>
              </a:defRPr>
            </a:lvl3pPr>
            <a:lvl4pPr marL="1600160" indent="-228594" algn="l" defTabSz="457189" rtl="0" eaLnBrk="1" latinLnBrk="0" hangingPunct="1">
              <a:spcBef>
                <a:spcPct val="20000"/>
              </a:spcBef>
              <a:buFont typeface="Arial"/>
              <a:buChar char="–"/>
              <a:defRPr sz="1400" kern="1200">
                <a:solidFill>
                  <a:schemeClr val="dk1"/>
                </a:solidFill>
                <a:latin typeface="+mn-lt"/>
                <a:ea typeface="+mn-ea"/>
                <a:cs typeface="+mn-cs"/>
              </a:defRPr>
            </a:lvl4pPr>
            <a:lvl5pPr marL="2057349" indent="-228594" algn="l" defTabSz="457189" rtl="0" eaLnBrk="1" latinLnBrk="0" hangingPunct="1">
              <a:spcBef>
                <a:spcPct val="20000"/>
              </a:spcBef>
              <a:buFont typeface="Arial"/>
              <a:buChar char="»"/>
              <a:defRPr sz="1400" kern="1200">
                <a:solidFill>
                  <a:schemeClr val="dk1"/>
                </a:solidFill>
                <a:latin typeface="+mn-lt"/>
                <a:ea typeface="+mn-ea"/>
                <a:cs typeface="+mn-cs"/>
              </a:defRPr>
            </a:lvl5pPr>
            <a:lvl6pPr marL="2514537" indent="-228594" algn="l" defTabSz="457189" rtl="0" eaLnBrk="1" latinLnBrk="0" hangingPunct="1">
              <a:spcBef>
                <a:spcPct val="20000"/>
              </a:spcBef>
              <a:buFont typeface="Arial"/>
              <a:buChar char="•"/>
              <a:defRPr sz="2000" kern="1200">
                <a:solidFill>
                  <a:schemeClr val="dk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dk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dk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dk1"/>
                </a:solidFill>
                <a:latin typeface="+mn-lt"/>
                <a:ea typeface="+mn-ea"/>
                <a:cs typeface="+mn-cs"/>
              </a:defRPr>
            </a:lvl9pPr>
          </a:lstStyle>
          <a:p>
            <a:pPr marL="91440" marR="0" lvl="0" indent="0" algn="l" defTabSz="457189" rtl="0" eaLnBrk="1" fontAlgn="auto" latinLnBrk="0" hangingPunct="1">
              <a:lnSpc>
                <a:spcPct val="100000"/>
              </a:lnSpc>
              <a:spcBef>
                <a:spcPts val="1200"/>
              </a:spcBef>
              <a:spcAft>
                <a:spcPts val="0"/>
              </a:spcAft>
              <a:buClrTx/>
              <a:buSzTx/>
              <a:buFont typeface="Arial"/>
              <a:buNone/>
              <a:tabLst/>
              <a:defRPr/>
            </a:pPr>
            <a:r>
              <a:rPr kumimoji="0" lang="en-US" sz="2000" b="1" i="0" u="none" strike="noStrike" kern="1200" cap="none" spc="0" normalizeH="0" baseline="0" noProof="0" dirty="0">
                <a:ln>
                  <a:noFill/>
                </a:ln>
                <a:solidFill>
                  <a:schemeClr val="tx1">
                    <a:lumMod val="65000"/>
                    <a:lumOff val="35000"/>
                  </a:schemeClr>
                </a:solidFill>
                <a:effectLst/>
                <a:uLnTx/>
                <a:uFillTx/>
                <a:latin typeface="Arial" panose="020B0604020202020204" pitchFamily="34" charset="0"/>
                <a:ea typeface="+mn-ea"/>
                <a:cs typeface="Arial" panose="020B0604020202020204" pitchFamily="34" charset="0"/>
              </a:rPr>
              <a:t>Question 7:</a:t>
            </a:r>
            <a:endParaRPr kumimoji="0" lang="en-US" sz="2000" b="0" i="0" u="none" strike="noStrike" kern="1200" cap="none" spc="0" normalizeH="0" baseline="0" noProof="0" dirty="0">
              <a:ln>
                <a:noFill/>
              </a:ln>
              <a:solidFill>
                <a:schemeClr val="tx1">
                  <a:lumMod val="65000"/>
                  <a:lumOff val="35000"/>
                </a:schemeClr>
              </a:solidFill>
              <a:effectLst/>
              <a:uLnTx/>
              <a:uFillTx/>
              <a:latin typeface="Arial" panose="020B0604020202020204" pitchFamily="34" charset="0"/>
              <a:ea typeface="+mn-ea"/>
              <a:cs typeface="Arial" panose="020B0604020202020204" pitchFamily="34" charset="0"/>
            </a:endParaRPr>
          </a:p>
          <a:p>
            <a:pPr marL="91440" lvl="0" indent="0">
              <a:spcBef>
                <a:spcPts val="800"/>
              </a:spcBef>
              <a:buNone/>
            </a:pPr>
            <a:r>
              <a:rPr lang="en-US" sz="1800" dirty="0">
                <a:solidFill>
                  <a:schemeClr val="tx1">
                    <a:lumMod val="65000"/>
                    <a:lumOff val="35000"/>
                  </a:schemeClr>
                </a:solidFill>
                <a:latin typeface="Arial" panose="020B0604020202020204" pitchFamily="34" charset="0"/>
                <a:cs typeface="Arial" panose="020B0604020202020204" pitchFamily="34" charset="0"/>
              </a:rPr>
              <a:t>Does the IAASB support how the quality objectives and responses have been adjusted and refined in the governance and leadership component and engagement performance component (paragraphs 23 and 36 of Agenda Item 7-A)? </a:t>
            </a:r>
          </a:p>
          <a:p>
            <a:pPr marL="91440" indent="0">
              <a:buNone/>
            </a:pPr>
            <a:r>
              <a:rPr lang="en-US" b="1" dirty="0">
                <a:solidFill>
                  <a:schemeClr val="tx1">
                    <a:lumMod val="65000"/>
                    <a:lumOff val="35000"/>
                  </a:schemeClr>
                </a:solidFill>
                <a:latin typeface="Arial" panose="020B0604020202020204" pitchFamily="34" charset="0"/>
                <a:cs typeface="Arial" panose="020B0604020202020204" pitchFamily="34" charset="0"/>
              </a:rPr>
              <a:t>Question 8:</a:t>
            </a:r>
            <a:endParaRPr lang="en-US" dirty="0">
              <a:solidFill>
                <a:schemeClr val="tx1">
                  <a:lumMod val="65000"/>
                  <a:lumOff val="35000"/>
                </a:schemeClr>
              </a:solidFill>
              <a:latin typeface="Arial" panose="020B0604020202020204" pitchFamily="34" charset="0"/>
              <a:cs typeface="Arial" panose="020B0604020202020204" pitchFamily="34" charset="0"/>
            </a:endParaRPr>
          </a:p>
          <a:p>
            <a:pPr marL="91440" lvl="0" indent="0">
              <a:spcBef>
                <a:spcPts val="800"/>
              </a:spcBef>
              <a:buNone/>
            </a:pPr>
            <a:r>
              <a:rPr lang="en-US" sz="1800" dirty="0">
                <a:solidFill>
                  <a:schemeClr val="tx1">
                    <a:lumMod val="65000"/>
                    <a:lumOff val="35000"/>
                  </a:schemeClr>
                </a:solidFill>
                <a:latin typeface="Arial" panose="020B0604020202020204" pitchFamily="34" charset="0"/>
                <a:cs typeface="Arial" panose="020B0604020202020204" pitchFamily="34" charset="0"/>
              </a:rPr>
              <a:t>Does the IAASB support relocating responses for all components to a separate section of proposed ISQM 1, “Specified Responses” (paragraph 41A of Agenda Item 7-A)?</a:t>
            </a:r>
          </a:p>
        </p:txBody>
      </p:sp>
    </p:spTree>
    <p:extLst>
      <p:ext uri="{BB962C8B-B14F-4D97-AF65-F5344CB8AC3E}">
        <p14:creationId xmlns:p14="http://schemas.microsoft.com/office/powerpoint/2010/main" val="33096511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6C67627C-60C4-469E-9264-A2C680C60A47}"/>
              </a:ext>
            </a:extLst>
          </p:cNvPr>
          <p:cNvPicPr>
            <a:picLocks noChangeAspect="1"/>
          </p:cNvPicPr>
          <p:nvPr/>
        </p:nvPicPr>
        <p:blipFill>
          <a:blip r:embed="rId3"/>
          <a:stretch>
            <a:fillRect/>
          </a:stretch>
        </p:blipFill>
        <p:spPr>
          <a:xfrm>
            <a:off x="2103998" y="1417154"/>
            <a:ext cx="7984003" cy="4796798"/>
          </a:xfrm>
          <a:prstGeom prst="rect">
            <a:avLst/>
          </a:prstGeom>
        </p:spPr>
      </p:pic>
      <p:sp>
        <p:nvSpPr>
          <p:cNvPr id="9" name="Title 8"/>
          <p:cNvSpPr>
            <a:spLocks noGrp="1"/>
          </p:cNvSpPr>
          <p:nvPr>
            <p:ph type="title"/>
          </p:nvPr>
        </p:nvSpPr>
        <p:spPr>
          <a:xfrm>
            <a:off x="0" y="588998"/>
            <a:ext cx="12192000" cy="531048"/>
          </a:xfrm>
        </p:spPr>
        <p:txBody>
          <a:bodyPr/>
          <a:lstStyle/>
          <a:p>
            <a:pPr marL="347472"/>
            <a:r>
              <a:rPr lang="en-US" b="1" dirty="0"/>
              <a:t>Monitoring and Remediation Process (M&amp;R): Feedback from Respondents</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MS PGothic" charset="0"/>
              </a:rPr>
              <a:t>Page </a:t>
            </a:r>
            <a:fld id="{A5D50FB3-691B-4551-985A-DEFE3F9B00A3}" type="slidenum">
              <a:rPr kumimoji="0" lang="en-US" sz="900" b="0" i="0" u="none" strike="noStrike" kern="1200" cap="none" spc="0" normalizeH="0" baseline="0" noProof="0" smtClean="0">
                <a:ln>
                  <a:noFill/>
                </a:ln>
                <a:solidFill>
                  <a:srgbClr val="808080"/>
                </a:solidFill>
                <a:effectLst/>
                <a:uLnTx/>
                <a:uFillTx/>
                <a:latin typeface="Arial" panose="020B0604020202020204" pitchFamily="34" charset="0"/>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4977034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88998"/>
            <a:ext cx="12192000" cy="531048"/>
          </a:xfrm>
        </p:spPr>
        <p:txBody>
          <a:bodyPr/>
          <a:lstStyle/>
          <a:p>
            <a:pPr marL="347472"/>
            <a:r>
              <a:rPr lang="en-US" sz="2400" b="1" dirty="0">
                <a:ln w="0"/>
              </a:rPr>
              <a:t>Monitoring and Remediation Process: Risk-Based Approach</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MS PGothic" charset="0"/>
              </a:rPr>
              <a:t>Page </a:t>
            </a:r>
            <a:fld id="{A5D50FB3-691B-4551-985A-DEFE3F9B00A3}" type="slidenum">
              <a:rPr kumimoji="0" lang="en-US" sz="900" b="0" i="0" u="none" strike="noStrike" kern="1200" cap="none" spc="0" normalizeH="0" baseline="0" noProof="0" smtClean="0">
                <a:ln>
                  <a:noFill/>
                </a:ln>
                <a:solidFill>
                  <a:srgbClr val="808080"/>
                </a:solidFill>
                <a:effectLst/>
                <a:uLnTx/>
                <a:uFillTx/>
                <a:latin typeface="Arial" panose="020B0604020202020204" pitchFamily="34" charset="0"/>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Arial" panose="020B0604020202020204" pitchFamily="34" charset="0"/>
            </a:endParaRPr>
          </a:p>
        </p:txBody>
      </p:sp>
      <p:sp>
        <p:nvSpPr>
          <p:cNvPr id="10" name="Content Placeholder 2">
            <a:extLst>
              <a:ext uri="{FF2B5EF4-FFF2-40B4-BE49-F238E27FC236}">
                <a16:creationId xmlns:a16="http://schemas.microsoft.com/office/drawing/2014/main" id="{C6484B08-BFC1-4FD0-ACDB-93C0FE31F09C}"/>
              </a:ext>
            </a:extLst>
          </p:cNvPr>
          <p:cNvSpPr txBox="1">
            <a:spLocks/>
          </p:cNvSpPr>
          <p:nvPr/>
        </p:nvSpPr>
        <p:spPr>
          <a:xfrm>
            <a:off x="284051" y="1291514"/>
            <a:ext cx="11623898" cy="5048078"/>
          </a:xfrm>
          <a:prstGeom prst="rect">
            <a:avLst/>
          </a:prstGeom>
        </p:spPr>
        <p:txBody>
          <a:bodyPr vert="horz" lIns="121920" tIns="0" rIns="121920" bIns="0" rtlCol="0">
            <a:noAutofit/>
          </a:bodyPr>
          <a:lst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0" lvl="0" indent="-347472">
              <a:spcBef>
                <a:spcPts val="300"/>
              </a:spcBef>
              <a:spcAft>
                <a:spcPts val="300"/>
              </a:spcAft>
            </a:pPr>
            <a:r>
              <a:rPr lang="en-US" dirty="0">
                <a:solidFill>
                  <a:prstClr val="black">
                    <a:lumMod val="65000"/>
                    <a:lumOff val="35000"/>
                  </a:prstClr>
                </a:solidFill>
              </a:rPr>
              <a:t>Risk-based approach to M&amp;R is important as it drives</a:t>
            </a:r>
          </a:p>
          <a:p>
            <a:pPr marL="694944" lvl="1" indent="-347472">
              <a:spcBef>
                <a:spcPts val="300"/>
              </a:spcBef>
              <a:spcAft>
                <a:spcPts val="300"/>
              </a:spcAft>
            </a:pPr>
            <a:r>
              <a:rPr lang="en-US" dirty="0">
                <a:solidFill>
                  <a:prstClr val="black">
                    <a:lumMod val="65000"/>
                    <a:lumOff val="35000"/>
                  </a:prstClr>
                </a:solidFill>
              </a:rPr>
              <a:t>The nature, timing and extent of the monitoring activities</a:t>
            </a:r>
          </a:p>
          <a:p>
            <a:pPr marL="694944" lvl="1" indent="-347472">
              <a:spcBef>
                <a:spcPts val="300"/>
              </a:spcBef>
              <a:spcAft>
                <a:spcPts val="300"/>
              </a:spcAft>
            </a:pPr>
            <a:r>
              <a:rPr lang="en-US" dirty="0">
                <a:solidFill>
                  <a:prstClr val="black">
                    <a:lumMod val="65000"/>
                    <a:lumOff val="35000"/>
                  </a:prstClr>
                </a:solidFill>
              </a:rPr>
              <a:t>The nature, timing and extent of root cause activities</a:t>
            </a:r>
          </a:p>
          <a:p>
            <a:pPr marL="694944" lvl="1" indent="-347472">
              <a:spcBef>
                <a:spcPts val="300"/>
              </a:spcBef>
              <a:spcAft>
                <a:spcPts val="300"/>
              </a:spcAft>
            </a:pPr>
            <a:r>
              <a:rPr lang="en-US" dirty="0">
                <a:solidFill>
                  <a:prstClr val="black">
                    <a:lumMod val="65000"/>
                    <a:lumOff val="35000"/>
                  </a:prstClr>
                </a:solidFill>
              </a:rPr>
              <a:t>Remediation activities (e.g., urgency of remediation)</a:t>
            </a:r>
          </a:p>
          <a:p>
            <a:pPr marL="346075" lvl="0" indent="-346075">
              <a:spcBef>
                <a:spcPts val="300"/>
              </a:spcBef>
              <a:spcAft>
                <a:spcPts val="300"/>
              </a:spcAft>
            </a:pPr>
            <a:r>
              <a:rPr lang="en-US" i="1" dirty="0">
                <a:solidFill>
                  <a:prstClr val="black">
                    <a:lumMod val="65000"/>
                    <a:lumOff val="35000"/>
                  </a:prstClr>
                </a:solidFill>
              </a:rPr>
              <a:t>But:</a:t>
            </a:r>
            <a:r>
              <a:rPr lang="en-US" dirty="0">
                <a:solidFill>
                  <a:prstClr val="black">
                    <a:lumMod val="65000"/>
                    <a:lumOff val="35000"/>
                  </a:prstClr>
                </a:solidFill>
              </a:rPr>
              <a:t> The need to identify and assess quality risks is redundant as responses are fulsome in this component</a:t>
            </a:r>
          </a:p>
          <a:p>
            <a:pPr marL="694944" lvl="1" indent="-347472">
              <a:spcBef>
                <a:spcPts val="300"/>
              </a:spcBef>
              <a:spcAft>
                <a:spcPts val="300"/>
              </a:spcAft>
            </a:pPr>
            <a:r>
              <a:rPr lang="en-US" dirty="0">
                <a:solidFill>
                  <a:prstClr val="black">
                    <a:lumMod val="65000"/>
                    <a:lumOff val="35000"/>
                  </a:prstClr>
                </a:solidFill>
              </a:rPr>
              <a:t>Requiring firms to still apply the firm’s risk assessment process to M&amp;R is causing complexity</a:t>
            </a:r>
          </a:p>
          <a:p>
            <a:pPr marL="0" lvl="0" indent="-347472">
              <a:spcBef>
                <a:spcPts val="300"/>
              </a:spcBef>
              <a:spcAft>
                <a:spcPts val="300"/>
              </a:spcAft>
            </a:pPr>
            <a:r>
              <a:rPr lang="en-US" dirty="0">
                <a:solidFill>
                  <a:prstClr val="black">
                    <a:lumMod val="65000"/>
                    <a:lumOff val="35000"/>
                  </a:prstClr>
                </a:solidFill>
              </a:rPr>
              <a:t>Requirements in M&amp;R already point to risk-based approach</a:t>
            </a:r>
          </a:p>
          <a:p>
            <a:pPr marL="694944" lvl="1" indent="-347472">
              <a:spcBef>
                <a:spcPts val="300"/>
              </a:spcBef>
              <a:spcAft>
                <a:spcPts val="300"/>
              </a:spcAft>
            </a:pPr>
            <a:r>
              <a:rPr lang="en-US" dirty="0">
                <a:solidFill>
                  <a:prstClr val="black">
                    <a:lumMod val="65000"/>
                    <a:lumOff val="35000"/>
                  </a:prstClr>
                </a:solidFill>
              </a:rPr>
              <a:t>Monitoring activities – factors to be considered in determining nature, timing and extent of the monitoring activities are risk-based</a:t>
            </a:r>
          </a:p>
          <a:p>
            <a:pPr marL="694944" lvl="1" indent="-347472">
              <a:spcBef>
                <a:spcPts val="300"/>
              </a:spcBef>
              <a:spcAft>
                <a:spcPts val="300"/>
              </a:spcAft>
            </a:pPr>
            <a:r>
              <a:rPr lang="en-US" dirty="0">
                <a:solidFill>
                  <a:prstClr val="black">
                    <a:lumMod val="65000"/>
                    <a:lumOff val="35000"/>
                  </a:prstClr>
                </a:solidFill>
              </a:rPr>
              <a:t>Root cause analysis and remediation - severity and pervasiveness of identified deficiencies drives the nature, timing and extent of root cause procedures, and remediation</a:t>
            </a:r>
          </a:p>
          <a:p>
            <a:pPr marL="410789" indent="-347472">
              <a:spcBef>
                <a:spcPts val="300"/>
              </a:spcBef>
              <a:spcAft>
                <a:spcPts val="300"/>
              </a:spcAft>
            </a:pPr>
            <a:r>
              <a:rPr lang="en-US" dirty="0">
                <a:solidFill>
                  <a:prstClr val="black">
                    <a:lumMod val="65000"/>
                    <a:lumOff val="35000"/>
                  </a:prstClr>
                </a:solidFill>
              </a:rPr>
              <a:t>Therefore propose to state what the quality risk is for M&amp;R </a:t>
            </a:r>
          </a:p>
          <a:p>
            <a:pPr marL="0" lvl="0" indent="-347472">
              <a:spcBef>
                <a:spcPts val="300"/>
              </a:spcBef>
              <a:spcAft>
                <a:spcPts val="300"/>
              </a:spcAft>
            </a:pPr>
            <a:endParaRPr kumimoji="0" lang="en-US" sz="2000" b="0" i="0" u="none" strike="noStrike" kern="1200" cap="none" spc="0" normalizeH="0" baseline="0" noProof="0" dirty="0">
              <a:ln>
                <a:noFill/>
              </a:ln>
              <a:solidFill>
                <a:prstClr val="black">
                  <a:lumMod val="65000"/>
                  <a:lumOff val="35000"/>
                </a:prstClr>
              </a:solidFill>
              <a:effectLst/>
              <a:uLnTx/>
              <a:uFillTx/>
              <a:latin typeface="Arial" panose="020B0604020202020204" pitchFamily="34" charset="0"/>
              <a:ea typeface="+mn-ea"/>
              <a:cs typeface="Arial" panose="020B0604020202020204" pitchFamily="34" charset="0"/>
            </a:endParaRPr>
          </a:p>
          <a:p>
            <a:pPr marL="457189" marR="0" lvl="2" indent="0" algn="l" defTabSz="457189" rtl="0" eaLnBrk="1" fontAlgn="auto" latinLnBrk="0" hangingPunct="1">
              <a:lnSpc>
                <a:spcPct val="100000"/>
              </a:lnSpc>
              <a:spcBef>
                <a:spcPts val="300"/>
              </a:spcBef>
              <a:spcAft>
                <a:spcPts val="300"/>
              </a:spcAft>
              <a:buClrTx/>
              <a:buSzTx/>
              <a:buFont typeface="Arial"/>
              <a:buNone/>
              <a:tabLst/>
              <a:defRPr/>
            </a:pPr>
            <a:endParaRPr kumimoji="0" lang="en-US" sz="1600" b="0" i="0" u="none" strike="noStrike" kern="1200" cap="none" spc="0" normalizeH="0" baseline="0" noProof="0" dirty="0">
              <a:ln>
                <a:noFill/>
              </a:ln>
              <a:solidFill>
                <a:prstClr val="black">
                  <a:lumMod val="65000"/>
                  <a:lumOff val="35000"/>
                </a:prstClr>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2408827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68411"/>
            <a:ext cx="12192000" cy="531048"/>
          </a:xfrm>
        </p:spPr>
        <p:txBody>
          <a:bodyPr/>
          <a:lstStyle/>
          <a:p>
            <a:pPr marL="347472"/>
            <a:r>
              <a:rPr lang="en-US" b="1" dirty="0">
                <a:ln w="0"/>
              </a:rPr>
              <a:t>Monitoring and Remediation Process: Risk-Based Approach</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MS PGothic" charset="0"/>
              </a:rPr>
              <a:t>Page </a:t>
            </a:r>
            <a:fld id="{A5D50FB3-691B-4551-985A-DEFE3F9B00A3}" type="slidenum">
              <a:rPr kumimoji="0" lang="en-US" sz="900" b="0" i="0" u="none" strike="noStrike" kern="1200" cap="none" spc="0" normalizeH="0" baseline="0" noProof="0" smtClean="0">
                <a:ln>
                  <a:noFill/>
                </a:ln>
                <a:solidFill>
                  <a:srgbClr val="808080"/>
                </a:solidFill>
                <a:effectLst/>
                <a:uLnTx/>
                <a:uFillTx/>
                <a:latin typeface="Arial" panose="020B0604020202020204" pitchFamily="34" charset="0"/>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Arial" panose="020B0604020202020204" pitchFamily="34" charset="0"/>
            </a:endParaRPr>
          </a:p>
        </p:txBody>
      </p:sp>
      <p:sp>
        <p:nvSpPr>
          <p:cNvPr id="5" name="Content Placeholder 6">
            <a:extLst>
              <a:ext uri="{FF2B5EF4-FFF2-40B4-BE49-F238E27FC236}">
                <a16:creationId xmlns:a16="http://schemas.microsoft.com/office/drawing/2014/main" id="{8502C6ED-5046-46D5-854E-3DE0EBBC44C6}"/>
              </a:ext>
            </a:extLst>
          </p:cNvPr>
          <p:cNvSpPr txBox="1">
            <a:spLocks/>
          </p:cNvSpPr>
          <p:nvPr/>
        </p:nvSpPr>
        <p:spPr>
          <a:xfrm>
            <a:off x="379372" y="1292087"/>
            <a:ext cx="11203029" cy="3968402"/>
          </a:xfrm>
          <a:prstGeom prst="roundRect">
            <a:avLst/>
          </a:prstGeom>
          <a:ln w="25400" cap="flat" cmpd="sng" algn="ctr">
            <a:solidFill>
              <a:schemeClr val="bg1">
                <a:lumMod val="50000"/>
              </a:schemeClr>
            </a:solidFill>
            <a:prstDash val="solid"/>
          </a:ln>
        </p:spPr>
        <p:style>
          <a:lnRef idx="2">
            <a:schemeClr val="dk1"/>
          </a:lnRef>
          <a:fillRef idx="1">
            <a:schemeClr val="lt1"/>
          </a:fillRef>
          <a:effectRef idx="0">
            <a:schemeClr val="dk1"/>
          </a:effectRef>
          <a:fontRef idx="minor">
            <a:schemeClr val="dk1"/>
          </a:fontRef>
        </p:style>
        <p:txBody>
          <a:bodyPr rtlCol="0" anchor="ctr"/>
          <a:lstStyle>
            <a:lvl1pPr marL="173034" indent="-173034" algn="l" defTabSz="457189" rtl="0" eaLnBrk="1" latinLnBrk="0" hangingPunct="1">
              <a:spcBef>
                <a:spcPts val="1200"/>
              </a:spcBef>
              <a:buFont typeface="Arial"/>
              <a:buChar char="•"/>
              <a:defRPr sz="2000" kern="1200">
                <a:solidFill>
                  <a:schemeClr val="dk1"/>
                </a:solidFill>
                <a:latin typeface="+mn-lt"/>
                <a:ea typeface="+mn-ea"/>
                <a:cs typeface="+mn-cs"/>
              </a:defRPr>
            </a:lvl1pPr>
            <a:lvl2pPr marL="457189" indent="-228594" algn="l" defTabSz="457189" rtl="0" eaLnBrk="1" latinLnBrk="0" hangingPunct="1">
              <a:spcBef>
                <a:spcPts val="600"/>
              </a:spcBef>
              <a:spcAft>
                <a:spcPts val="400"/>
              </a:spcAft>
              <a:buFont typeface="Arial"/>
              <a:buChar char="–"/>
              <a:defRPr sz="1800" kern="1200">
                <a:solidFill>
                  <a:schemeClr val="dk1"/>
                </a:solidFill>
                <a:latin typeface="+mn-lt"/>
                <a:ea typeface="+mn-ea"/>
                <a:cs typeface="+mn-cs"/>
              </a:defRPr>
            </a:lvl2pPr>
            <a:lvl3pPr marL="630223" indent="-171446" algn="l" defTabSz="457189" rtl="0" eaLnBrk="1" latinLnBrk="0" hangingPunct="1">
              <a:spcBef>
                <a:spcPct val="20000"/>
              </a:spcBef>
              <a:buFont typeface="Arial"/>
              <a:buChar char="•"/>
              <a:defRPr sz="1600" kern="1200">
                <a:solidFill>
                  <a:schemeClr val="dk1"/>
                </a:solidFill>
                <a:latin typeface="+mn-lt"/>
                <a:ea typeface="+mn-ea"/>
                <a:cs typeface="+mn-cs"/>
              </a:defRPr>
            </a:lvl3pPr>
            <a:lvl4pPr marL="1600160" indent="-228594" algn="l" defTabSz="457189" rtl="0" eaLnBrk="1" latinLnBrk="0" hangingPunct="1">
              <a:spcBef>
                <a:spcPct val="20000"/>
              </a:spcBef>
              <a:buFont typeface="Arial"/>
              <a:buChar char="–"/>
              <a:defRPr sz="1400" kern="1200">
                <a:solidFill>
                  <a:schemeClr val="dk1"/>
                </a:solidFill>
                <a:latin typeface="+mn-lt"/>
                <a:ea typeface="+mn-ea"/>
                <a:cs typeface="+mn-cs"/>
              </a:defRPr>
            </a:lvl4pPr>
            <a:lvl5pPr marL="2057349" indent="-228594" algn="l" defTabSz="457189" rtl="0" eaLnBrk="1" latinLnBrk="0" hangingPunct="1">
              <a:spcBef>
                <a:spcPct val="20000"/>
              </a:spcBef>
              <a:buFont typeface="Arial"/>
              <a:buChar char="»"/>
              <a:defRPr sz="1400" kern="1200">
                <a:solidFill>
                  <a:schemeClr val="dk1"/>
                </a:solidFill>
                <a:latin typeface="+mn-lt"/>
                <a:ea typeface="+mn-ea"/>
                <a:cs typeface="+mn-cs"/>
              </a:defRPr>
            </a:lvl5pPr>
            <a:lvl6pPr marL="2514537" indent="-228594" algn="l" defTabSz="457189" rtl="0" eaLnBrk="1" latinLnBrk="0" hangingPunct="1">
              <a:spcBef>
                <a:spcPct val="20000"/>
              </a:spcBef>
              <a:buFont typeface="Arial"/>
              <a:buChar char="•"/>
              <a:defRPr sz="2000" kern="1200">
                <a:solidFill>
                  <a:schemeClr val="dk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dk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dk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dk1"/>
                </a:solidFill>
                <a:latin typeface="+mn-lt"/>
                <a:ea typeface="+mn-ea"/>
                <a:cs typeface="+mn-cs"/>
              </a:defRPr>
            </a:lvl9pPr>
          </a:lstStyle>
          <a:p>
            <a:pPr marL="91440" marR="0" lvl="0" indent="0" algn="l" defTabSz="457189" rtl="0" eaLnBrk="1" fontAlgn="auto" latinLnBrk="0" hangingPunct="1">
              <a:lnSpc>
                <a:spcPct val="100000"/>
              </a:lnSpc>
              <a:spcBef>
                <a:spcPts val="1200"/>
              </a:spcBef>
              <a:spcAft>
                <a:spcPts val="0"/>
              </a:spcAft>
              <a:buClrTx/>
              <a:buSzTx/>
              <a:buFont typeface="Arial"/>
              <a:buNone/>
              <a:tabLst/>
              <a:defRPr/>
            </a:pPr>
            <a:r>
              <a:rPr kumimoji="0" lang="en-US" sz="2000" b="1" i="0" u="none" strike="noStrike" kern="1200" cap="none" spc="0" normalizeH="0" baseline="0" noProof="0" dirty="0">
                <a:ln>
                  <a:noFill/>
                </a:ln>
                <a:solidFill>
                  <a:schemeClr val="tx1">
                    <a:lumMod val="65000"/>
                    <a:lumOff val="35000"/>
                  </a:schemeClr>
                </a:solidFill>
                <a:effectLst/>
                <a:uLnTx/>
                <a:uFillTx/>
                <a:latin typeface="Arial" panose="020B0604020202020204" pitchFamily="34" charset="0"/>
                <a:ea typeface="+mn-ea"/>
                <a:cs typeface="Arial" panose="020B0604020202020204" pitchFamily="34" charset="0"/>
              </a:rPr>
              <a:t>Question 9:</a:t>
            </a:r>
            <a:endParaRPr kumimoji="0" lang="en-US" sz="2000" b="0" i="0" u="none" strike="noStrike" kern="1200" cap="none" spc="0" normalizeH="0" baseline="0" noProof="0" dirty="0">
              <a:ln>
                <a:noFill/>
              </a:ln>
              <a:solidFill>
                <a:schemeClr val="tx1">
                  <a:lumMod val="65000"/>
                  <a:lumOff val="35000"/>
                </a:schemeClr>
              </a:solidFill>
              <a:effectLst/>
              <a:uLnTx/>
              <a:uFillTx/>
              <a:latin typeface="Arial" panose="020B0604020202020204" pitchFamily="34" charset="0"/>
              <a:ea typeface="+mn-ea"/>
              <a:cs typeface="Arial" panose="020B0604020202020204" pitchFamily="34" charset="0"/>
            </a:endParaRPr>
          </a:p>
          <a:p>
            <a:pPr marL="91440" lvl="0" indent="0">
              <a:spcBef>
                <a:spcPts val="800"/>
              </a:spcBef>
              <a:buNone/>
            </a:pPr>
            <a:r>
              <a:rPr lang="en-US" sz="1800" dirty="0">
                <a:solidFill>
                  <a:schemeClr val="tx1">
                    <a:lumMod val="65000"/>
                    <a:lumOff val="35000"/>
                  </a:schemeClr>
                </a:solidFill>
                <a:latin typeface="Arial" panose="020B0604020202020204" pitchFamily="34" charset="0"/>
                <a:cs typeface="Arial" panose="020B0604020202020204" pitchFamily="34" charset="0"/>
              </a:rPr>
              <a:t>Does the IAASB support the ISQM 1 TF’s proposed approach to embedding risk in the monitoring activities through directly stating the quality risk for monitoring activities?</a:t>
            </a:r>
          </a:p>
          <a:p>
            <a:pPr marL="91440" indent="0">
              <a:buNone/>
            </a:pPr>
            <a:r>
              <a:rPr lang="en-US" b="1" dirty="0">
                <a:solidFill>
                  <a:schemeClr val="tx1">
                    <a:lumMod val="65000"/>
                    <a:lumOff val="35000"/>
                  </a:schemeClr>
                </a:solidFill>
                <a:latin typeface="Arial" panose="020B0604020202020204" pitchFamily="34" charset="0"/>
                <a:cs typeface="Arial" panose="020B0604020202020204" pitchFamily="34" charset="0"/>
              </a:rPr>
              <a:t>Question 10:</a:t>
            </a:r>
            <a:endParaRPr lang="en-US" dirty="0">
              <a:solidFill>
                <a:schemeClr val="tx1">
                  <a:lumMod val="65000"/>
                  <a:lumOff val="35000"/>
                </a:schemeClr>
              </a:solidFill>
              <a:latin typeface="Arial" panose="020B0604020202020204" pitchFamily="34" charset="0"/>
              <a:cs typeface="Arial" panose="020B0604020202020204" pitchFamily="34" charset="0"/>
            </a:endParaRPr>
          </a:p>
          <a:p>
            <a:pPr marL="91440" lvl="0" indent="0">
              <a:spcBef>
                <a:spcPts val="800"/>
              </a:spcBef>
              <a:buNone/>
            </a:pPr>
            <a:r>
              <a:rPr lang="en-US" sz="1800" dirty="0">
                <a:solidFill>
                  <a:schemeClr val="tx1">
                    <a:lumMod val="65000"/>
                    <a:lumOff val="35000"/>
                  </a:schemeClr>
                </a:solidFill>
                <a:latin typeface="Arial" panose="020B0604020202020204" pitchFamily="34" charset="0"/>
                <a:cs typeface="Arial" panose="020B0604020202020204" pitchFamily="34" charset="0"/>
              </a:rPr>
              <a:t>Does the IAASB agree with the quality risk for monitoring activities, i.e., to identify deficiencies that, individually or in aggregate, could result in the system of quality management not providing reasonable assurance that the objectives of the system have been achieved?</a:t>
            </a:r>
          </a:p>
          <a:p>
            <a:pPr marL="91440" indent="0">
              <a:buNone/>
            </a:pPr>
            <a:r>
              <a:rPr lang="en-US" b="1" dirty="0">
                <a:solidFill>
                  <a:schemeClr val="tx1">
                    <a:lumMod val="65000"/>
                    <a:lumOff val="35000"/>
                  </a:schemeClr>
                </a:solidFill>
                <a:latin typeface="Arial" panose="020B0604020202020204" pitchFamily="34" charset="0"/>
                <a:cs typeface="Arial" panose="020B0604020202020204" pitchFamily="34" charset="0"/>
              </a:rPr>
              <a:t>Question 11:</a:t>
            </a:r>
            <a:endParaRPr lang="en-US" dirty="0">
              <a:solidFill>
                <a:schemeClr val="tx1">
                  <a:lumMod val="65000"/>
                  <a:lumOff val="35000"/>
                </a:schemeClr>
              </a:solidFill>
              <a:latin typeface="Arial" panose="020B0604020202020204" pitchFamily="34" charset="0"/>
              <a:cs typeface="Arial" panose="020B0604020202020204" pitchFamily="34" charset="0"/>
            </a:endParaRPr>
          </a:p>
          <a:p>
            <a:pPr marL="91440" lvl="0" indent="0">
              <a:spcBef>
                <a:spcPts val="800"/>
              </a:spcBef>
              <a:buNone/>
            </a:pPr>
            <a:r>
              <a:rPr lang="en-US" sz="1800" dirty="0">
                <a:solidFill>
                  <a:schemeClr val="tx1">
                    <a:lumMod val="65000"/>
                    <a:lumOff val="35000"/>
                  </a:schemeClr>
                </a:solidFill>
                <a:latin typeface="Arial" panose="020B0604020202020204" pitchFamily="34" charset="0"/>
                <a:cs typeface="Arial" panose="020B0604020202020204" pitchFamily="34" charset="0"/>
              </a:rPr>
              <a:t>Does the IAASB support how the concept of risk has been embedded in the root cause analysis and remediation activities, i.e., through focusing on the severity and pervasiveness of identified deficiencies?</a:t>
            </a:r>
          </a:p>
        </p:txBody>
      </p:sp>
    </p:spTree>
    <p:extLst>
      <p:ext uri="{BB962C8B-B14F-4D97-AF65-F5344CB8AC3E}">
        <p14:creationId xmlns:p14="http://schemas.microsoft.com/office/powerpoint/2010/main" val="14608595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88998"/>
            <a:ext cx="12192000" cy="531048"/>
          </a:xfrm>
        </p:spPr>
        <p:txBody>
          <a:bodyPr/>
          <a:lstStyle/>
          <a:p>
            <a:pPr marL="347472"/>
            <a:r>
              <a:rPr lang="en-US" b="1" dirty="0"/>
              <a:t>Monitoring and Remediation Process: Feedback from Respondents</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MS PGothic" charset="0"/>
              </a:rPr>
              <a:t>Page </a:t>
            </a:r>
            <a:fld id="{A5D50FB3-691B-4551-985A-DEFE3F9B00A3}" type="slidenum">
              <a:rPr kumimoji="0" lang="en-US" sz="900" b="0" i="0" u="none" strike="noStrike" kern="1200" cap="none" spc="0" normalizeH="0" baseline="0" noProof="0" smtClean="0">
                <a:ln>
                  <a:noFill/>
                </a:ln>
                <a:solidFill>
                  <a:srgbClr val="808080"/>
                </a:solidFill>
                <a:effectLst/>
                <a:uLnTx/>
                <a:uFillTx/>
                <a:latin typeface="Arial" panose="020B0604020202020204" pitchFamily="34" charset="0"/>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Arial" panose="020B0604020202020204" pitchFamily="34" charset="0"/>
            </a:endParaRPr>
          </a:p>
        </p:txBody>
      </p:sp>
      <p:pic>
        <p:nvPicPr>
          <p:cNvPr id="15" name="Picture 14">
            <a:extLst>
              <a:ext uri="{FF2B5EF4-FFF2-40B4-BE49-F238E27FC236}">
                <a16:creationId xmlns:a16="http://schemas.microsoft.com/office/drawing/2014/main" id="{5C273C96-9F10-4D39-A22D-C5BC9042561C}"/>
              </a:ext>
            </a:extLst>
          </p:cNvPr>
          <p:cNvPicPr>
            <a:picLocks noChangeAspect="1"/>
          </p:cNvPicPr>
          <p:nvPr/>
        </p:nvPicPr>
        <p:blipFill rotWithShape="1">
          <a:blip r:embed="rId3"/>
          <a:srcRect r="4334" b="8823"/>
          <a:stretch/>
        </p:blipFill>
        <p:spPr>
          <a:xfrm>
            <a:off x="1868797" y="1434405"/>
            <a:ext cx="8454405" cy="4834597"/>
          </a:xfrm>
          <a:prstGeom prst="rect">
            <a:avLst/>
          </a:prstGeom>
        </p:spPr>
      </p:pic>
    </p:spTree>
    <p:extLst>
      <p:ext uri="{BB962C8B-B14F-4D97-AF65-F5344CB8AC3E}">
        <p14:creationId xmlns:p14="http://schemas.microsoft.com/office/powerpoint/2010/main" val="24288410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88998"/>
            <a:ext cx="12192000" cy="531048"/>
          </a:xfrm>
        </p:spPr>
        <p:txBody>
          <a:bodyPr/>
          <a:lstStyle/>
          <a:p>
            <a:pPr marL="347472"/>
            <a:r>
              <a:rPr lang="en-US" sz="2400" b="1" dirty="0">
                <a:ln w="0"/>
              </a:rPr>
              <a:t>Monitoring and Remediation Process: Inspection of Engagements</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MS PGothic" charset="0"/>
              </a:rPr>
              <a:t>Page </a:t>
            </a:r>
            <a:fld id="{A5D50FB3-691B-4551-985A-DEFE3F9B00A3}" type="slidenum">
              <a:rPr kumimoji="0" lang="en-US" sz="900" b="0" i="0" u="none" strike="noStrike" kern="1200" cap="none" spc="0" normalizeH="0" baseline="0" noProof="0" smtClean="0">
                <a:ln>
                  <a:noFill/>
                </a:ln>
                <a:solidFill>
                  <a:srgbClr val="808080"/>
                </a:solidFill>
                <a:effectLst/>
                <a:uLnTx/>
                <a:uFillTx/>
                <a:latin typeface="Arial" panose="020B0604020202020204" pitchFamily="34" charset="0"/>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Arial" panose="020B0604020202020204" pitchFamily="34" charset="0"/>
            </a:endParaRPr>
          </a:p>
        </p:txBody>
      </p:sp>
      <p:sp>
        <p:nvSpPr>
          <p:cNvPr id="10" name="Content Placeholder 2">
            <a:extLst>
              <a:ext uri="{FF2B5EF4-FFF2-40B4-BE49-F238E27FC236}">
                <a16:creationId xmlns:a16="http://schemas.microsoft.com/office/drawing/2014/main" id="{C6484B08-BFC1-4FD0-ACDB-93C0FE31F09C}"/>
              </a:ext>
            </a:extLst>
          </p:cNvPr>
          <p:cNvSpPr txBox="1">
            <a:spLocks/>
          </p:cNvSpPr>
          <p:nvPr/>
        </p:nvSpPr>
        <p:spPr>
          <a:xfrm>
            <a:off x="245283" y="1251758"/>
            <a:ext cx="11701434" cy="5048078"/>
          </a:xfrm>
          <a:prstGeom prst="rect">
            <a:avLst/>
          </a:prstGeom>
        </p:spPr>
        <p:txBody>
          <a:bodyPr vert="horz" lIns="121920" tIns="0" rIns="121920" bIns="0" rtlCol="0">
            <a:noAutofit/>
          </a:bodyPr>
          <a:lst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0" lvl="0" indent="-347472">
              <a:spcBef>
                <a:spcPts val="300"/>
              </a:spcBef>
              <a:spcAft>
                <a:spcPts val="300"/>
              </a:spcAft>
            </a:pPr>
            <a:r>
              <a:rPr lang="en-US" dirty="0">
                <a:solidFill>
                  <a:prstClr val="black">
                    <a:lumMod val="65000"/>
                    <a:lumOff val="35000"/>
                  </a:prstClr>
                </a:solidFill>
              </a:rPr>
              <a:t>ISQM 1 TF undertook outreach with GPPC firms to help understand:</a:t>
            </a:r>
          </a:p>
          <a:p>
            <a:pPr marL="694944" lvl="1" indent="-347472">
              <a:spcBef>
                <a:spcPts val="300"/>
              </a:spcBef>
              <a:spcAft>
                <a:spcPts val="300"/>
              </a:spcAft>
            </a:pPr>
            <a:r>
              <a:rPr lang="en-US" dirty="0">
                <a:solidFill>
                  <a:prstClr val="black">
                    <a:lumMod val="65000"/>
                    <a:lumOff val="35000"/>
                  </a:prstClr>
                </a:solidFill>
              </a:rPr>
              <a:t>What other types of monitoring activities firms currently perform and their benefits</a:t>
            </a:r>
          </a:p>
          <a:p>
            <a:pPr marL="694944" lvl="1" indent="-347472">
              <a:spcBef>
                <a:spcPts val="300"/>
              </a:spcBef>
              <a:spcAft>
                <a:spcPts val="300"/>
              </a:spcAft>
            </a:pPr>
            <a:r>
              <a:rPr lang="en-US" dirty="0">
                <a:solidFill>
                  <a:prstClr val="black">
                    <a:lumMod val="65000"/>
                    <a:lumOff val="35000"/>
                  </a:prstClr>
                </a:solidFill>
              </a:rPr>
              <a:t>What other mechanisms firms use to evaluate the quality of the work undertaken by the engagement partner (other than through engagement inspections)</a:t>
            </a:r>
          </a:p>
          <a:p>
            <a:pPr marL="410789" indent="-347472">
              <a:spcBef>
                <a:spcPts val="300"/>
              </a:spcBef>
              <a:spcAft>
                <a:spcPts val="300"/>
              </a:spcAft>
            </a:pPr>
            <a:r>
              <a:rPr lang="en-US" dirty="0">
                <a:solidFill>
                  <a:prstClr val="black">
                    <a:lumMod val="65000"/>
                    <a:lumOff val="35000"/>
                  </a:prstClr>
                </a:solidFill>
              </a:rPr>
              <a:t>Outreach feedback: </a:t>
            </a:r>
          </a:p>
          <a:p>
            <a:pPr marL="694944" lvl="1" indent="-347472">
              <a:spcBef>
                <a:spcPts val="300"/>
              </a:spcBef>
              <a:spcAft>
                <a:spcPts val="300"/>
              </a:spcAft>
            </a:pPr>
            <a:r>
              <a:rPr lang="en-US" dirty="0">
                <a:solidFill>
                  <a:prstClr val="black">
                    <a:lumMod val="65000"/>
                    <a:lumOff val="35000"/>
                  </a:prstClr>
                </a:solidFill>
              </a:rPr>
              <a:t>Other types of monitoring activities largely comprise inspection of in-process engagements, although these vary in nature:</a:t>
            </a:r>
          </a:p>
          <a:p>
            <a:pPr marL="1042416" lvl="2" indent="-347472">
              <a:spcBef>
                <a:spcPts val="300"/>
              </a:spcBef>
              <a:spcAft>
                <a:spcPts val="300"/>
              </a:spcAft>
            </a:pPr>
            <a:r>
              <a:rPr lang="en-US" dirty="0">
                <a:solidFill>
                  <a:prstClr val="black">
                    <a:lumMod val="65000"/>
                    <a:lumOff val="35000"/>
                  </a:prstClr>
                </a:solidFill>
              </a:rPr>
              <a:t>Fulsome inspections</a:t>
            </a:r>
          </a:p>
          <a:p>
            <a:pPr marL="1042416" lvl="2" indent="-347472">
              <a:spcBef>
                <a:spcPts val="300"/>
              </a:spcBef>
              <a:spcAft>
                <a:spcPts val="300"/>
              </a:spcAft>
            </a:pPr>
            <a:r>
              <a:rPr lang="en-US" dirty="0">
                <a:solidFill>
                  <a:prstClr val="black">
                    <a:lumMod val="65000"/>
                    <a:lumOff val="35000"/>
                  </a:prstClr>
                </a:solidFill>
              </a:rPr>
              <a:t>Focused inspections on particular aspects of the engagement</a:t>
            </a:r>
          </a:p>
          <a:p>
            <a:pPr marL="1042416" lvl="2" indent="-347472">
              <a:spcBef>
                <a:spcPts val="300"/>
              </a:spcBef>
              <a:spcAft>
                <a:spcPts val="300"/>
              </a:spcAft>
            </a:pPr>
            <a:r>
              <a:rPr lang="en-US" dirty="0">
                <a:solidFill>
                  <a:prstClr val="black">
                    <a:lumMod val="65000"/>
                    <a:lumOff val="35000"/>
                  </a:prstClr>
                </a:solidFill>
              </a:rPr>
              <a:t>Inspections as the engagement progresses</a:t>
            </a:r>
          </a:p>
          <a:p>
            <a:pPr marL="694944" lvl="1" indent="-347472">
              <a:spcBef>
                <a:spcPts val="300"/>
              </a:spcBef>
              <a:spcAft>
                <a:spcPts val="300"/>
              </a:spcAft>
            </a:pPr>
            <a:r>
              <a:rPr lang="en-US" dirty="0">
                <a:solidFill>
                  <a:prstClr val="black">
                    <a:lumMod val="65000"/>
                    <a:lumOff val="35000"/>
                  </a:prstClr>
                </a:solidFill>
              </a:rPr>
              <a:t>Firms using a variety of indicators / factors for identifying engagements that need to be selected </a:t>
            </a:r>
          </a:p>
          <a:p>
            <a:pPr marL="694944" lvl="1" indent="-347472">
              <a:lnSpc>
                <a:spcPts val="2100"/>
              </a:lnSpc>
              <a:spcBef>
                <a:spcPts val="300"/>
              </a:spcBef>
              <a:spcAft>
                <a:spcPts val="300"/>
              </a:spcAft>
            </a:pPr>
            <a:r>
              <a:rPr lang="en-US" dirty="0">
                <a:solidFill>
                  <a:prstClr val="black">
                    <a:lumMod val="65000"/>
                    <a:lumOff val="35000"/>
                  </a:prstClr>
                </a:solidFill>
              </a:rPr>
              <a:t>Technology being used to identify characteristics in engagements indicating the need for selection  </a:t>
            </a:r>
          </a:p>
          <a:p>
            <a:pPr marL="694944" lvl="1" indent="-347472">
              <a:lnSpc>
                <a:spcPts val="2100"/>
              </a:lnSpc>
              <a:spcBef>
                <a:spcPts val="300"/>
              </a:spcBef>
              <a:spcAft>
                <a:spcPts val="300"/>
              </a:spcAft>
            </a:pPr>
            <a:r>
              <a:rPr lang="en-US" dirty="0">
                <a:solidFill>
                  <a:prstClr val="black">
                    <a:lumMod val="65000"/>
                    <a:lumOff val="35000"/>
                  </a:prstClr>
                </a:solidFill>
              </a:rPr>
              <a:t>Although firms using indicators/factors to identify engagements, this is not the monitoring activity – the monitoring activity is still inspecting the engagements to determine if a deficiency has occurred, and rectify the issue before report is issued</a:t>
            </a:r>
          </a:p>
          <a:p>
            <a:pPr marL="694944" lvl="1" indent="-347472">
              <a:lnSpc>
                <a:spcPts val="2100"/>
              </a:lnSpc>
              <a:spcBef>
                <a:spcPts val="300"/>
              </a:spcBef>
              <a:spcAft>
                <a:spcPts val="300"/>
              </a:spcAft>
            </a:pPr>
            <a:endParaRPr lang="en-US" dirty="0">
              <a:solidFill>
                <a:prstClr val="black">
                  <a:lumMod val="65000"/>
                  <a:lumOff val="35000"/>
                </a:prstClr>
              </a:solidFill>
            </a:endParaRPr>
          </a:p>
          <a:p>
            <a:pPr marL="694944" lvl="1" indent="-347472">
              <a:spcBef>
                <a:spcPts val="300"/>
              </a:spcBef>
              <a:spcAft>
                <a:spcPts val="300"/>
              </a:spcAft>
            </a:pPr>
            <a:endParaRPr lang="en-US" dirty="0">
              <a:solidFill>
                <a:prstClr val="black">
                  <a:lumMod val="65000"/>
                  <a:lumOff val="35000"/>
                </a:prstClr>
              </a:solidFill>
            </a:endParaRPr>
          </a:p>
          <a:p>
            <a:pPr marL="457189" lvl="2" indent="-347472">
              <a:spcBef>
                <a:spcPts val="300"/>
              </a:spcBef>
              <a:spcAft>
                <a:spcPts val="300"/>
              </a:spcAft>
            </a:pPr>
            <a:endParaRPr lang="en-US" dirty="0">
              <a:solidFill>
                <a:prstClr val="black">
                  <a:lumMod val="65000"/>
                  <a:lumOff val="35000"/>
                </a:prstClr>
              </a:solidFill>
            </a:endParaRPr>
          </a:p>
          <a:p>
            <a:pPr marL="457189" lvl="2" indent="-347472">
              <a:spcBef>
                <a:spcPts val="300"/>
              </a:spcBef>
              <a:spcAft>
                <a:spcPts val="300"/>
              </a:spcAft>
            </a:pPr>
            <a:endParaRPr lang="en-US" dirty="0">
              <a:solidFill>
                <a:prstClr val="black">
                  <a:lumMod val="65000"/>
                  <a:lumOff val="35000"/>
                </a:prstClr>
              </a:solidFill>
            </a:endParaRPr>
          </a:p>
          <a:p>
            <a:pPr marL="694944" lvl="1" indent="-347472">
              <a:spcBef>
                <a:spcPts val="300"/>
              </a:spcBef>
              <a:spcAft>
                <a:spcPts val="300"/>
              </a:spcAft>
            </a:pPr>
            <a:endParaRPr lang="en-US" dirty="0">
              <a:solidFill>
                <a:prstClr val="black">
                  <a:lumMod val="65000"/>
                  <a:lumOff val="35000"/>
                </a:prstClr>
              </a:solidFill>
            </a:endParaRPr>
          </a:p>
          <a:p>
            <a:pPr marL="694944" lvl="1" indent="-347472">
              <a:spcBef>
                <a:spcPts val="300"/>
              </a:spcBef>
              <a:spcAft>
                <a:spcPts val="300"/>
              </a:spcAft>
            </a:pPr>
            <a:endParaRPr lang="en-US" dirty="0">
              <a:solidFill>
                <a:prstClr val="black">
                  <a:lumMod val="65000"/>
                  <a:lumOff val="35000"/>
                </a:prstClr>
              </a:solidFill>
            </a:endParaRPr>
          </a:p>
          <a:p>
            <a:pPr marL="0" lvl="0" indent="-347472">
              <a:spcBef>
                <a:spcPts val="300"/>
              </a:spcBef>
              <a:spcAft>
                <a:spcPts val="300"/>
              </a:spcAft>
            </a:pPr>
            <a:endParaRPr kumimoji="0" lang="en-US" sz="2000" b="0" i="0" u="none" strike="noStrike" kern="1200" cap="none" spc="0" normalizeH="0" baseline="0" noProof="0" dirty="0">
              <a:ln>
                <a:noFill/>
              </a:ln>
              <a:solidFill>
                <a:prstClr val="black">
                  <a:lumMod val="65000"/>
                  <a:lumOff val="35000"/>
                </a:prstClr>
              </a:solidFill>
              <a:effectLst/>
              <a:uLnTx/>
              <a:uFillTx/>
              <a:latin typeface="Arial" panose="020B0604020202020204" pitchFamily="34" charset="0"/>
              <a:ea typeface="+mn-ea"/>
              <a:cs typeface="Arial" panose="020B0604020202020204" pitchFamily="34" charset="0"/>
            </a:endParaRPr>
          </a:p>
          <a:p>
            <a:pPr marL="457189" marR="0" lvl="2" indent="0" algn="l" defTabSz="457189" rtl="0" eaLnBrk="1" fontAlgn="auto" latinLnBrk="0" hangingPunct="1">
              <a:lnSpc>
                <a:spcPct val="100000"/>
              </a:lnSpc>
              <a:spcBef>
                <a:spcPts val="300"/>
              </a:spcBef>
              <a:spcAft>
                <a:spcPts val="300"/>
              </a:spcAft>
              <a:buClrTx/>
              <a:buSzTx/>
              <a:buFont typeface="Arial"/>
              <a:buNone/>
              <a:tabLst/>
              <a:defRPr/>
            </a:pPr>
            <a:endParaRPr kumimoji="0" lang="en-US" sz="1600" b="0" i="0" u="none" strike="noStrike" kern="1200" cap="none" spc="0" normalizeH="0" baseline="0" noProof="0" dirty="0">
              <a:ln>
                <a:noFill/>
              </a:ln>
              <a:solidFill>
                <a:prstClr val="black">
                  <a:lumMod val="65000"/>
                  <a:lumOff val="35000"/>
                </a:prstClr>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3678057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88998"/>
            <a:ext cx="12192000" cy="531048"/>
          </a:xfrm>
        </p:spPr>
        <p:txBody>
          <a:bodyPr/>
          <a:lstStyle/>
          <a:p>
            <a:pPr marL="347472"/>
            <a:r>
              <a:rPr lang="en-US" sz="2400" b="1" dirty="0">
                <a:ln w="0"/>
              </a:rPr>
              <a:t>Monitoring and Remediation Process: Inspection of Engagements</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MS PGothic" charset="0"/>
              </a:rPr>
              <a:t>Page </a:t>
            </a:r>
            <a:fld id="{A5D50FB3-691B-4551-985A-DEFE3F9B00A3}" type="slidenum">
              <a:rPr kumimoji="0" lang="en-US" sz="900" b="0" i="0" u="none" strike="noStrike" kern="1200" cap="none" spc="0" normalizeH="0" baseline="0" noProof="0" smtClean="0">
                <a:ln>
                  <a:noFill/>
                </a:ln>
                <a:solidFill>
                  <a:srgbClr val="808080"/>
                </a:solidFill>
                <a:effectLst/>
                <a:uLnTx/>
                <a:uFillTx/>
                <a:latin typeface="Arial" panose="020B0604020202020204" pitchFamily="34" charset="0"/>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Arial" panose="020B0604020202020204" pitchFamily="34" charset="0"/>
            </a:endParaRPr>
          </a:p>
        </p:txBody>
      </p:sp>
      <p:sp>
        <p:nvSpPr>
          <p:cNvPr id="10" name="Content Placeholder 2">
            <a:extLst>
              <a:ext uri="{FF2B5EF4-FFF2-40B4-BE49-F238E27FC236}">
                <a16:creationId xmlns:a16="http://schemas.microsoft.com/office/drawing/2014/main" id="{C6484B08-BFC1-4FD0-ACDB-93C0FE31F09C}"/>
              </a:ext>
            </a:extLst>
          </p:cNvPr>
          <p:cNvSpPr txBox="1">
            <a:spLocks/>
          </p:cNvSpPr>
          <p:nvPr/>
        </p:nvSpPr>
        <p:spPr>
          <a:xfrm>
            <a:off x="284050" y="1174700"/>
            <a:ext cx="11907950" cy="5048078"/>
          </a:xfrm>
          <a:prstGeom prst="rect">
            <a:avLst/>
          </a:prstGeom>
        </p:spPr>
        <p:txBody>
          <a:bodyPr vert="horz" lIns="121920" tIns="0" rIns="121920" bIns="0" rtlCol="0">
            <a:noAutofit/>
          </a:bodyPr>
          <a:lst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0" indent="-347472">
              <a:lnSpc>
                <a:spcPts val="2100"/>
              </a:lnSpc>
              <a:spcBef>
                <a:spcPts val="300"/>
              </a:spcBef>
              <a:spcAft>
                <a:spcPts val="300"/>
              </a:spcAft>
            </a:pPr>
            <a:r>
              <a:rPr lang="en-US" dirty="0">
                <a:solidFill>
                  <a:prstClr val="black">
                    <a:lumMod val="65000"/>
                    <a:lumOff val="35000"/>
                  </a:prstClr>
                </a:solidFill>
              </a:rPr>
              <a:t>Outreach Feedback:</a:t>
            </a:r>
          </a:p>
          <a:p>
            <a:pPr marL="694944" lvl="1" indent="-347472">
              <a:lnSpc>
                <a:spcPts val="2100"/>
              </a:lnSpc>
              <a:spcBef>
                <a:spcPts val="300"/>
              </a:spcBef>
              <a:spcAft>
                <a:spcPts val="300"/>
              </a:spcAft>
            </a:pPr>
            <a:r>
              <a:rPr lang="en-US" dirty="0"/>
              <a:t>Suggestion that if in-process reviews indicate an issue with an engagement partner, firm would likely inspect completed engagements for that partner</a:t>
            </a:r>
          </a:p>
          <a:p>
            <a:pPr marL="694944" lvl="1" indent="-347472">
              <a:lnSpc>
                <a:spcPts val="2100"/>
              </a:lnSpc>
              <a:spcBef>
                <a:spcPts val="300"/>
              </a:spcBef>
              <a:spcAft>
                <a:spcPts val="300"/>
              </a:spcAft>
            </a:pPr>
            <a:r>
              <a:rPr lang="en-US" dirty="0">
                <a:solidFill>
                  <a:prstClr val="black">
                    <a:lumMod val="65000"/>
                    <a:lumOff val="35000"/>
                  </a:prstClr>
                </a:solidFill>
              </a:rPr>
              <a:t>Challenges with other types of monitoring</a:t>
            </a:r>
          </a:p>
          <a:p>
            <a:pPr marL="1042416" lvl="2" indent="-347472">
              <a:lnSpc>
                <a:spcPts val="2100"/>
              </a:lnSpc>
              <a:spcBef>
                <a:spcPts val="300"/>
              </a:spcBef>
              <a:spcAft>
                <a:spcPts val="300"/>
              </a:spcAft>
            </a:pPr>
            <a:r>
              <a:rPr lang="en-US" dirty="0">
                <a:solidFill>
                  <a:prstClr val="black">
                    <a:lumMod val="65000"/>
                    <a:lumOff val="35000"/>
                  </a:prstClr>
                </a:solidFill>
              </a:rPr>
              <a:t>Lack of clarity of difference between a response and a monitoring activity</a:t>
            </a:r>
          </a:p>
          <a:p>
            <a:pPr marL="1042416" lvl="2" indent="-347472">
              <a:lnSpc>
                <a:spcPts val="2100"/>
              </a:lnSpc>
              <a:spcBef>
                <a:spcPts val="300"/>
              </a:spcBef>
              <a:spcAft>
                <a:spcPts val="300"/>
              </a:spcAft>
            </a:pPr>
            <a:r>
              <a:rPr lang="en-US" dirty="0">
                <a:solidFill>
                  <a:prstClr val="black">
                    <a:lumMod val="65000"/>
                    <a:lumOff val="35000"/>
                  </a:prstClr>
                </a:solidFill>
              </a:rPr>
              <a:t>Collating and documenting – monitoring is a continual information flow</a:t>
            </a:r>
          </a:p>
          <a:p>
            <a:pPr marL="1042416" lvl="2" indent="-347472">
              <a:lnSpc>
                <a:spcPts val="2100"/>
              </a:lnSpc>
              <a:spcBef>
                <a:spcPts val="300"/>
              </a:spcBef>
              <a:spcAft>
                <a:spcPts val="300"/>
              </a:spcAft>
            </a:pPr>
            <a:r>
              <a:rPr lang="en-US" dirty="0">
                <a:solidFill>
                  <a:prstClr val="black">
                    <a:lumMod val="65000"/>
                    <a:lumOff val="35000"/>
                  </a:prstClr>
                </a:solidFill>
              </a:rPr>
              <a:t>Possible blurring of responsibility for quality (i.e., reviewers become the bearers of the responsibility)</a:t>
            </a:r>
          </a:p>
          <a:p>
            <a:pPr marL="1042416" lvl="2" indent="-347472">
              <a:lnSpc>
                <a:spcPts val="2100"/>
              </a:lnSpc>
              <a:spcBef>
                <a:spcPts val="300"/>
              </a:spcBef>
              <a:spcAft>
                <a:spcPts val="300"/>
              </a:spcAft>
            </a:pPr>
            <a:r>
              <a:rPr lang="en-US" dirty="0">
                <a:solidFill>
                  <a:prstClr val="black">
                    <a:lumMod val="65000"/>
                    <a:lumOff val="35000"/>
                  </a:prstClr>
                </a:solidFill>
              </a:rPr>
              <a:t>Resource availability</a:t>
            </a:r>
          </a:p>
          <a:p>
            <a:pPr marL="694944" lvl="1" indent="-347472">
              <a:lnSpc>
                <a:spcPts val="2100"/>
              </a:lnSpc>
              <a:spcBef>
                <a:spcPts val="300"/>
              </a:spcBef>
              <a:spcAft>
                <a:spcPts val="300"/>
              </a:spcAft>
            </a:pPr>
            <a:r>
              <a:rPr lang="en-US" dirty="0">
                <a:solidFill>
                  <a:prstClr val="black">
                    <a:lumMod val="65000"/>
                    <a:lumOff val="35000"/>
                  </a:prstClr>
                </a:solidFill>
              </a:rPr>
              <a:t>Benefits</a:t>
            </a:r>
          </a:p>
          <a:p>
            <a:pPr marL="1042416" lvl="2" indent="-347472">
              <a:lnSpc>
                <a:spcPts val="2100"/>
              </a:lnSpc>
              <a:spcBef>
                <a:spcPts val="300"/>
              </a:spcBef>
              <a:spcAft>
                <a:spcPts val="300"/>
              </a:spcAft>
            </a:pPr>
            <a:r>
              <a:rPr lang="en-US" dirty="0">
                <a:solidFill>
                  <a:prstClr val="black">
                    <a:lumMod val="65000"/>
                    <a:lumOff val="35000"/>
                  </a:prstClr>
                </a:solidFill>
              </a:rPr>
              <a:t>Focused on engagements where quality risks likely to arise</a:t>
            </a:r>
          </a:p>
          <a:p>
            <a:pPr marL="1042416" lvl="2" indent="-347472">
              <a:lnSpc>
                <a:spcPts val="2100"/>
              </a:lnSpc>
              <a:spcBef>
                <a:spcPts val="300"/>
              </a:spcBef>
              <a:spcAft>
                <a:spcPts val="300"/>
              </a:spcAft>
            </a:pPr>
            <a:r>
              <a:rPr lang="en-US" dirty="0">
                <a:solidFill>
                  <a:prstClr val="black">
                    <a:lumMod val="65000"/>
                    <a:lumOff val="35000"/>
                  </a:prstClr>
                </a:solidFill>
              </a:rPr>
              <a:t>Continual and iterative process, more proactive and preventative and timely (completed engagements is after the fact)</a:t>
            </a:r>
          </a:p>
          <a:p>
            <a:pPr marL="1042416" lvl="2" indent="-347472">
              <a:lnSpc>
                <a:spcPts val="2100"/>
              </a:lnSpc>
              <a:spcBef>
                <a:spcPts val="300"/>
              </a:spcBef>
              <a:spcAft>
                <a:spcPts val="300"/>
              </a:spcAft>
            </a:pPr>
            <a:r>
              <a:rPr lang="en-US" dirty="0">
                <a:solidFill>
                  <a:prstClr val="black">
                    <a:lumMod val="65000"/>
                    <a:lumOff val="35000"/>
                  </a:prstClr>
                </a:solidFill>
              </a:rPr>
              <a:t>More supportive and positive approach</a:t>
            </a:r>
          </a:p>
          <a:p>
            <a:pPr marL="1042416" lvl="2" indent="-347472">
              <a:lnSpc>
                <a:spcPts val="2100"/>
              </a:lnSpc>
              <a:spcBef>
                <a:spcPts val="300"/>
              </a:spcBef>
              <a:spcAft>
                <a:spcPts val="300"/>
              </a:spcAft>
            </a:pPr>
            <a:r>
              <a:rPr lang="en-US" dirty="0">
                <a:solidFill>
                  <a:prstClr val="black">
                    <a:lumMod val="65000"/>
                    <a:lumOff val="35000"/>
                  </a:prstClr>
                </a:solidFill>
              </a:rPr>
              <a:t>Facilitates remediation sooner – including correcting other engagements where issue is more pervasive</a:t>
            </a:r>
          </a:p>
          <a:p>
            <a:pPr marL="694944" lvl="1" indent="-347472">
              <a:lnSpc>
                <a:spcPts val="2100"/>
              </a:lnSpc>
              <a:spcBef>
                <a:spcPts val="300"/>
              </a:spcBef>
              <a:spcAft>
                <a:spcPts val="300"/>
              </a:spcAft>
            </a:pPr>
            <a:r>
              <a:rPr lang="en-US" dirty="0">
                <a:solidFill>
                  <a:prstClr val="black">
                    <a:lumMod val="65000"/>
                    <a:lumOff val="35000"/>
                  </a:prstClr>
                </a:solidFill>
              </a:rPr>
              <a:t>Variety of other information is used to evaluate quality of engagement partners - e.g.: </a:t>
            </a:r>
          </a:p>
          <a:p>
            <a:pPr marL="867978" lvl="2" indent="-347472">
              <a:lnSpc>
                <a:spcPts val="2100"/>
              </a:lnSpc>
              <a:spcBef>
                <a:spcPts val="300"/>
              </a:spcBef>
              <a:spcAft>
                <a:spcPts val="300"/>
              </a:spcAft>
            </a:pPr>
            <a:r>
              <a:rPr lang="en-US" dirty="0">
                <a:solidFill>
                  <a:prstClr val="black">
                    <a:lumMod val="65000"/>
                    <a:lumOff val="35000"/>
                  </a:prstClr>
                </a:solidFill>
              </a:rPr>
              <a:t>360 feedback to evaluate culture partner creates on engagement, volunteering for quality initiatives, compliance with policies or procedures, involvement in consultations</a:t>
            </a:r>
          </a:p>
          <a:p>
            <a:pPr marL="630230" lvl="1" indent="-346075">
              <a:spcBef>
                <a:spcPts val="300"/>
              </a:spcBef>
              <a:spcAft>
                <a:spcPts val="300"/>
              </a:spcAft>
            </a:pPr>
            <a:endParaRPr lang="en-US" dirty="0">
              <a:solidFill>
                <a:prstClr val="black">
                  <a:lumMod val="65000"/>
                  <a:lumOff val="35000"/>
                </a:prstClr>
              </a:solidFill>
            </a:endParaRPr>
          </a:p>
          <a:p>
            <a:pPr marL="867978" lvl="2" indent="-347472">
              <a:lnSpc>
                <a:spcPts val="2100"/>
              </a:lnSpc>
              <a:spcBef>
                <a:spcPts val="300"/>
              </a:spcBef>
              <a:spcAft>
                <a:spcPts val="300"/>
              </a:spcAft>
            </a:pPr>
            <a:endParaRPr lang="en-US" dirty="0">
              <a:solidFill>
                <a:prstClr val="black">
                  <a:lumMod val="65000"/>
                  <a:lumOff val="35000"/>
                </a:prstClr>
              </a:solidFill>
            </a:endParaRPr>
          </a:p>
          <a:p>
            <a:pPr marL="867978" lvl="2" indent="-347472">
              <a:lnSpc>
                <a:spcPts val="2100"/>
              </a:lnSpc>
              <a:spcBef>
                <a:spcPts val="300"/>
              </a:spcBef>
              <a:spcAft>
                <a:spcPts val="300"/>
              </a:spcAft>
            </a:pPr>
            <a:endParaRPr lang="en-US" dirty="0">
              <a:solidFill>
                <a:prstClr val="black">
                  <a:lumMod val="65000"/>
                  <a:lumOff val="35000"/>
                </a:prstClr>
              </a:solidFill>
            </a:endParaRPr>
          </a:p>
          <a:p>
            <a:pPr marL="694944" lvl="1" indent="-347472">
              <a:lnSpc>
                <a:spcPts val="2100"/>
              </a:lnSpc>
              <a:spcBef>
                <a:spcPts val="300"/>
              </a:spcBef>
              <a:spcAft>
                <a:spcPts val="300"/>
              </a:spcAft>
            </a:pPr>
            <a:endParaRPr lang="en-US" dirty="0"/>
          </a:p>
        </p:txBody>
      </p:sp>
    </p:spTree>
    <p:extLst>
      <p:ext uri="{BB962C8B-B14F-4D97-AF65-F5344CB8AC3E}">
        <p14:creationId xmlns:p14="http://schemas.microsoft.com/office/powerpoint/2010/main" val="29858429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88998"/>
            <a:ext cx="12192000" cy="531048"/>
          </a:xfrm>
        </p:spPr>
        <p:txBody>
          <a:bodyPr/>
          <a:lstStyle/>
          <a:p>
            <a:pPr marL="347472"/>
            <a:r>
              <a:rPr lang="en-US" sz="2400" b="1" dirty="0">
                <a:ln w="0"/>
              </a:rPr>
              <a:t>Monitoring and Remediation Process: Inspection of Engagements</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MS PGothic" charset="0"/>
              </a:rPr>
              <a:t>Page </a:t>
            </a:r>
            <a:fld id="{A5D50FB3-691B-4551-985A-DEFE3F9B00A3}" type="slidenum">
              <a:rPr kumimoji="0" lang="en-US" sz="900" b="0" i="0" u="none" strike="noStrike" kern="1200" cap="none" spc="0" normalizeH="0" baseline="0" noProof="0" smtClean="0">
                <a:ln>
                  <a:noFill/>
                </a:ln>
                <a:solidFill>
                  <a:srgbClr val="808080"/>
                </a:solidFill>
                <a:effectLst/>
                <a:uLnTx/>
                <a:uFillTx/>
                <a:latin typeface="Arial" panose="020B0604020202020204" pitchFamily="34" charset="0"/>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Arial" panose="020B0604020202020204" pitchFamily="34" charset="0"/>
            </a:endParaRPr>
          </a:p>
        </p:txBody>
      </p:sp>
      <p:sp>
        <p:nvSpPr>
          <p:cNvPr id="10" name="Content Placeholder 2">
            <a:extLst>
              <a:ext uri="{FF2B5EF4-FFF2-40B4-BE49-F238E27FC236}">
                <a16:creationId xmlns:a16="http://schemas.microsoft.com/office/drawing/2014/main" id="{C6484B08-BFC1-4FD0-ACDB-93C0FE31F09C}"/>
              </a:ext>
            </a:extLst>
          </p:cNvPr>
          <p:cNvSpPr txBox="1">
            <a:spLocks/>
          </p:cNvSpPr>
          <p:nvPr/>
        </p:nvSpPr>
        <p:spPr>
          <a:xfrm>
            <a:off x="284050" y="1199408"/>
            <a:ext cx="11732241" cy="5048078"/>
          </a:xfrm>
          <a:prstGeom prst="rect">
            <a:avLst/>
          </a:prstGeom>
        </p:spPr>
        <p:txBody>
          <a:bodyPr vert="horz" lIns="121920" tIns="0" rIns="121920" bIns="0" rtlCol="0">
            <a:noAutofit/>
          </a:bodyPr>
          <a:lst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346075" indent="-346075">
              <a:spcBef>
                <a:spcPts val="300"/>
              </a:spcBef>
              <a:spcAft>
                <a:spcPts val="300"/>
              </a:spcAft>
            </a:pPr>
            <a:r>
              <a:rPr lang="en-US" dirty="0">
                <a:solidFill>
                  <a:prstClr val="black">
                    <a:lumMod val="65000"/>
                    <a:lumOff val="35000"/>
                  </a:prstClr>
                </a:solidFill>
              </a:rPr>
              <a:t>ISQM 1 TF views: need to improve the flexibility and improve focus on risk</a:t>
            </a:r>
          </a:p>
          <a:p>
            <a:pPr marL="694944" lvl="1" indent="-346075">
              <a:spcBef>
                <a:spcPts val="300"/>
              </a:spcBef>
              <a:spcAft>
                <a:spcPts val="300"/>
              </a:spcAft>
            </a:pPr>
            <a:r>
              <a:rPr lang="en-US" dirty="0">
                <a:solidFill>
                  <a:prstClr val="black">
                    <a:lumMod val="65000"/>
                    <a:lumOff val="35000"/>
                  </a:prstClr>
                </a:solidFill>
              </a:rPr>
              <a:t>Inspection of completed engagements alone is not enough – firms will need to do more monitoring</a:t>
            </a:r>
          </a:p>
          <a:p>
            <a:pPr marL="694944" lvl="1" indent="-346075">
              <a:spcBef>
                <a:spcPts val="300"/>
              </a:spcBef>
              <a:spcAft>
                <a:spcPts val="300"/>
              </a:spcAft>
            </a:pPr>
            <a:r>
              <a:rPr lang="en-US" dirty="0">
                <a:solidFill>
                  <a:prstClr val="black">
                    <a:lumMod val="65000"/>
                    <a:lumOff val="35000"/>
                  </a:prstClr>
                </a:solidFill>
              </a:rPr>
              <a:t>Standard needs to do more to encourage proactive and preventative monitoring activities</a:t>
            </a:r>
          </a:p>
          <a:p>
            <a:pPr marL="694944" lvl="1" indent="-346075">
              <a:spcBef>
                <a:spcPts val="300"/>
              </a:spcBef>
              <a:spcAft>
                <a:spcPts val="300"/>
              </a:spcAft>
            </a:pPr>
            <a:r>
              <a:rPr lang="en-US" dirty="0">
                <a:solidFill>
                  <a:prstClr val="black">
                    <a:lumMod val="65000"/>
                    <a:lumOff val="35000"/>
                  </a:prstClr>
                </a:solidFill>
              </a:rPr>
              <a:t>Selecting engagements for inspection is a combination of:</a:t>
            </a:r>
          </a:p>
          <a:p>
            <a:pPr marL="1042416" lvl="2" indent="-346075">
              <a:spcBef>
                <a:spcPts val="300"/>
              </a:spcBef>
              <a:spcAft>
                <a:spcPts val="300"/>
              </a:spcAft>
            </a:pPr>
            <a:r>
              <a:rPr lang="en-US" dirty="0">
                <a:solidFill>
                  <a:prstClr val="black">
                    <a:lumMod val="65000"/>
                    <a:lumOff val="35000"/>
                  </a:prstClr>
                </a:solidFill>
              </a:rPr>
              <a:t>Selecting engagements based on risk</a:t>
            </a:r>
          </a:p>
          <a:p>
            <a:pPr marL="1042416" lvl="2" indent="-346075">
              <a:spcBef>
                <a:spcPts val="300"/>
              </a:spcBef>
              <a:spcAft>
                <a:spcPts val="300"/>
              </a:spcAft>
            </a:pPr>
            <a:r>
              <a:rPr lang="en-US" dirty="0">
                <a:solidFill>
                  <a:prstClr val="black">
                    <a:lumMod val="65000"/>
                    <a:lumOff val="35000"/>
                  </a:prstClr>
                </a:solidFill>
              </a:rPr>
              <a:t>Selecting engagement partners </a:t>
            </a:r>
          </a:p>
          <a:p>
            <a:pPr marL="696341" lvl="2" indent="0">
              <a:spcBef>
                <a:spcPts val="300"/>
              </a:spcBef>
              <a:spcAft>
                <a:spcPts val="300"/>
              </a:spcAft>
              <a:buNone/>
            </a:pPr>
            <a:r>
              <a:rPr lang="en-US" dirty="0">
                <a:solidFill>
                  <a:prstClr val="black">
                    <a:lumMod val="65000"/>
                    <a:lumOff val="35000"/>
                  </a:prstClr>
                </a:solidFill>
              </a:rPr>
              <a:t>….and taking into account other monitoring activities performed</a:t>
            </a:r>
          </a:p>
          <a:p>
            <a:pPr marL="630230" lvl="1" indent="-346075">
              <a:spcBef>
                <a:spcPts val="300"/>
              </a:spcBef>
              <a:spcAft>
                <a:spcPts val="300"/>
              </a:spcAft>
            </a:pPr>
            <a:endParaRPr lang="en-US" dirty="0">
              <a:solidFill>
                <a:prstClr val="black">
                  <a:lumMod val="65000"/>
                  <a:lumOff val="35000"/>
                </a:prstClr>
              </a:solidFill>
            </a:endParaRPr>
          </a:p>
          <a:p>
            <a:pPr marL="630230" lvl="1" indent="-346075">
              <a:spcBef>
                <a:spcPts val="300"/>
              </a:spcBef>
              <a:spcAft>
                <a:spcPts val="300"/>
              </a:spcAft>
            </a:pPr>
            <a:endParaRPr lang="en-US" dirty="0">
              <a:solidFill>
                <a:prstClr val="black">
                  <a:lumMod val="65000"/>
                  <a:lumOff val="35000"/>
                </a:prstClr>
              </a:solidFill>
            </a:endParaRPr>
          </a:p>
          <a:p>
            <a:pPr marL="630230" lvl="1" indent="-346075">
              <a:spcBef>
                <a:spcPts val="300"/>
              </a:spcBef>
              <a:spcAft>
                <a:spcPts val="300"/>
              </a:spcAft>
            </a:pPr>
            <a:endParaRPr lang="en-US" dirty="0">
              <a:solidFill>
                <a:prstClr val="black">
                  <a:lumMod val="65000"/>
                  <a:lumOff val="35000"/>
                </a:prstClr>
              </a:solidFill>
            </a:endParaRPr>
          </a:p>
          <a:p>
            <a:pPr marL="630230" lvl="1" indent="-346075">
              <a:spcBef>
                <a:spcPts val="300"/>
              </a:spcBef>
              <a:spcAft>
                <a:spcPts val="300"/>
              </a:spcAft>
            </a:pPr>
            <a:endParaRPr lang="en-US" dirty="0">
              <a:solidFill>
                <a:prstClr val="black">
                  <a:lumMod val="65000"/>
                  <a:lumOff val="35000"/>
                </a:prstClr>
              </a:solidFill>
            </a:endParaRPr>
          </a:p>
        </p:txBody>
      </p:sp>
    </p:spTree>
    <p:extLst>
      <p:ext uri="{BB962C8B-B14F-4D97-AF65-F5344CB8AC3E}">
        <p14:creationId xmlns:p14="http://schemas.microsoft.com/office/powerpoint/2010/main" val="26006060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68411"/>
            <a:ext cx="12192000" cy="531048"/>
          </a:xfrm>
        </p:spPr>
        <p:txBody>
          <a:bodyPr/>
          <a:lstStyle/>
          <a:p>
            <a:pPr marL="347472"/>
            <a:r>
              <a:rPr lang="en-US" b="1" dirty="0">
                <a:ln w="0"/>
              </a:rPr>
              <a:t>Monitoring and Remediation Process: Inspection of Engagements</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MS PGothic" charset="0"/>
              </a:rPr>
              <a:t>Page </a:t>
            </a:r>
            <a:fld id="{A5D50FB3-691B-4551-985A-DEFE3F9B00A3}" type="slidenum">
              <a:rPr kumimoji="0" lang="en-US" sz="900" b="0" i="0" u="none" strike="noStrike" kern="1200" cap="none" spc="0" normalizeH="0" baseline="0" noProof="0" smtClean="0">
                <a:ln>
                  <a:noFill/>
                </a:ln>
                <a:solidFill>
                  <a:srgbClr val="808080"/>
                </a:solidFill>
                <a:effectLst/>
                <a:uLnTx/>
                <a:uFillTx/>
                <a:latin typeface="Arial" panose="020B0604020202020204" pitchFamily="34" charset="0"/>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Arial" panose="020B0604020202020204" pitchFamily="34" charset="0"/>
            </a:endParaRPr>
          </a:p>
        </p:txBody>
      </p:sp>
      <p:sp>
        <p:nvSpPr>
          <p:cNvPr id="5" name="Content Placeholder 6">
            <a:extLst>
              <a:ext uri="{FF2B5EF4-FFF2-40B4-BE49-F238E27FC236}">
                <a16:creationId xmlns:a16="http://schemas.microsoft.com/office/drawing/2014/main" id="{8502C6ED-5046-46D5-854E-3DE0EBBC44C6}"/>
              </a:ext>
            </a:extLst>
          </p:cNvPr>
          <p:cNvSpPr txBox="1">
            <a:spLocks/>
          </p:cNvSpPr>
          <p:nvPr/>
        </p:nvSpPr>
        <p:spPr>
          <a:xfrm>
            <a:off x="271795" y="1323191"/>
            <a:ext cx="11203029" cy="3270324"/>
          </a:xfrm>
          <a:prstGeom prst="roundRect">
            <a:avLst/>
          </a:prstGeom>
          <a:ln w="25400" cap="flat" cmpd="sng" algn="ctr">
            <a:solidFill>
              <a:schemeClr val="bg1">
                <a:lumMod val="50000"/>
              </a:schemeClr>
            </a:solidFill>
            <a:prstDash val="solid"/>
          </a:ln>
        </p:spPr>
        <p:style>
          <a:lnRef idx="2">
            <a:schemeClr val="dk1"/>
          </a:lnRef>
          <a:fillRef idx="1">
            <a:schemeClr val="lt1"/>
          </a:fillRef>
          <a:effectRef idx="0">
            <a:schemeClr val="dk1"/>
          </a:effectRef>
          <a:fontRef idx="minor">
            <a:schemeClr val="dk1"/>
          </a:fontRef>
        </p:style>
        <p:txBody>
          <a:bodyPr rtlCol="0" anchor="ctr"/>
          <a:lstStyle>
            <a:lvl1pPr marL="173034" indent="-173034" algn="l" defTabSz="457189" rtl="0" eaLnBrk="1" latinLnBrk="0" hangingPunct="1">
              <a:spcBef>
                <a:spcPts val="1200"/>
              </a:spcBef>
              <a:buFont typeface="Arial"/>
              <a:buChar char="•"/>
              <a:defRPr sz="2000" kern="1200">
                <a:solidFill>
                  <a:schemeClr val="dk1"/>
                </a:solidFill>
                <a:latin typeface="+mn-lt"/>
                <a:ea typeface="+mn-ea"/>
                <a:cs typeface="+mn-cs"/>
              </a:defRPr>
            </a:lvl1pPr>
            <a:lvl2pPr marL="457189" indent="-228594" algn="l" defTabSz="457189" rtl="0" eaLnBrk="1" latinLnBrk="0" hangingPunct="1">
              <a:spcBef>
                <a:spcPts val="600"/>
              </a:spcBef>
              <a:spcAft>
                <a:spcPts val="400"/>
              </a:spcAft>
              <a:buFont typeface="Arial"/>
              <a:buChar char="–"/>
              <a:defRPr sz="1800" kern="1200">
                <a:solidFill>
                  <a:schemeClr val="dk1"/>
                </a:solidFill>
                <a:latin typeface="+mn-lt"/>
                <a:ea typeface="+mn-ea"/>
                <a:cs typeface="+mn-cs"/>
              </a:defRPr>
            </a:lvl2pPr>
            <a:lvl3pPr marL="630223" indent="-171446" algn="l" defTabSz="457189" rtl="0" eaLnBrk="1" latinLnBrk="0" hangingPunct="1">
              <a:spcBef>
                <a:spcPct val="20000"/>
              </a:spcBef>
              <a:buFont typeface="Arial"/>
              <a:buChar char="•"/>
              <a:defRPr sz="1600" kern="1200">
                <a:solidFill>
                  <a:schemeClr val="dk1"/>
                </a:solidFill>
                <a:latin typeface="+mn-lt"/>
                <a:ea typeface="+mn-ea"/>
                <a:cs typeface="+mn-cs"/>
              </a:defRPr>
            </a:lvl3pPr>
            <a:lvl4pPr marL="1600160" indent="-228594" algn="l" defTabSz="457189" rtl="0" eaLnBrk="1" latinLnBrk="0" hangingPunct="1">
              <a:spcBef>
                <a:spcPct val="20000"/>
              </a:spcBef>
              <a:buFont typeface="Arial"/>
              <a:buChar char="–"/>
              <a:defRPr sz="1400" kern="1200">
                <a:solidFill>
                  <a:schemeClr val="dk1"/>
                </a:solidFill>
                <a:latin typeface="+mn-lt"/>
                <a:ea typeface="+mn-ea"/>
                <a:cs typeface="+mn-cs"/>
              </a:defRPr>
            </a:lvl4pPr>
            <a:lvl5pPr marL="2057349" indent="-228594" algn="l" defTabSz="457189" rtl="0" eaLnBrk="1" latinLnBrk="0" hangingPunct="1">
              <a:spcBef>
                <a:spcPct val="20000"/>
              </a:spcBef>
              <a:buFont typeface="Arial"/>
              <a:buChar char="»"/>
              <a:defRPr sz="1400" kern="1200">
                <a:solidFill>
                  <a:schemeClr val="dk1"/>
                </a:solidFill>
                <a:latin typeface="+mn-lt"/>
                <a:ea typeface="+mn-ea"/>
                <a:cs typeface="+mn-cs"/>
              </a:defRPr>
            </a:lvl5pPr>
            <a:lvl6pPr marL="2514537" indent="-228594" algn="l" defTabSz="457189" rtl="0" eaLnBrk="1" latinLnBrk="0" hangingPunct="1">
              <a:spcBef>
                <a:spcPct val="20000"/>
              </a:spcBef>
              <a:buFont typeface="Arial"/>
              <a:buChar char="•"/>
              <a:defRPr sz="2000" kern="1200">
                <a:solidFill>
                  <a:schemeClr val="dk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dk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dk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dk1"/>
                </a:solidFill>
                <a:latin typeface="+mn-lt"/>
                <a:ea typeface="+mn-ea"/>
                <a:cs typeface="+mn-cs"/>
              </a:defRPr>
            </a:lvl9pPr>
          </a:lstStyle>
          <a:p>
            <a:pPr marL="91440" marR="0" lvl="0" indent="0" algn="l" defTabSz="457189" rtl="0" eaLnBrk="1" fontAlgn="auto" latinLnBrk="0" hangingPunct="1">
              <a:lnSpc>
                <a:spcPct val="100000"/>
              </a:lnSpc>
              <a:spcBef>
                <a:spcPts val="1200"/>
              </a:spcBef>
              <a:spcAft>
                <a:spcPts val="0"/>
              </a:spcAft>
              <a:buClrTx/>
              <a:buSzTx/>
              <a:buFont typeface="Arial"/>
              <a:buNone/>
              <a:tabLst/>
              <a:defRPr/>
            </a:pPr>
            <a:r>
              <a:rPr kumimoji="0" lang="en-US" sz="2000" b="1" i="0" u="none" strike="noStrike" kern="1200" cap="none" spc="0" normalizeH="0" baseline="0" noProof="0" dirty="0">
                <a:ln>
                  <a:noFill/>
                </a:ln>
                <a:solidFill>
                  <a:schemeClr val="tx1">
                    <a:lumMod val="65000"/>
                    <a:lumOff val="35000"/>
                  </a:schemeClr>
                </a:solidFill>
                <a:effectLst/>
                <a:uLnTx/>
                <a:uFillTx/>
                <a:latin typeface="Arial" panose="020B0604020202020204" pitchFamily="34" charset="0"/>
                <a:ea typeface="+mn-ea"/>
                <a:cs typeface="Arial" panose="020B0604020202020204" pitchFamily="34" charset="0"/>
              </a:rPr>
              <a:t>Question </a:t>
            </a:r>
            <a:r>
              <a:rPr lang="en-US" b="1" dirty="0">
                <a:solidFill>
                  <a:schemeClr val="tx1">
                    <a:lumMod val="65000"/>
                    <a:lumOff val="35000"/>
                  </a:schemeClr>
                </a:solidFill>
                <a:latin typeface="Arial" panose="020B0604020202020204" pitchFamily="34" charset="0"/>
                <a:cs typeface="Arial" panose="020B0604020202020204" pitchFamily="34" charset="0"/>
              </a:rPr>
              <a:t>12</a:t>
            </a:r>
            <a:r>
              <a:rPr kumimoji="0" lang="en-US" sz="2000" b="1" i="0" u="none" strike="noStrike" kern="1200" cap="none" spc="0" normalizeH="0" baseline="0" noProof="0" dirty="0">
                <a:ln>
                  <a:noFill/>
                </a:ln>
                <a:solidFill>
                  <a:schemeClr val="tx1">
                    <a:lumMod val="65000"/>
                    <a:lumOff val="35000"/>
                  </a:schemeClr>
                </a:solidFill>
                <a:effectLst/>
                <a:uLnTx/>
                <a:uFillTx/>
                <a:latin typeface="Arial" panose="020B0604020202020204" pitchFamily="34" charset="0"/>
                <a:ea typeface="+mn-ea"/>
                <a:cs typeface="Arial" panose="020B0604020202020204" pitchFamily="34" charset="0"/>
              </a:rPr>
              <a:t>:</a:t>
            </a:r>
            <a:endParaRPr kumimoji="0" lang="en-US" sz="2000" b="0" i="0" u="none" strike="noStrike" kern="1200" cap="none" spc="0" normalizeH="0" baseline="0" noProof="0" dirty="0">
              <a:ln>
                <a:noFill/>
              </a:ln>
              <a:solidFill>
                <a:schemeClr val="tx1">
                  <a:lumMod val="65000"/>
                  <a:lumOff val="35000"/>
                </a:schemeClr>
              </a:solidFill>
              <a:effectLst/>
              <a:uLnTx/>
              <a:uFillTx/>
              <a:latin typeface="Arial" panose="020B0604020202020204" pitchFamily="34" charset="0"/>
              <a:ea typeface="+mn-ea"/>
              <a:cs typeface="Arial" panose="020B0604020202020204" pitchFamily="34" charset="0"/>
            </a:endParaRPr>
          </a:p>
          <a:p>
            <a:pPr marL="91440" lvl="0" indent="0">
              <a:spcBef>
                <a:spcPts val="800"/>
              </a:spcBef>
              <a:buNone/>
            </a:pPr>
            <a:r>
              <a:rPr lang="en-US" sz="1800" dirty="0">
                <a:solidFill>
                  <a:schemeClr val="tx1">
                    <a:lumMod val="65000"/>
                    <a:lumOff val="35000"/>
                  </a:schemeClr>
                </a:solidFill>
                <a:latin typeface="Arial" panose="020B0604020202020204" pitchFamily="34" charset="0"/>
                <a:cs typeface="Arial" panose="020B0604020202020204" pitchFamily="34" charset="0"/>
              </a:rPr>
              <a:t>Does the IAASB support the revisions to paragraph 45 of Agenda Item 7-A, that focuses on the effect of other monitoring activities on the selection of engagements for inspection, the appropriate combination of selecting engagements and engagement partners and the quality risks arising from the nature and circumstances of the firm’s engagements?</a:t>
            </a:r>
          </a:p>
          <a:p>
            <a:pPr marL="91440" indent="0">
              <a:buNone/>
            </a:pPr>
            <a:r>
              <a:rPr lang="en-US" b="1" dirty="0">
                <a:solidFill>
                  <a:schemeClr val="tx1">
                    <a:lumMod val="65000"/>
                    <a:lumOff val="35000"/>
                  </a:schemeClr>
                </a:solidFill>
                <a:latin typeface="Arial" panose="020B0604020202020204" pitchFamily="34" charset="0"/>
                <a:cs typeface="Arial" panose="020B0604020202020204" pitchFamily="34" charset="0"/>
              </a:rPr>
              <a:t>Question 13:</a:t>
            </a:r>
            <a:endParaRPr lang="en-US" dirty="0">
              <a:solidFill>
                <a:schemeClr val="tx1">
                  <a:lumMod val="65000"/>
                  <a:lumOff val="35000"/>
                </a:schemeClr>
              </a:solidFill>
              <a:latin typeface="Arial" panose="020B0604020202020204" pitchFamily="34" charset="0"/>
              <a:cs typeface="Arial" panose="020B0604020202020204" pitchFamily="34" charset="0"/>
            </a:endParaRPr>
          </a:p>
          <a:p>
            <a:pPr marL="91440" lvl="0" indent="0">
              <a:spcBef>
                <a:spcPts val="800"/>
              </a:spcBef>
              <a:buNone/>
            </a:pPr>
            <a:r>
              <a:rPr lang="en-US" sz="1800" dirty="0">
                <a:solidFill>
                  <a:schemeClr val="tx1">
                    <a:lumMod val="65000"/>
                    <a:lumOff val="35000"/>
                  </a:schemeClr>
                </a:solidFill>
                <a:latin typeface="Arial" panose="020B0604020202020204" pitchFamily="34" charset="0"/>
                <a:cs typeface="Arial" panose="020B0604020202020204" pitchFamily="34" charset="0"/>
              </a:rPr>
              <a:t>Does the IAASB support adjusting the application material to improve the flexibility of the standard, through removing the reference to three years in the context of the selection of engagement partners on a cyclical basis?</a:t>
            </a:r>
          </a:p>
        </p:txBody>
      </p:sp>
    </p:spTree>
    <p:extLst>
      <p:ext uri="{BB962C8B-B14F-4D97-AF65-F5344CB8AC3E}">
        <p14:creationId xmlns:p14="http://schemas.microsoft.com/office/powerpoint/2010/main" val="27993345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88998"/>
            <a:ext cx="12192000" cy="531048"/>
          </a:xfrm>
        </p:spPr>
        <p:txBody>
          <a:bodyPr/>
          <a:lstStyle/>
          <a:p>
            <a:pPr marL="347472"/>
            <a:r>
              <a:rPr lang="en-US" b="1" dirty="0"/>
              <a:t>Monitoring and Remediation Process (M&amp;R): Feedback from Respondents</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MS PGothic" charset="0"/>
              </a:rPr>
              <a:t>Page </a:t>
            </a:r>
            <a:fld id="{A5D50FB3-691B-4551-985A-DEFE3F9B00A3}" type="slidenum">
              <a:rPr kumimoji="0" lang="en-US" sz="900" b="0" i="0" u="none" strike="noStrike" kern="1200" cap="none" spc="0" normalizeH="0" baseline="0" noProof="0" smtClean="0">
                <a:ln>
                  <a:noFill/>
                </a:ln>
                <a:solidFill>
                  <a:srgbClr val="808080"/>
                </a:solidFill>
                <a:effectLst/>
                <a:uLnTx/>
                <a:uFillTx/>
                <a:latin typeface="Arial" panose="020B0604020202020204" pitchFamily="34" charset="0"/>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Arial" panose="020B0604020202020204" pitchFamily="34" charset="0"/>
            </a:endParaRPr>
          </a:p>
        </p:txBody>
      </p:sp>
      <p:pic>
        <p:nvPicPr>
          <p:cNvPr id="10" name="Picture 9">
            <a:extLst>
              <a:ext uri="{FF2B5EF4-FFF2-40B4-BE49-F238E27FC236}">
                <a16:creationId xmlns:a16="http://schemas.microsoft.com/office/drawing/2014/main" id="{18C68C03-6A8D-4013-8764-6B82CEBF16AD}"/>
              </a:ext>
            </a:extLst>
          </p:cNvPr>
          <p:cNvPicPr>
            <a:picLocks noChangeAspect="1"/>
          </p:cNvPicPr>
          <p:nvPr/>
        </p:nvPicPr>
        <p:blipFill rotWithShape="1">
          <a:blip r:embed="rId3"/>
          <a:srcRect r="2568" b="6339"/>
          <a:stretch/>
        </p:blipFill>
        <p:spPr>
          <a:xfrm>
            <a:off x="297628" y="1979409"/>
            <a:ext cx="5913040" cy="3407468"/>
          </a:xfrm>
          <a:prstGeom prst="rect">
            <a:avLst/>
          </a:prstGeom>
        </p:spPr>
      </p:pic>
      <p:pic>
        <p:nvPicPr>
          <p:cNvPr id="17" name="Picture 16">
            <a:extLst>
              <a:ext uri="{FF2B5EF4-FFF2-40B4-BE49-F238E27FC236}">
                <a16:creationId xmlns:a16="http://schemas.microsoft.com/office/drawing/2014/main" id="{4A38F1CD-5328-47AB-BC5F-3A75FD1FD0E0}"/>
              </a:ext>
            </a:extLst>
          </p:cNvPr>
          <p:cNvPicPr>
            <a:picLocks noChangeAspect="1"/>
          </p:cNvPicPr>
          <p:nvPr/>
        </p:nvPicPr>
        <p:blipFill rotWithShape="1">
          <a:blip r:embed="rId4"/>
          <a:srcRect r="2698" b="6547"/>
          <a:stretch/>
        </p:blipFill>
        <p:spPr>
          <a:xfrm>
            <a:off x="5703147" y="1979409"/>
            <a:ext cx="5967216" cy="3438688"/>
          </a:xfrm>
          <a:prstGeom prst="rect">
            <a:avLst/>
          </a:prstGeom>
        </p:spPr>
      </p:pic>
    </p:spTree>
    <p:extLst>
      <p:ext uri="{BB962C8B-B14F-4D97-AF65-F5344CB8AC3E}">
        <p14:creationId xmlns:p14="http://schemas.microsoft.com/office/powerpoint/2010/main" val="39631220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88998"/>
            <a:ext cx="12192000" cy="531048"/>
          </a:xfrm>
        </p:spPr>
        <p:txBody>
          <a:bodyPr/>
          <a:lstStyle/>
          <a:p>
            <a:pPr marL="347472"/>
            <a:r>
              <a:rPr lang="en-US" b="1" dirty="0"/>
              <a:t>Monitoring and Remediation Process (M&amp;R): Feedback from Respondents</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MS PGothic" charset="0"/>
              </a:rPr>
              <a:t>Page </a:t>
            </a:r>
            <a:fld id="{A5D50FB3-691B-4551-985A-DEFE3F9B00A3}" type="slidenum">
              <a:rPr kumimoji="0" lang="en-US" sz="900" b="0" i="0" u="none" strike="noStrike" kern="1200" cap="none" spc="0" normalizeH="0" baseline="0" noProof="0" smtClean="0">
                <a:ln>
                  <a:noFill/>
                </a:ln>
                <a:solidFill>
                  <a:srgbClr val="808080"/>
                </a:solidFill>
                <a:effectLst/>
                <a:uLnTx/>
                <a:uFillTx/>
                <a:latin typeface="Arial" panose="020B0604020202020204" pitchFamily="34" charset="0"/>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Arial" panose="020B0604020202020204" pitchFamily="34" charset="0"/>
            </a:endParaRPr>
          </a:p>
        </p:txBody>
      </p:sp>
      <p:pic>
        <p:nvPicPr>
          <p:cNvPr id="2" name="Picture 1">
            <a:extLst>
              <a:ext uri="{FF2B5EF4-FFF2-40B4-BE49-F238E27FC236}">
                <a16:creationId xmlns:a16="http://schemas.microsoft.com/office/drawing/2014/main" id="{45FE7151-05B2-4B2F-994E-45129C35D1DF}"/>
              </a:ext>
            </a:extLst>
          </p:cNvPr>
          <p:cNvPicPr>
            <a:picLocks noChangeAspect="1"/>
          </p:cNvPicPr>
          <p:nvPr/>
        </p:nvPicPr>
        <p:blipFill>
          <a:blip r:embed="rId3"/>
          <a:stretch>
            <a:fillRect/>
          </a:stretch>
        </p:blipFill>
        <p:spPr>
          <a:xfrm>
            <a:off x="-242783" y="1336513"/>
            <a:ext cx="5180544" cy="3112476"/>
          </a:xfrm>
          <a:prstGeom prst="rect">
            <a:avLst/>
          </a:prstGeom>
        </p:spPr>
      </p:pic>
      <p:pic>
        <p:nvPicPr>
          <p:cNvPr id="3" name="Picture 2">
            <a:extLst>
              <a:ext uri="{FF2B5EF4-FFF2-40B4-BE49-F238E27FC236}">
                <a16:creationId xmlns:a16="http://schemas.microsoft.com/office/drawing/2014/main" id="{0BB58AF6-36FA-456C-938F-28B0FEECADED}"/>
              </a:ext>
            </a:extLst>
          </p:cNvPr>
          <p:cNvPicPr>
            <a:picLocks noChangeAspect="1"/>
          </p:cNvPicPr>
          <p:nvPr/>
        </p:nvPicPr>
        <p:blipFill>
          <a:blip r:embed="rId4"/>
          <a:stretch>
            <a:fillRect/>
          </a:stretch>
        </p:blipFill>
        <p:spPr>
          <a:xfrm>
            <a:off x="6639062" y="1164389"/>
            <a:ext cx="5474331" cy="3284599"/>
          </a:xfrm>
          <a:prstGeom prst="rect">
            <a:avLst/>
          </a:prstGeom>
        </p:spPr>
      </p:pic>
      <p:pic>
        <p:nvPicPr>
          <p:cNvPr id="7" name="Picture 6">
            <a:extLst>
              <a:ext uri="{FF2B5EF4-FFF2-40B4-BE49-F238E27FC236}">
                <a16:creationId xmlns:a16="http://schemas.microsoft.com/office/drawing/2014/main" id="{02C6B9EE-0237-48B9-AFEE-BC9985772867}"/>
              </a:ext>
            </a:extLst>
          </p:cNvPr>
          <p:cNvPicPr>
            <a:picLocks noChangeAspect="1"/>
          </p:cNvPicPr>
          <p:nvPr/>
        </p:nvPicPr>
        <p:blipFill rotWithShape="1">
          <a:blip r:embed="rId5"/>
          <a:srcRect l="1" r="1329" b="8151"/>
          <a:stretch/>
        </p:blipFill>
        <p:spPr>
          <a:xfrm>
            <a:off x="3337827" y="3327098"/>
            <a:ext cx="5153389" cy="2865464"/>
          </a:xfrm>
          <a:prstGeom prst="rect">
            <a:avLst/>
          </a:prstGeom>
        </p:spPr>
      </p:pic>
    </p:spTree>
    <p:extLst>
      <p:ext uri="{BB962C8B-B14F-4D97-AF65-F5344CB8AC3E}">
        <p14:creationId xmlns:p14="http://schemas.microsoft.com/office/powerpoint/2010/main" val="18954391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68411"/>
            <a:ext cx="12192000" cy="531048"/>
          </a:xfrm>
        </p:spPr>
        <p:txBody>
          <a:bodyPr/>
          <a:lstStyle/>
          <a:p>
            <a:pPr marL="347472"/>
            <a:r>
              <a:rPr lang="en-US" b="1" dirty="0">
                <a:ln w="0"/>
              </a:rPr>
              <a:t>Monitoring and Remediation Process: Findings and Deficiencies</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MS PGothic" charset="0"/>
              </a:rPr>
              <a:t>Page </a:t>
            </a:r>
            <a:fld id="{A5D50FB3-691B-4551-985A-DEFE3F9B00A3}" type="slidenum">
              <a:rPr kumimoji="0" lang="en-US" sz="900" b="0" i="0" u="none" strike="noStrike" kern="1200" cap="none" spc="0" normalizeH="0" baseline="0" noProof="0" smtClean="0">
                <a:ln>
                  <a:noFill/>
                </a:ln>
                <a:solidFill>
                  <a:srgbClr val="808080"/>
                </a:solidFill>
                <a:effectLst/>
                <a:uLnTx/>
                <a:uFillTx/>
                <a:latin typeface="Arial" panose="020B0604020202020204" pitchFamily="34" charset="0"/>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Arial" panose="020B0604020202020204" pitchFamily="34" charset="0"/>
            </a:endParaRPr>
          </a:p>
        </p:txBody>
      </p:sp>
      <p:sp>
        <p:nvSpPr>
          <p:cNvPr id="5" name="Content Placeholder 6">
            <a:extLst>
              <a:ext uri="{FF2B5EF4-FFF2-40B4-BE49-F238E27FC236}">
                <a16:creationId xmlns:a16="http://schemas.microsoft.com/office/drawing/2014/main" id="{8502C6ED-5046-46D5-854E-3DE0EBBC44C6}"/>
              </a:ext>
            </a:extLst>
          </p:cNvPr>
          <p:cNvSpPr txBox="1">
            <a:spLocks/>
          </p:cNvSpPr>
          <p:nvPr/>
        </p:nvSpPr>
        <p:spPr>
          <a:xfrm>
            <a:off x="304068" y="1437601"/>
            <a:ext cx="11203029" cy="2624866"/>
          </a:xfrm>
          <a:prstGeom prst="roundRect">
            <a:avLst/>
          </a:prstGeom>
          <a:ln w="25400" cap="flat" cmpd="sng" algn="ctr">
            <a:solidFill>
              <a:schemeClr val="bg1">
                <a:lumMod val="50000"/>
              </a:schemeClr>
            </a:solidFill>
            <a:prstDash val="solid"/>
          </a:ln>
        </p:spPr>
        <p:style>
          <a:lnRef idx="2">
            <a:schemeClr val="dk1"/>
          </a:lnRef>
          <a:fillRef idx="1">
            <a:schemeClr val="lt1"/>
          </a:fillRef>
          <a:effectRef idx="0">
            <a:schemeClr val="dk1"/>
          </a:effectRef>
          <a:fontRef idx="minor">
            <a:schemeClr val="dk1"/>
          </a:fontRef>
        </p:style>
        <p:txBody>
          <a:bodyPr rtlCol="0" anchor="ctr"/>
          <a:lstStyle>
            <a:lvl1pPr marL="173034" indent="-173034" algn="l" defTabSz="457189" rtl="0" eaLnBrk="1" latinLnBrk="0" hangingPunct="1">
              <a:spcBef>
                <a:spcPts val="1200"/>
              </a:spcBef>
              <a:buFont typeface="Arial"/>
              <a:buChar char="•"/>
              <a:defRPr sz="2000" kern="1200">
                <a:solidFill>
                  <a:schemeClr val="dk1"/>
                </a:solidFill>
                <a:latin typeface="+mn-lt"/>
                <a:ea typeface="+mn-ea"/>
                <a:cs typeface="+mn-cs"/>
              </a:defRPr>
            </a:lvl1pPr>
            <a:lvl2pPr marL="457189" indent="-228594" algn="l" defTabSz="457189" rtl="0" eaLnBrk="1" latinLnBrk="0" hangingPunct="1">
              <a:spcBef>
                <a:spcPts val="600"/>
              </a:spcBef>
              <a:spcAft>
                <a:spcPts val="400"/>
              </a:spcAft>
              <a:buFont typeface="Arial"/>
              <a:buChar char="–"/>
              <a:defRPr sz="1800" kern="1200">
                <a:solidFill>
                  <a:schemeClr val="dk1"/>
                </a:solidFill>
                <a:latin typeface="+mn-lt"/>
                <a:ea typeface="+mn-ea"/>
                <a:cs typeface="+mn-cs"/>
              </a:defRPr>
            </a:lvl2pPr>
            <a:lvl3pPr marL="630223" indent="-171446" algn="l" defTabSz="457189" rtl="0" eaLnBrk="1" latinLnBrk="0" hangingPunct="1">
              <a:spcBef>
                <a:spcPct val="20000"/>
              </a:spcBef>
              <a:buFont typeface="Arial"/>
              <a:buChar char="•"/>
              <a:defRPr sz="1600" kern="1200">
                <a:solidFill>
                  <a:schemeClr val="dk1"/>
                </a:solidFill>
                <a:latin typeface="+mn-lt"/>
                <a:ea typeface="+mn-ea"/>
                <a:cs typeface="+mn-cs"/>
              </a:defRPr>
            </a:lvl3pPr>
            <a:lvl4pPr marL="1600160" indent="-228594" algn="l" defTabSz="457189" rtl="0" eaLnBrk="1" latinLnBrk="0" hangingPunct="1">
              <a:spcBef>
                <a:spcPct val="20000"/>
              </a:spcBef>
              <a:buFont typeface="Arial"/>
              <a:buChar char="–"/>
              <a:defRPr sz="1400" kern="1200">
                <a:solidFill>
                  <a:schemeClr val="dk1"/>
                </a:solidFill>
                <a:latin typeface="+mn-lt"/>
                <a:ea typeface="+mn-ea"/>
                <a:cs typeface="+mn-cs"/>
              </a:defRPr>
            </a:lvl4pPr>
            <a:lvl5pPr marL="2057349" indent="-228594" algn="l" defTabSz="457189" rtl="0" eaLnBrk="1" latinLnBrk="0" hangingPunct="1">
              <a:spcBef>
                <a:spcPct val="20000"/>
              </a:spcBef>
              <a:buFont typeface="Arial"/>
              <a:buChar char="»"/>
              <a:defRPr sz="1400" kern="1200">
                <a:solidFill>
                  <a:schemeClr val="dk1"/>
                </a:solidFill>
                <a:latin typeface="+mn-lt"/>
                <a:ea typeface="+mn-ea"/>
                <a:cs typeface="+mn-cs"/>
              </a:defRPr>
            </a:lvl5pPr>
            <a:lvl6pPr marL="2514537" indent="-228594" algn="l" defTabSz="457189" rtl="0" eaLnBrk="1" latinLnBrk="0" hangingPunct="1">
              <a:spcBef>
                <a:spcPct val="20000"/>
              </a:spcBef>
              <a:buFont typeface="Arial"/>
              <a:buChar char="•"/>
              <a:defRPr sz="2000" kern="1200">
                <a:solidFill>
                  <a:schemeClr val="dk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dk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dk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dk1"/>
                </a:solidFill>
                <a:latin typeface="+mn-lt"/>
                <a:ea typeface="+mn-ea"/>
                <a:cs typeface="+mn-cs"/>
              </a:defRPr>
            </a:lvl9pPr>
          </a:lstStyle>
          <a:p>
            <a:pPr marL="91440" marR="0" lvl="0" indent="0" algn="l" defTabSz="457189" rtl="0" eaLnBrk="1" fontAlgn="auto" latinLnBrk="0" hangingPunct="1">
              <a:lnSpc>
                <a:spcPct val="100000"/>
              </a:lnSpc>
              <a:spcBef>
                <a:spcPts val="1200"/>
              </a:spcBef>
              <a:spcAft>
                <a:spcPts val="0"/>
              </a:spcAft>
              <a:buClrTx/>
              <a:buSzTx/>
              <a:buFont typeface="Arial"/>
              <a:buNone/>
              <a:tabLst/>
              <a:defRPr/>
            </a:pPr>
            <a:r>
              <a:rPr kumimoji="0" lang="en-US" sz="2000" b="1" i="0" u="none" strike="noStrike" kern="1200" cap="none" spc="0" normalizeH="0" baseline="0" noProof="0" dirty="0">
                <a:ln>
                  <a:noFill/>
                </a:ln>
                <a:solidFill>
                  <a:schemeClr val="tx1">
                    <a:lumMod val="65000"/>
                    <a:lumOff val="35000"/>
                  </a:schemeClr>
                </a:solidFill>
                <a:effectLst/>
                <a:uLnTx/>
                <a:uFillTx/>
                <a:latin typeface="Arial" panose="020B0604020202020204" pitchFamily="34" charset="0"/>
                <a:ea typeface="+mn-ea"/>
                <a:cs typeface="Arial" panose="020B0604020202020204" pitchFamily="34" charset="0"/>
              </a:rPr>
              <a:t>Question </a:t>
            </a:r>
            <a:r>
              <a:rPr lang="en-US" b="1" dirty="0">
                <a:solidFill>
                  <a:schemeClr val="tx1">
                    <a:lumMod val="65000"/>
                    <a:lumOff val="35000"/>
                  </a:schemeClr>
                </a:solidFill>
                <a:latin typeface="Arial" panose="020B0604020202020204" pitchFamily="34" charset="0"/>
                <a:cs typeface="Arial" panose="020B0604020202020204" pitchFamily="34" charset="0"/>
              </a:rPr>
              <a:t>14</a:t>
            </a:r>
            <a:r>
              <a:rPr kumimoji="0" lang="en-US" sz="2000" b="1" i="0" u="none" strike="noStrike" kern="1200" cap="none" spc="0" normalizeH="0" baseline="0" noProof="0" dirty="0">
                <a:ln>
                  <a:noFill/>
                </a:ln>
                <a:solidFill>
                  <a:schemeClr val="tx1">
                    <a:lumMod val="65000"/>
                    <a:lumOff val="35000"/>
                  </a:schemeClr>
                </a:solidFill>
                <a:effectLst/>
                <a:uLnTx/>
                <a:uFillTx/>
                <a:latin typeface="Arial" panose="020B0604020202020204" pitchFamily="34" charset="0"/>
                <a:ea typeface="+mn-ea"/>
                <a:cs typeface="Arial" panose="020B0604020202020204" pitchFamily="34" charset="0"/>
              </a:rPr>
              <a:t>:</a:t>
            </a:r>
            <a:endParaRPr kumimoji="0" lang="en-US" sz="2000" b="0" i="0" u="none" strike="noStrike" kern="1200" cap="none" spc="0" normalizeH="0" baseline="0" noProof="0" dirty="0">
              <a:ln>
                <a:noFill/>
              </a:ln>
              <a:solidFill>
                <a:schemeClr val="tx1">
                  <a:lumMod val="65000"/>
                  <a:lumOff val="35000"/>
                </a:schemeClr>
              </a:solidFill>
              <a:effectLst/>
              <a:uLnTx/>
              <a:uFillTx/>
              <a:latin typeface="Arial" panose="020B0604020202020204" pitchFamily="34" charset="0"/>
              <a:ea typeface="+mn-ea"/>
              <a:cs typeface="Arial" panose="020B0604020202020204" pitchFamily="34" charset="0"/>
            </a:endParaRPr>
          </a:p>
          <a:p>
            <a:pPr marL="91440" lvl="0" indent="0">
              <a:spcBef>
                <a:spcPts val="800"/>
              </a:spcBef>
              <a:buNone/>
            </a:pPr>
            <a:r>
              <a:rPr lang="en-US" sz="1800" dirty="0">
                <a:solidFill>
                  <a:schemeClr val="tx1">
                    <a:lumMod val="65000"/>
                    <a:lumOff val="35000"/>
                  </a:schemeClr>
                </a:solidFill>
                <a:latin typeface="Arial" panose="020B0604020202020204" pitchFamily="34" charset="0"/>
                <a:cs typeface="Arial" panose="020B0604020202020204" pitchFamily="34" charset="0"/>
              </a:rPr>
              <a:t>Does the IAASB support the definitions of “deficiency” and “finding,” and is the difference between a “finding” and a “deficiency” clear (see paragraphs 19(a) and 19(gA) of Agenda Item 7-A)?</a:t>
            </a:r>
          </a:p>
          <a:p>
            <a:pPr marL="91440" indent="0">
              <a:buNone/>
            </a:pPr>
            <a:r>
              <a:rPr lang="en-US" b="1" dirty="0">
                <a:solidFill>
                  <a:schemeClr val="tx1">
                    <a:lumMod val="65000"/>
                    <a:lumOff val="35000"/>
                  </a:schemeClr>
                </a:solidFill>
                <a:latin typeface="Arial" panose="020B0604020202020204" pitchFamily="34" charset="0"/>
                <a:cs typeface="Arial" panose="020B0604020202020204" pitchFamily="34" charset="0"/>
              </a:rPr>
              <a:t>Question 15:</a:t>
            </a:r>
            <a:endParaRPr lang="en-US" dirty="0">
              <a:solidFill>
                <a:schemeClr val="tx1">
                  <a:lumMod val="65000"/>
                  <a:lumOff val="35000"/>
                </a:schemeClr>
              </a:solidFill>
              <a:latin typeface="Arial" panose="020B0604020202020204" pitchFamily="34" charset="0"/>
              <a:cs typeface="Arial" panose="020B0604020202020204" pitchFamily="34" charset="0"/>
            </a:endParaRPr>
          </a:p>
          <a:p>
            <a:pPr marL="91440" lvl="0" indent="0">
              <a:spcBef>
                <a:spcPts val="800"/>
              </a:spcBef>
              <a:buNone/>
            </a:pPr>
            <a:r>
              <a:rPr lang="en-US" sz="1800" dirty="0">
                <a:solidFill>
                  <a:schemeClr val="tx1">
                    <a:lumMod val="65000"/>
                    <a:lumOff val="35000"/>
                  </a:schemeClr>
                </a:solidFill>
                <a:latin typeface="Arial" panose="020B0604020202020204" pitchFamily="34" charset="0"/>
                <a:cs typeface="Arial" panose="020B0604020202020204" pitchFamily="34" charset="0"/>
              </a:rPr>
              <a:t>How could the requirements for evaluating findings and identifying deficiencies be made clearer?</a:t>
            </a:r>
          </a:p>
        </p:txBody>
      </p:sp>
    </p:spTree>
    <p:extLst>
      <p:ext uri="{BB962C8B-B14F-4D97-AF65-F5344CB8AC3E}">
        <p14:creationId xmlns:p14="http://schemas.microsoft.com/office/powerpoint/2010/main" val="5330248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88998"/>
            <a:ext cx="12192000" cy="531048"/>
          </a:xfrm>
        </p:spPr>
        <p:txBody>
          <a:bodyPr/>
          <a:lstStyle/>
          <a:p>
            <a:pPr marL="347472"/>
            <a:r>
              <a:rPr lang="en-US" b="1" dirty="0"/>
              <a:t>Evaluating the SOQM: Feedback from Respondents</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MS PGothic" charset="0"/>
              </a:rPr>
              <a:t>Page </a:t>
            </a:r>
            <a:fld id="{A5D50FB3-691B-4551-985A-DEFE3F9B00A3}" type="slidenum">
              <a:rPr kumimoji="0" lang="en-US" sz="900" b="0" i="0" u="none" strike="noStrike" kern="1200" cap="none" spc="0" normalizeH="0" baseline="0" noProof="0" smtClean="0">
                <a:ln>
                  <a:noFill/>
                </a:ln>
                <a:solidFill>
                  <a:srgbClr val="808080"/>
                </a:solidFill>
                <a:effectLst/>
                <a:uLnTx/>
                <a:uFillTx/>
                <a:latin typeface="Arial" panose="020B0604020202020204" pitchFamily="34" charset="0"/>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Arial" panose="020B0604020202020204" pitchFamily="34" charset="0"/>
            </a:endParaRPr>
          </a:p>
        </p:txBody>
      </p:sp>
      <p:pic>
        <p:nvPicPr>
          <p:cNvPr id="5" name="Picture 4">
            <a:extLst>
              <a:ext uri="{FF2B5EF4-FFF2-40B4-BE49-F238E27FC236}">
                <a16:creationId xmlns:a16="http://schemas.microsoft.com/office/drawing/2014/main" id="{408512F3-D6C1-41D4-83BE-578B22B05BB1}"/>
              </a:ext>
            </a:extLst>
          </p:cNvPr>
          <p:cNvPicPr>
            <a:picLocks noChangeAspect="1"/>
          </p:cNvPicPr>
          <p:nvPr/>
        </p:nvPicPr>
        <p:blipFill>
          <a:blip r:embed="rId3"/>
          <a:stretch>
            <a:fillRect/>
          </a:stretch>
        </p:blipFill>
        <p:spPr>
          <a:xfrm>
            <a:off x="2621798" y="1865975"/>
            <a:ext cx="6489928" cy="3899156"/>
          </a:xfrm>
          <a:prstGeom prst="rect">
            <a:avLst/>
          </a:prstGeom>
        </p:spPr>
      </p:pic>
    </p:spTree>
    <p:extLst>
      <p:ext uri="{BB962C8B-B14F-4D97-AF65-F5344CB8AC3E}">
        <p14:creationId xmlns:p14="http://schemas.microsoft.com/office/powerpoint/2010/main" val="27656512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88998"/>
            <a:ext cx="12192000" cy="531048"/>
          </a:xfrm>
        </p:spPr>
        <p:txBody>
          <a:bodyPr/>
          <a:lstStyle/>
          <a:p>
            <a:pPr marL="347472"/>
            <a:r>
              <a:rPr lang="en-US" sz="2400" b="1" dirty="0">
                <a:ln w="0"/>
              </a:rPr>
              <a:t>Evaluating the SOQM</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MS PGothic" charset="0"/>
              </a:rPr>
              <a:t>Page </a:t>
            </a:r>
            <a:fld id="{A5D50FB3-691B-4551-985A-DEFE3F9B00A3}" type="slidenum">
              <a:rPr kumimoji="0" lang="en-US" sz="900" b="0" i="0" u="none" strike="noStrike" kern="1200" cap="none" spc="0" normalizeH="0" baseline="0" noProof="0" smtClean="0">
                <a:ln>
                  <a:noFill/>
                </a:ln>
                <a:solidFill>
                  <a:srgbClr val="808080"/>
                </a:solidFill>
                <a:effectLst/>
                <a:uLnTx/>
                <a:uFillTx/>
                <a:latin typeface="Arial" panose="020B0604020202020204" pitchFamily="34" charset="0"/>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Arial" panose="020B0604020202020204" pitchFamily="34" charset="0"/>
            </a:endParaRPr>
          </a:p>
        </p:txBody>
      </p:sp>
      <p:sp>
        <p:nvSpPr>
          <p:cNvPr id="10" name="Content Placeholder 2">
            <a:extLst>
              <a:ext uri="{FF2B5EF4-FFF2-40B4-BE49-F238E27FC236}">
                <a16:creationId xmlns:a16="http://schemas.microsoft.com/office/drawing/2014/main" id="{C6484B08-BFC1-4FD0-ACDB-93C0FE31F09C}"/>
              </a:ext>
            </a:extLst>
          </p:cNvPr>
          <p:cNvSpPr txBox="1">
            <a:spLocks/>
          </p:cNvSpPr>
          <p:nvPr/>
        </p:nvSpPr>
        <p:spPr>
          <a:xfrm>
            <a:off x="284051" y="1220924"/>
            <a:ext cx="11623898" cy="5048078"/>
          </a:xfrm>
          <a:prstGeom prst="rect">
            <a:avLst/>
          </a:prstGeom>
        </p:spPr>
        <p:txBody>
          <a:bodyPr vert="horz" lIns="121920" tIns="0" rIns="121920" bIns="0" rtlCol="0">
            <a:noAutofit/>
          </a:bodyPr>
          <a:lst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346075" lvl="0" indent="-346075">
              <a:spcBef>
                <a:spcPts val="300"/>
              </a:spcBef>
              <a:spcAft>
                <a:spcPts val="300"/>
              </a:spcAft>
            </a:pPr>
            <a:r>
              <a:rPr lang="en-US" dirty="0">
                <a:solidFill>
                  <a:prstClr val="black">
                    <a:lumMod val="65000"/>
                    <a:lumOff val="35000"/>
                  </a:prstClr>
                </a:solidFill>
              </a:rPr>
              <a:t>Purpose: Reinforces that leadership is responsible for the SOQM </a:t>
            </a:r>
          </a:p>
          <a:p>
            <a:pPr marL="694944" lvl="1" indent="-346075">
              <a:spcBef>
                <a:spcPts val="300"/>
              </a:spcBef>
              <a:spcAft>
                <a:spcPts val="300"/>
              </a:spcAft>
            </a:pPr>
            <a:r>
              <a:rPr lang="en-US" dirty="0">
                <a:solidFill>
                  <a:prstClr val="black">
                    <a:lumMod val="65000"/>
                    <a:lumOff val="35000"/>
                  </a:prstClr>
                </a:solidFill>
              </a:rPr>
              <a:t>Self-review threat does exist, but purpose is for leadership to be responsible, accountable and aware of whether the system is operating so that appropriate action can be taken</a:t>
            </a:r>
          </a:p>
          <a:p>
            <a:pPr marL="346075" lvl="0" indent="-346075">
              <a:spcBef>
                <a:spcPts val="300"/>
              </a:spcBef>
              <a:spcAft>
                <a:spcPts val="300"/>
              </a:spcAft>
            </a:pPr>
            <a:r>
              <a:rPr lang="en-US" dirty="0">
                <a:solidFill>
                  <a:prstClr val="black">
                    <a:lumMod val="65000"/>
                    <a:lumOff val="35000"/>
                  </a:prstClr>
                </a:solidFill>
              </a:rPr>
              <a:t>What is the evaluation of the SOQM – what is focuses on affects the information leadership would use in undertaking the evaluation, and whether it is over a period, or at a point in time</a:t>
            </a:r>
          </a:p>
          <a:p>
            <a:pPr marL="694944" lvl="1" indent="-347472">
              <a:spcBef>
                <a:spcPts val="300"/>
              </a:spcBef>
              <a:spcAft>
                <a:spcPts val="300"/>
              </a:spcAft>
            </a:pPr>
            <a:r>
              <a:rPr lang="en-US" dirty="0">
                <a:solidFill>
                  <a:prstClr val="black">
                    <a:lumMod val="65000"/>
                    <a:lumOff val="35000"/>
                  </a:prstClr>
                </a:solidFill>
              </a:rPr>
              <a:t>Backward-looking: Did the SOQM provide reasonable assurance that engagements performed and reports issued over a period were appropriate?</a:t>
            </a:r>
          </a:p>
          <a:p>
            <a:pPr marL="694944" lvl="1" indent="-347472">
              <a:spcBef>
                <a:spcPts val="300"/>
              </a:spcBef>
              <a:spcAft>
                <a:spcPts val="300"/>
              </a:spcAft>
            </a:pPr>
            <a:r>
              <a:rPr lang="en-US" dirty="0">
                <a:solidFill>
                  <a:prstClr val="black">
                    <a:lumMod val="65000"/>
                    <a:lumOff val="35000"/>
                  </a:prstClr>
                </a:solidFill>
              </a:rPr>
              <a:t>As-of date: Does the SOQM provide reasonable assurance that engagements that are being performed, or that will be performed, and reports to be issued will be appropriate?</a:t>
            </a:r>
          </a:p>
          <a:p>
            <a:pPr marL="0" lvl="0" indent="-347472">
              <a:spcBef>
                <a:spcPts val="300"/>
              </a:spcBef>
              <a:spcAft>
                <a:spcPts val="300"/>
              </a:spcAft>
            </a:pPr>
            <a:r>
              <a:rPr lang="en-US" dirty="0">
                <a:solidFill>
                  <a:prstClr val="black">
                    <a:lumMod val="65000"/>
                    <a:lumOff val="35000"/>
                  </a:prstClr>
                </a:solidFill>
              </a:rPr>
              <a:t>Performance evaluations of leadership relocated to this section</a:t>
            </a:r>
          </a:p>
          <a:p>
            <a:pPr marL="694944" lvl="1" indent="-347472">
              <a:spcBef>
                <a:spcPts val="300"/>
              </a:spcBef>
              <a:spcAft>
                <a:spcPts val="300"/>
              </a:spcAft>
            </a:pPr>
            <a:r>
              <a:rPr lang="en-US" dirty="0">
                <a:solidFill>
                  <a:prstClr val="black">
                    <a:lumMod val="65000"/>
                    <a:lumOff val="35000"/>
                  </a:prstClr>
                </a:solidFill>
              </a:rPr>
              <a:t>Evaluation of the SOQM may be an indicator of the performance of leadership</a:t>
            </a:r>
          </a:p>
          <a:p>
            <a:pPr marL="694944" lvl="1" indent="-347472">
              <a:spcBef>
                <a:spcPts val="300"/>
              </a:spcBef>
              <a:spcAft>
                <a:spcPts val="300"/>
              </a:spcAft>
            </a:pPr>
            <a:r>
              <a:rPr lang="en-US" dirty="0">
                <a:solidFill>
                  <a:prstClr val="black">
                    <a:lumMod val="65000"/>
                    <a:lumOff val="35000"/>
                  </a:prstClr>
                </a:solidFill>
              </a:rPr>
              <a:t>Reinforces leadership’s responsibility for the SOQM</a:t>
            </a:r>
          </a:p>
          <a:p>
            <a:pPr marL="0" lvl="0" indent="-347472">
              <a:spcBef>
                <a:spcPts val="300"/>
              </a:spcBef>
              <a:spcAft>
                <a:spcPts val="300"/>
              </a:spcAft>
            </a:pPr>
            <a:endParaRPr kumimoji="0" lang="en-US" sz="2000" b="0" i="0" u="none" strike="noStrike" kern="1200" cap="none" spc="0" normalizeH="0" baseline="0" noProof="0" dirty="0">
              <a:ln>
                <a:noFill/>
              </a:ln>
              <a:solidFill>
                <a:prstClr val="black">
                  <a:lumMod val="65000"/>
                  <a:lumOff val="35000"/>
                </a:prstClr>
              </a:solidFill>
              <a:effectLst/>
              <a:uLnTx/>
              <a:uFillTx/>
              <a:latin typeface="Arial" panose="020B0604020202020204" pitchFamily="34" charset="0"/>
              <a:ea typeface="+mn-ea"/>
              <a:cs typeface="Arial" panose="020B0604020202020204" pitchFamily="34" charset="0"/>
            </a:endParaRPr>
          </a:p>
          <a:p>
            <a:pPr marL="457189" marR="0" lvl="2" indent="0" algn="l" defTabSz="457189" rtl="0" eaLnBrk="1" fontAlgn="auto" latinLnBrk="0" hangingPunct="1">
              <a:lnSpc>
                <a:spcPct val="100000"/>
              </a:lnSpc>
              <a:spcBef>
                <a:spcPts val="300"/>
              </a:spcBef>
              <a:spcAft>
                <a:spcPts val="300"/>
              </a:spcAft>
              <a:buClrTx/>
              <a:buSzTx/>
              <a:buFont typeface="Arial"/>
              <a:buNone/>
              <a:tabLst/>
              <a:defRPr/>
            </a:pPr>
            <a:endParaRPr kumimoji="0" lang="en-US" sz="1600" b="0" i="0" u="none" strike="noStrike" kern="1200" cap="none" spc="0" normalizeH="0" baseline="0" noProof="0" dirty="0">
              <a:ln>
                <a:noFill/>
              </a:ln>
              <a:solidFill>
                <a:prstClr val="black">
                  <a:lumMod val="65000"/>
                  <a:lumOff val="35000"/>
                </a:prstClr>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2939479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68411"/>
            <a:ext cx="12192000" cy="531048"/>
          </a:xfrm>
        </p:spPr>
        <p:txBody>
          <a:bodyPr/>
          <a:lstStyle/>
          <a:p>
            <a:pPr marL="347472"/>
            <a:r>
              <a:rPr lang="en-US" b="1" dirty="0">
                <a:ln w="0"/>
              </a:rPr>
              <a:t>Monitoring and Remediation Process: Findings and Deficiencies</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MS PGothic" charset="0"/>
              </a:rPr>
              <a:t>Page </a:t>
            </a:r>
            <a:fld id="{A5D50FB3-691B-4551-985A-DEFE3F9B00A3}" type="slidenum">
              <a:rPr kumimoji="0" lang="en-US" sz="900" b="0" i="0" u="none" strike="noStrike" kern="1200" cap="none" spc="0" normalizeH="0" baseline="0" noProof="0" smtClean="0">
                <a:ln>
                  <a:noFill/>
                </a:ln>
                <a:solidFill>
                  <a:srgbClr val="808080"/>
                </a:solidFill>
                <a:effectLst/>
                <a:uLnTx/>
                <a:uFillTx/>
                <a:latin typeface="Arial" panose="020B0604020202020204" pitchFamily="34" charset="0"/>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Arial" panose="020B0604020202020204" pitchFamily="34" charset="0"/>
            </a:endParaRPr>
          </a:p>
        </p:txBody>
      </p:sp>
      <p:sp>
        <p:nvSpPr>
          <p:cNvPr id="5" name="Content Placeholder 6">
            <a:extLst>
              <a:ext uri="{FF2B5EF4-FFF2-40B4-BE49-F238E27FC236}">
                <a16:creationId xmlns:a16="http://schemas.microsoft.com/office/drawing/2014/main" id="{8502C6ED-5046-46D5-854E-3DE0EBBC44C6}"/>
              </a:ext>
            </a:extLst>
          </p:cNvPr>
          <p:cNvSpPr txBox="1">
            <a:spLocks/>
          </p:cNvSpPr>
          <p:nvPr/>
        </p:nvSpPr>
        <p:spPr>
          <a:xfrm>
            <a:off x="304068" y="1437600"/>
            <a:ext cx="11203029" cy="4134861"/>
          </a:xfrm>
          <a:prstGeom prst="roundRect">
            <a:avLst/>
          </a:prstGeom>
          <a:ln w="25400" cap="flat" cmpd="sng" algn="ctr">
            <a:solidFill>
              <a:schemeClr val="bg1">
                <a:lumMod val="50000"/>
              </a:schemeClr>
            </a:solidFill>
            <a:prstDash val="solid"/>
          </a:ln>
        </p:spPr>
        <p:style>
          <a:lnRef idx="2">
            <a:schemeClr val="dk1"/>
          </a:lnRef>
          <a:fillRef idx="1">
            <a:schemeClr val="lt1"/>
          </a:fillRef>
          <a:effectRef idx="0">
            <a:schemeClr val="dk1"/>
          </a:effectRef>
          <a:fontRef idx="minor">
            <a:schemeClr val="dk1"/>
          </a:fontRef>
        </p:style>
        <p:txBody>
          <a:bodyPr rtlCol="0" anchor="ctr"/>
          <a:lstStyle>
            <a:lvl1pPr marL="173034" indent="-173034" algn="l" defTabSz="457189" rtl="0" eaLnBrk="1" latinLnBrk="0" hangingPunct="1">
              <a:spcBef>
                <a:spcPts val="1200"/>
              </a:spcBef>
              <a:buFont typeface="Arial"/>
              <a:buChar char="•"/>
              <a:defRPr sz="2000" kern="1200">
                <a:solidFill>
                  <a:schemeClr val="dk1"/>
                </a:solidFill>
                <a:latin typeface="+mn-lt"/>
                <a:ea typeface="+mn-ea"/>
                <a:cs typeface="+mn-cs"/>
              </a:defRPr>
            </a:lvl1pPr>
            <a:lvl2pPr marL="457189" indent="-228594" algn="l" defTabSz="457189" rtl="0" eaLnBrk="1" latinLnBrk="0" hangingPunct="1">
              <a:spcBef>
                <a:spcPts val="600"/>
              </a:spcBef>
              <a:spcAft>
                <a:spcPts val="400"/>
              </a:spcAft>
              <a:buFont typeface="Arial"/>
              <a:buChar char="–"/>
              <a:defRPr sz="1800" kern="1200">
                <a:solidFill>
                  <a:schemeClr val="dk1"/>
                </a:solidFill>
                <a:latin typeface="+mn-lt"/>
                <a:ea typeface="+mn-ea"/>
                <a:cs typeface="+mn-cs"/>
              </a:defRPr>
            </a:lvl2pPr>
            <a:lvl3pPr marL="630223" indent="-171446" algn="l" defTabSz="457189" rtl="0" eaLnBrk="1" latinLnBrk="0" hangingPunct="1">
              <a:spcBef>
                <a:spcPct val="20000"/>
              </a:spcBef>
              <a:buFont typeface="Arial"/>
              <a:buChar char="•"/>
              <a:defRPr sz="1600" kern="1200">
                <a:solidFill>
                  <a:schemeClr val="dk1"/>
                </a:solidFill>
                <a:latin typeface="+mn-lt"/>
                <a:ea typeface="+mn-ea"/>
                <a:cs typeface="+mn-cs"/>
              </a:defRPr>
            </a:lvl3pPr>
            <a:lvl4pPr marL="1600160" indent="-228594" algn="l" defTabSz="457189" rtl="0" eaLnBrk="1" latinLnBrk="0" hangingPunct="1">
              <a:spcBef>
                <a:spcPct val="20000"/>
              </a:spcBef>
              <a:buFont typeface="Arial"/>
              <a:buChar char="–"/>
              <a:defRPr sz="1400" kern="1200">
                <a:solidFill>
                  <a:schemeClr val="dk1"/>
                </a:solidFill>
                <a:latin typeface="+mn-lt"/>
                <a:ea typeface="+mn-ea"/>
                <a:cs typeface="+mn-cs"/>
              </a:defRPr>
            </a:lvl4pPr>
            <a:lvl5pPr marL="2057349" indent="-228594" algn="l" defTabSz="457189" rtl="0" eaLnBrk="1" latinLnBrk="0" hangingPunct="1">
              <a:spcBef>
                <a:spcPct val="20000"/>
              </a:spcBef>
              <a:buFont typeface="Arial"/>
              <a:buChar char="»"/>
              <a:defRPr sz="1400" kern="1200">
                <a:solidFill>
                  <a:schemeClr val="dk1"/>
                </a:solidFill>
                <a:latin typeface="+mn-lt"/>
                <a:ea typeface="+mn-ea"/>
                <a:cs typeface="+mn-cs"/>
              </a:defRPr>
            </a:lvl5pPr>
            <a:lvl6pPr marL="2514537" indent="-228594" algn="l" defTabSz="457189" rtl="0" eaLnBrk="1" latinLnBrk="0" hangingPunct="1">
              <a:spcBef>
                <a:spcPct val="20000"/>
              </a:spcBef>
              <a:buFont typeface="Arial"/>
              <a:buChar char="•"/>
              <a:defRPr sz="2000" kern="1200">
                <a:solidFill>
                  <a:schemeClr val="dk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dk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dk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dk1"/>
                </a:solidFill>
                <a:latin typeface="+mn-lt"/>
                <a:ea typeface="+mn-ea"/>
                <a:cs typeface="+mn-cs"/>
              </a:defRPr>
            </a:lvl9pPr>
          </a:lstStyle>
          <a:p>
            <a:pPr marL="91440" marR="0" lvl="0" indent="0" algn="l" defTabSz="457189" rtl="0" eaLnBrk="1" fontAlgn="auto" latinLnBrk="0" hangingPunct="1">
              <a:lnSpc>
                <a:spcPct val="100000"/>
              </a:lnSpc>
              <a:spcBef>
                <a:spcPts val="1200"/>
              </a:spcBef>
              <a:spcAft>
                <a:spcPts val="0"/>
              </a:spcAft>
              <a:buClrTx/>
              <a:buSzTx/>
              <a:buFont typeface="Arial"/>
              <a:buNone/>
              <a:tabLst/>
              <a:defRPr/>
            </a:pPr>
            <a:r>
              <a:rPr kumimoji="0" lang="en-US" sz="2000" b="1" i="0" u="none" strike="noStrike" kern="1200" cap="none" spc="0" normalizeH="0" baseline="0" noProof="0" dirty="0">
                <a:ln>
                  <a:noFill/>
                </a:ln>
                <a:solidFill>
                  <a:schemeClr val="tx1">
                    <a:lumMod val="65000"/>
                    <a:lumOff val="35000"/>
                  </a:schemeClr>
                </a:solidFill>
                <a:effectLst/>
                <a:uLnTx/>
                <a:uFillTx/>
                <a:latin typeface="Arial" panose="020B0604020202020204" pitchFamily="34" charset="0"/>
                <a:ea typeface="+mn-ea"/>
                <a:cs typeface="Arial" panose="020B0604020202020204" pitchFamily="34" charset="0"/>
              </a:rPr>
              <a:t>Question </a:t>
            </a:r>
            <a:r>
              <a:rPr lang="en-US" b="1" dirty="0">
                <a:solidFill>
                  <a:schemeClr val="tx1">
                    <a:lumMod val="65000"/>
                    <a:lumOff val="35000"/>
                  </a:schemeClr>
                </a:solidFill>
                <a:latin typeface="Arial" panose="020B0604020202020204" pitchFamily="34" charset="0"/>
                <a:cs typeface="Arial" panose="020B0604020202020204" pitchFamily="34" charset="0"/>
              </a:rPr>
              <a:t>16</a:t>
            </a:r>
            <a:r>
              <a:rPr kumimoji="0" lang="en-US" sz="2000" b="1" i="0" u="none" strike="noStrike" kern="1200" cap="none" spc="0" normalizeH="0" baseline="0" noProof="0" dirty="0">
                <a:ln>
                  <a:noFill/>
                </a:ln>
                <a:solidFill>
                  <a:schemeClr val="tx1">
                    <a:lumMod val="65000"/>
                    <a:lumOff val="35000"/>
                  </a:schemeClr>
                </a:solidFill>
                <a:effectLst/>
                <a:uLnTx/>
                <a:uFillTx/>
                <a:latin typeface="Arial" panose="020B0604020202020204" pitchFamily="34" charset="0"/>
                <a:ea typeface="+mn-ea"/>
                <a:cs typeface="Arial" panose="020B0604020202020204" pitchFamily="34" charset="0"/>
              </a:rPr>
              <a:t>:</a:t>
            </a:r>
            <a:endParaRPr kumimoji="0" lang="en-US" sz="2000" b="0" i="0" u="none" strike="noStrike" kern="1200" cap="none" spc="0" normalizeH="0" baseline="0" noProof="0" dirty="0">
              <a:ln>
                <a:noFill/>
              </a:ln>
              <a:solidFill>
                <a:schemeClr val="tx1">
                  <a:lumMod val="65000"/>
                  <a:lumOff val="35000"/>
                </a:schemeClr>
              </a:solidFill>
              <a:effectLst/>
              <a:uLnTx/>
              <a:uFillTx/>
              <a:latin typeface="Arial" panose="020B0604020202020204" pitchFamily="34" charset="0"/>
              <a:ea typeface="+mn-ea"/>
              <a:cs typeface="Arial" panose="020B0604020202020204" pitchFamily="34" charset="0"/>
            </a:endParaRPr>
          </a:p>
          <a:p>
            <a:pPr marL="91440" lvl="0" indent="0">
              <a:spcBef>
                <a:spcPts val="800"/>
              </a:spcBef>
              <a:buNone/>
            </a:pPr>
            <a:r>
              <a:rPr lang="en-US" sz="1800" dirty="0">
                <a:solidFill>
                  <a:schemeClr val="tx1">
                    <a:lumMod val="65000"/>
                    <a:lumOff val="35000"/>
                  </a:schemeClr>
                </a:solidFill>
                <a:latin typeface="Arial" panose="020B0604020202020204" pitchFamily="34" charset="0"/>
                <a:cs typeface="Arial" panose="020B0604020202020204" pitchFamily="34" charset="0"/>
              </a:rPr>
              <a:t>Does the IAASB support the intended purpose of the evaluation of the SOQM, i.e., that it reinforces the responsibility and accountability of firm leadership for the SOQM and their responsibility to take further action in response to the outcome of the evaluation?</a:t>
            </a:r>
          </a:p>
          <a:p>
            <a:pPr marL="91440" indent="0">
              <a:buNone/>
            </a:pPr>
            <a:r>
              <a:rPr lang="en-US" b="1" dirty="0">
                <a:solidFill>
                  <a:schemeClr val="tx1">
                    <a:lumMod val="65000"/>
                    <a:lumOff val="35000"/>
                  </a:schemeClr>
                </a:solidFill>
                <a:latin typeface="Arial" panose="020B0604020202020204" pitchFamily="34" charset="0"/>
                <a:cs typeface="Arial" panose="020B0604020202020204" pitchFamily="34" charset="0"/>
              </a:rPr>
              <a:t>Question 17:</a:t>
            </a:r>
            <a:endParaRPr lang="en-US" dirty="0">
              <a:solidFill>
                <a:schemeClr val="tx1">
                  <a:lumMod val="65000"/>
                  <a:lumOff val="35000"/>
                </a:schemeClr>
              </a:solidFill>
              <a:latin typeface="Arial" panose="020B0604020202020204" pitchFamily="34" charset="0"/>
              <a:cs typeface="Arial" panose="020B0604020202020204" pitchFamily="34" charset="0"/>
            </a:endParaRPr>
          </a:p>
          <a:p>
            <a:pPr marL="91440" lvl="0" indent="0">
              <a:spcBef>
                <a:spcPts val="800"/>
              </a:spcBef>
              <a:buNone/>
            </a:pPr>
            <a:r>
              <a:rPr lang="en-US" sz="1800" dirty="0">
                <a:solidFill>
                  <a:schemeClr val="tx1">
                    <a:lumMod val="65000"/>
                    <a:lumOff val="35000"/>
                  </a:schemeClr>
                </a:solidFill>
                <a:latin typeface="Arial" panose="020B0604020202020204" pitchFamily="34" charset="0"/>
                <a:cs typeface="Arial" panose="020B0604020202020204" pitchFamily="34" charset="0"/>
              </a:rPr>
              <a:t>The IAASB is asked to share their views what the evaluation of the SOQM should be focused on in the standard, i.e.:</a:t>
            </a:r>
          </a:p>
          <a:p>
            <a:pPr marL="461963" lvl="0" indent="-371475">
              <a:spcBef>
                <a:spcPts val="800"/>
              </a:spcBef>
              <a:buAutoNum type="alphaLcParenBoth"/>
            </a:pPr>
            <a:r>
              <a:rPr lang="en-US" sz="1800" dirty="0">
                <a:solidFill>
                  <a:schemeClr val="tx1">
                    <a:lumMod val="65000"/>
                    <a:lumOff val="35000"/>
                  </a:schemeClr>
                </a:solidFill>
                <a:latin typeface="Arial" panose="020B0604020202020204" pitchFamily="34" charset="0"/>
                <a:cs typeface="Arial" panose="020B0604020202020204" pitchFamily="34" charset="0"/>
              </a:rPr>
              <a:t>The evaluation determines whether the system provides reasonable assurance that the objectives of the system have been achieved over a period of time; or</a:t>
            </a:r>
          </a:p>
          <a:p>
            <a:pPr marL="461963" lvl="0" indent="-371475">
              <a:spcBef>
                <a:spcPts val="800"/>
              </a:spcBef>
              <a:buAutoNum type="alphaLcParenBoth"/>
            </a:pPr>
            <a:r>
              <a:rPr lang="en-US" sz="1800" dirty="0">
                <a:solidFill>
                  <a:schemeClr val="tx1">
                    <a:lumMod val="65000"/>
                    <a:lumOff val="35000"/>
                  </a:schemeClr>
                </a:solidFill>
                <a:latin typeface="Arial" panose="020B0604020202020204" pitchFamily="34" charset="0"/>
                <a:cs typeface="Arial" panose="020B0604020202020204" pitchFamily="34" charset="0"/>
              </a:rPr>
              <a:t>The evaluation determines whether the system provides reasonable assurance that the objectives of the system will be achieved?</a:t>
            </a:r>
          </a:p>
        </p:txBody>
      </p:sp>
    </p:spTree>
    <p:extLst>
      <p:ext uri="{BB962C8B-B14F-4D97-AF65-F5344CB8AC3E}">
        <p14:creationId xmlns:p14="http://schemas.microsoft.com/office/powerpoint/2010/main" val="40942956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88998"/>
            <a:ext cx="12192000" cy="531048"/>
          </a:xfrm>
        </p:spPr>
        <p:txBody>
          <a:bodyPr/>
          <a:lstStyle/>
          <a:p>
            <a:pPr marL="347472"/>
            <a:r>
              <a:rPr lang="en-US" sz="2400" b="1" dirty="0">
                <a:ln w="0"/>
              </a:rPr>
              <a:t>Governance and Leadership</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MS PGothic" charset="0"/>
              </a:rPr>
              <a:t>Page </a:t>
            </a:r>
            <a:fld id="{A5D50FB3-691B-4551-985A-DEFE3F9B00A3}" type="slidenum">
              <a:rPr kumimoji="0" lang="en-US" sz="900" b="0" i="0" u="none" strike="noStrike" kern="1200" cap="none" spc="0" normalizeH="0" baseline="0" noProof="0" smtClean="0">
                <a:ln>
                  <a:noFill/>
                </a:ln>
                <a:solidFill>
                  <a:srgbClr val="808080"/>
                </a:solidFill>
                <a:effectLst/>
                <a:uLnTx/>
                <a:uFillTx/>
                <a:latin typeface="Arial" panose="020B0604020202020204" pitchFamily="34" charset="0"/>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Arial" panose="020B0604020202020204" pitchFamily="34" charset="0"/>
            </a:endParaRPr>
          </a:p>
        </p:txBody>
      </p:sp>
      <p:pic>
        <p:nvPicPr>
          <p:cNvPr id="3" name="Picture 2">
            <a:extLst>
              <a:ext uri="{FF2B5EF4-FFF2-40B4-BE49-F238E27FC236}">
                <a16:creationId xmlns:a16="http://schemas.microsoft.com/office/drawing/2014/main" id="{A79FD773-FAC8-41D4-8C34-52BBA3FFB7C3}"/>
              </a:ext>
            </a:extLst>
          </p:cNvPr>
          <p:cNvPicPr>
            <a:picLocks noChangeAspect="1"/>
          </p:cNvPicPr>
          <p:nvPr/>
        </p:nvPicPr>
        <p:blipFill>
          <a:blip r:embed="rId3"/>
          <a:stretch>
            <a:fillRect/>
          </a:stretch>
        </p:blipFill>
        <p:spPr>
          <a:xfrm>
            <a:off x="2928670" y="1777583"/>
            <a:ext cx="6334659" cy="3800796"/>
          </a:xfrm>
          <a:prstGeom prst="rect">
            <a:avLst/>
          </a:prstGeom>
        </p:spPr>
      </p:pic>
    </p:spTree>
    <p:extLst>
      <p:ext uri="{BB962C8B-B14F-4D97-AF65-F5344CB8AC3E}">
        <p14:creationId xmlns:p14="http://schemas.microsoft.com/office/powerpoint/2010/main" val="21783785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68411"/>
            <a:ext cx="12192000" cy="531048"/>
          </a:xfrm>
        </p:spPr>
        <p:txBody>
          <a:bodyPr/>
          <a:lstStyle/>
          <a:p>
            <a:pPr marL="347472"/>
            <a:r>
              <a:rPr lang="en-US" b="1" dirty="0">
                <a:ln w="0"/>
              </a:rPr>
              <a:t>Governance and Leadership</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MS PGothic" charset="0"/>
              </a:rPr>
              <a:t>Page </a:t>
            </a:r>
            <a:fld id="{A5D50FB3-691B-4551-985A-DEFE3F9B00A3}" type="slidenum">
              <a:rPr kumimoji="0" lang="en-US" sz="900" b="0" i="0" u="none" strike="noStrike" kern="1200" cap="none" spc="0" normalizeH="0" baseline="0" noProof="0" smtClean="0">
                <a:ln>
                  <a:noFill/>
                </a:ln>
                <a:solidFill>
                  <a:srgbClr val="808080"/>
                </a:solidFill>
                <a:effectLst/>
                <a:uLnTx/>
                <a:uFillTx/>
                <a:latin typeface="Arial" panose="020B0604020202020204" pitchFamily="34" charset="0"/>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Arial" panose="020B0604020202020204" pitchFamily="34" charset="0"/>
            </a:endParaRPr>
          </a:p>
        </p:txBody>
      </p:sp>
      <p:sp>
        <p:nvSpPr>
          <p:cNvPr id="5" name="Content Placeholder 6">
            <a:extLst>
              <a:ext uri="{FF2B5EF4-FFF2-40B4-BE49-F238E27FC236}">
                <a16:creationId xmlns:a16="http://schemas.microsoft.com/office/drawing/2014/main" id="{8502C6ED-5046-46D5-854E-3DE0EBBC44C6}"/>
              </a:ext>
            </a:extLst>
          </p:cNvPr>
          <p:cNvSpPr txBox="1">
            <a:spLocks/>
          </p:cNvSpPr>
          <p:nvPr/>
        </p:nvSpPr>
        <p:spPr>
          <a:xfrm>
            <a:off x="304068" y="1437601"/>
            <a:ext cx="11203029" cy="1682118"/>
          </a:xfrm>
          <a:prstGeom prst="roundRect">
            <a:avLst/>
          </a:prstGeom>
          <a:ln w="25400" cap="flat" cmpd="sng" algn="ctr">
            <a:solidFill>
              <a:schemeClr val="bg1">
                <a:lumMod val="50000"/>
              </a:schemeClr>
            </a:solidFill>
            <a:prstDash val="solid"/>
          </a:ln>
        </p:spPr>
        <p:style>
          <a:lnRef idx="2">
            <a:schemeClr val="dk1"/>
          </a:lnRef>
          <a:fillRef idx="1">
            <a:schemeClr val="lt1"/>
          </a:fillRef>
          <a:effectRef idx="0">
            <a:schemeClr val="dk1"/>
          </a:effectRef>
          <a:fontRef idx="minor">
            <a:schemeClr val="dk1"/>
          </a:fontRef>
        </p:style>
        <p:txBody>
          <a:bodyPr rtlCol="0" anchor="ctr"/>
          <a:lstStyle>
            <a:lvl1pPr marL="173034" indent="-173034" algn="l" defTabSz="457189" rtl="0" eaLnBrk="1" latinLnBrk="0" hangingPunct="1">
              <a:spcBef>
                <a:spcPts val="1200"/>
              </a:spcBef>
              <a:buFont typeface="Arial"/>
              <a:buChar char="•"/>
              <a:defRPr sz="2000" kern="1200">
                <a:solidFill>
                  <a:schemeClr val="dk1"/>
                </a:solidFill>
                <a:latin typeface="+mn-lt"/>
                <a:ea typeface="+mn-ea"/>
                <a:cs typeface="+mn-cs"/>
              </a:defRPr>
            </a:lvl1pPr>
            <a:lvl2pPr marL="457189" indent="-228594" algn="l" defTabSz="457189" rtl="0" eaLnBrk="1" latinLnBrk="0" hangingPunct="1">
              <a:spcBef>
                <a:spcPts val="600"/>
              </a:spcBef>
              <a:spcAft>
                <a:spcPts val="400"/>
              </a:spcAft>
              <a:buFont typeface="Arial"/>
              <a:buChar char="–"/>
              <a:defRPr sz="1800" kern="1200">
                <a:solidFill>
                  <a:schemeClr val="dk1"/>
                </a:solidFill>
                <a:latin typeface="+mn-lt"/>
                <a:ea typeface="+mn-ea"/>
                <a:cs typeface="+mn-cs"/>
              </a:defRPr>
            </a:lvl2pPr>
            <a:lvl3pPr marL="630223" indent="-171446" algn="l" defTabSz="457189" rtl="0" eaLnBrk="1" latinLnBrk="0" hangingPunct="1">
              <a:spcBef>
                <a:spcPct val="20000"/>
              </a:spcBef>
              <a:buFont typeface="Arial"/>
              <a:buChar char="•"/>
              <a:defRPr sz="1600" kern="1200">
                <a:solidFill>
                  <a:schemeClr val="dk1"/>
                </a:solidFill>
                <a:latin typeface="+mn-lt"/>
                <a:ea typeface="+mn-ea"/>
                <a:cs typeface="+mn-cs"/>
              </a:defRPr>
            </a:lvl3pPr>
            <a:lvl4pPr marL="1600160" indent="-228594" algn="l" defTabSz="457189" rtl="0" eaLnBrk="1" latinLnBrk="0" hangingPunct="1">
              <a:spcBef>
                <a:spcPct val="20000"/>
              </a:spcBef>
              <a:buFont typeface="Arial"/>
              <a:buChar char="–"/>
              <a:defRPr sz="1400" kern="1200">
                <a:solidFill>
                  <a:schemeClr val="dk1"/>
                </a:solidFill>
                <a:latin typeface="+mn-lt"/>
                <a:ea typeface="+mn-ea"/>
                <a:cs typeface="+mn-cs"/>
              </a:defRPr>
            </a:lvl4pPr>
            <a:lvl5pPr marL="2057349" indent="-228594" algn="l" defTabSz="457189" rtl="0" eaLnBrk="1" latinLnBrk="0" hangingPunct="1">
              <a:spcBef>
                <a:spcPct val="20000"/>
              </a:spcBef>
              <a:buFont typeface="Arial"/>
              <a:buChar char="»"/>
              <a:defRPr sz="1400" kern="1200">
                <a:solidFill>
                  <a:schemeClr val="dk1"/>
                </a:solidFill>
                <a:latin typeface="+mn-lt"/>
                <a:ea typeface="+mn-ea"/>
                <a:cs typeface="+mn-cs"/>
              </a:defRPr>
            </a:lvl5pPr>
            <a:lvl6pPr marL="2514537" indent="-228594" algn="l" defTabSz="457189" rtl="0" eaLnBrk="1" latinLnBrk="0" hangingPunct="1">
              <a:spcBef>
                <a:spcPct val="20000"/>
              </a:spcBef>
              <a:buFont typeface="Arial"/>
              <a:buChar char="•"/>
              <a:defRPr sz="2000" kern="1200">
                <a:solidFill>
                  <a:schemeClr val="dk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dk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dk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dk1"/>
                </a:solidFill>
                <a:latin typeface="+mn-lt"/>
                <a:ea typeface="+mn-ea"/>
                <a:cs typeface="+mn-cs"/>
              </a:defRPr>
            </a:lvl9pPr>
          </a:lstStyle>
          <a:p>
            <a:pPr marL="91440" marR="0" lvl="0" indent="0" algn="l" defTabSz="457189" rtl="0" eaLnBrk="1" fontAlgn="auto" latinLnBrk="0" hangingPunct="1">
              <a:lnSpc>
                <a:spcPct val="100000"/>
              </a:lnSpc>
              <a:spcBef>
                <a:spcPts val="1200"/>
              </a:spcBef>
              <a:spcAft>
                <a:spcPts val="0"/>
              </a:spcAft>
              <a:buClrTx/>
              <a:buSzTx/>
              <a:buFont typeface="Arial"/>
              <a:buNone/>
              <a:tabLst/>
              <a:defRPr/>
            </a:pPr>
            <a:r>
              <a:rPr kumimoji="0" lang="en-US" sz="2000" b="1" i="0" u="none" strike="noStrike" kern="1200" cap="none" spc="0" normalizeH="0" baseline="0" noProof="0" dirty="0">
                <a:ln>
                  <a:noFill/>
                </a:ln>
                <a:solidFill>
                  <a:schemeClr val="tx1">
                    <a:lumMod val="65000"/>
                    <a:lumOff val="35000"/>
                  </a:schemeClr>
                </a:solidFill>
                <a:effectLst/>
                <a:uLnTx/>
                <a:uFillTx/>
                <a:latin typeface="Arial" panose="020B0604020202020204" pitchFamily="34" charset="0"/>
                <a:ea typeface="+mn-ea"/>
                <a:cs typeface="Arial" panose="020B0604020202020204" pitchFamily="34" charset="0"/>
              </a:rPr>
              <a:t>Question </a:t>
            </a:r>
            <a:r>
              <a:rPr lang="en-US" b="1" dirty="0">
                <a:solidFill>
                  <a:schemeClr val="tx1">
                    <a:lumMod val="65000"/>
                    <a:lumOff val="35000"/>
                  </a:schemeClr>
                </a:solidFill>
                <a:latin typeface="Arial" panose="020B0604020202020204" pitchFamily="34" charset="0"/>
                <a:cs typeface="Arial" panose="020B0604020202020204" pitchFamily="34" charset="0"/>
              </a:rPr>
              <a:t>18</a:t>
            </a:r>
            <a:r>
              <a:rPr kumimoji="0" lang="en-US" sz="2000" b="1" i="0" u="none" strike="noStrike" kern="1200" cap="none" spc="0" normalizeH="0" baseline="0" noProof="0" dirty="0">
                <a:ln>
                  <a:noFill/>
                </a:ln>
                <a:solidFill>
                  <a:schemeClr val="tx1">
                    <a:lumMod val="65000"/>
                    <a:lumOff val="35000"/>
                  </a:schemeClr>
                </a:solidFill>
                <a:effectLst/>
                <a:uLnTx/>
                <a:uFillTx/>
                <a:latin typeface="Arial" panose="020B0604020202020204" pitchFamily="34" charset="0"/>
                <a:ea typeface="+mn-ea"/>
                <a:cs typeface="Arial" panose="020B0604020202020204" pitchFamily="34" charset="0"/>
              </a:rPr>
              <a:t>:</a:t>
            </a:r>
            <a:endParaRPr kumimoji="0" lang="en-US" sz="2000" b="0" i="0" u="none" strike="noStrike" kern="1200" cap="none" spc="0" normalizeH="0" baseline="0" noProof="0" dirty="0">
              <a:ln>
                <a:noFill/>
              </a:ln>
              <a:solidFill>
                <a:schemeClr val="tx1">
                  <a:lumMod val="65000"/>
                  <a:lumOff val="35000"/>
                </a:schemeClr>
              </a:solidFill>
              <a:effectLst/>
              <a:uLnTx/>
              <a:uFillTx/>
              <a:latin typeface="Arial" panose="020B0604020202020204" pitchFamily="34" charset="0"/>
              <a:ea typeface="+mn-ea"/>
              <a:cs typeface="Arial" panose="020B0604020202020204" pitchFamily="34" charset="0"/>
            </a:endParaRPr>
          </a:p>
          <a:p>
            <a:pPr marL="91440" lvl="0" indent="0">
              <a:spcBef>
                <a:spcPts val="800"/>
              </a:spcBef>
              <a:buNone/>
            </a:pPr>
            <a:r>
              <a:rPr lang="en-US" sz="1800" dirty="0">
                <a:solidFill>
                  <a:schemeClr val="tx1">
                    <a:lumMod val="65000"/>
                    <a:lumOff val="35000"/>
                  </a:schemeClr>
                </a:solidFill>
                <a:latin typeface="Arial" panose="020B0604020202020204" pitchFamily="34" charset="0"/>
                <a:cs typeface="Arial" panose="020B0604020202020204" pitchFamily="34" charset="0"/>
              </a:rPr>
              <a:t>Does the IAASB agree with the revised quality objectives for governance and leadership in paragraph 23 of Agenda Item 7-A?</a:t>
            </a:r>
          </a:p>
        </p:txBody>
      </p:sp>
    </p:spTree>
    <p:extLst>
      <p:ext uri="{BB962C8B-B14F-4D97-AF65-F5344CB8AC3E}">
        <p14:creationId xmlns:p14="http://schemas.microsoft.com/office/powerpoint/2010/main" val="20712257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88998"/>
            <a:ext cx="12192000" cy="531048"/>
          </a:xfrm>
        </p:spPr>
        <p:txBody>
          <a:bodyPr/>
          <a:lstStyle/>
          <a:p>
            <a:pPr marL="347472"/>
            <a:r>
              <a:rPr lang="en-US" sz="2400" b="1" dirty="0">
                <a:ln w="0"/>
              </a:rPr>
              <a:t>Engagement Performance</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MS PGothic" charset="0"/>
              </a:rPr>
              <a:t>Page </a:t>
            </a:r>
            <a:fld id="{A5D50FB3-691B-4551-985A-DEFE3F9B00A3}" type="slidenum">
              <a:rPr kumimoji="0" lang="en-US" sz="900" b="0" i="0" u="none" strike="noStrike" kern="1200" cap="none" spc="0" normalizeH="0" baseline="0" noProof="0" smtClean="0">
                <a:ln>
                  <a:noFill/>
                </a:ln>
                <a:solidFill>
                  <a:srgbClr val="808080"/>
                </a:solidFill>
                <a:effectLst/>
                <a:uLnTx/>
                <a:uFillTx/>
                <a:latin typeface="Arial" panose="020B0604020202020204" pitchFamily="34" charset="0"/>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Arial" panose="020B0604020202020204" pitchFamily="34" charset="0"/>
            </a:endParaRPr>
          </a:p>
        </p:txBody>
      </p:sp>
      <p:sp>
        <p:nvSpPr>
          <p:cNvPr id="5" name="Content Placeholder 6">
            <a:extLst>
              <a:ext uri="{FF2B5EF4-FFF2-40B4-BE49-F238E27FC236}">
                <a16:creationId xmlns:a16="http://schemas.microsoft.com/office/drawing/2014/main" id="{D25B529A-A881-4D02-A71B-44B3D371B1F1}"/>
              </a:ext>
            </a:extLst>
          </p:cNvPr>
          <p:cNvSpPr txBox="1">
            <a:spLocks/>
          </p:cNvSpPr>
          <p:nvPr/>
        </p:nvSpPr>
        <p:spPr>
          <a:xfrm>
            <a:off x="304068" y="1437601"/>
            <a:ext cx="11203029" cy="1682118"/>
          </a:xfrm>
          <a:prstGeom prst="roundRect">
            <a:avLst/>
          </a:prstGeom>
          <a:ln w="25400" cap="flat" cmpd="sng" algn="ctr">
            <a:solidFill>
              <a:schemeClr val="bg1">
                <a:lumMod val="50000"/>
              </a:schemeClr>
            </a:solidFill>
            <a:prstDash val="solid"/>
          </a:ln>
        </p:spPr>
        <p:style>
          <a:lnRef idx="2">
            <a:schemeClr val="dk1"/>
          </a:lnRef>
          <a:fillRef idx="1">
            <a:schemeClr val="lt1"/>
          </a:fillRef>
          <a:effectRef idx="0">
            <a:schemeClr val="dk1"/>
          </a:effectRef>
          <a:fontRef idx="minor">
            <a:schemeClr val="dk1"/>
          </a:fontRef>
        </p:style>
        <p:txBody>
          <a:bodyPr rtlCol="0" anchor="ctr"/>
          <a:lstStyle>
            <a:lvl1pPr marL="173034" indent="-173034" algn="l" defTabSz="457189" rtl="0" eaLnBrk="1" latinLnBrk="0" hangingPunct="1">
              <a:spcBef>
                <a:spcPts val="1200"/>
              </a:spcBef>
              <a:buFont typeface="Arial"/>
              <a:buChar char="•"/>
              <a:defRPr sz="2000" kern="1200">
                <a:solidFill>
                  <a:schemeClr val="dk1"/>
                </a:solidFill>
                <a:latin typeface="+mn-lt"/>
                <a:ea typeface="+mn-ea"/>
                <a:cs typeface="+mn-cs"/>
              </a:defRPr>
            </a:lvl1pPr>
            <a:lvl2pPr marL="457189" indent="-228594" algn="l" defTabSz="457189" rtl="0" eaLnBrk="1" latinLnBrk="0" hangingPunct="1">
              <a:spcBef>
                <a:spcPts val="600"/>
              </a:spcBef>
              <a:spcAft>
                <a:spcPts val="400"/>
              </a:spcAft>
              <a:buFont typeface="Arial"/>
              <a:buChar char="–"/>
              <a:defRPr sz="1800" kern="1200">
                <a:solidFill>
                  <a:schemeClr val="dk1"/>
                </a:solidFill>
                <a:latin typeface="+mn-lt"/>
                <a:ea typeface="+mn-ea"/>
                <a:cs typeface="+mn-cs"/>
              </a:defRPr>
            </a:lvl2pPr>
            <a:lvl3pPr marL="630223" indent="-171446" algn="l" defTabSz="457189" rtl="0" eaLnBrk="1" latinLnBrk="0" hangingPunct="1">
              <a:spcBef>
                <a:spcPct val="20000"/>
              </a:spcBef>
              <a:buFont typeface="Arial"/>
              <a:buChar char="•"/>
              <a:defRPr sz="1600" kern="1200">
                <a:solidFill>
                  <a:schemeClr val="dk1"/>
                </a:solidFill>
                <a:latin typeface="+mn-lt"/>
                <a:ea typeface="+mn-ea"/>
                <a:cs typeface="+mn-cs"/>
              </a:defRPr>
            </a:lvl3pPr>
            <a:lvl4pPr marL="1600160" indent="-228594" algn="l" defTabSz="457189" rtl="0" eaLnBrk="1" latinLnBrk="0" hangingPunct="1">
              <a:spcBef>
                <a:spcPct val="20000"/>
              </a:spcBef>
              <a:buFont typeface="Arial"/>
              <a:buChar char="–"/>
              <a:defRPr sz="1400" kern="1200">
                <a:solidFill>
                  <a:schemeClr val="dk1"/>
                </a:solidFill>
                <a:latin typeface="+mn-lt"/>
                <a:ea typeface="+mn-ea"/>
                <a:cs typeface="+mn-cs"/>
              </a:defRPr>
            </a:lvl4pPr>
            <a:lvl5pPr marL="2057349" indent="-228594" algn="l" defTabSz="457189" rtl="0" eaLnBrk="1" latinLnBrk="0" hangingPunct="1">
              <a:spcBef>
                <a:spcPct val="20000"/>
              </a:spcBef>
              <a:buFont typeface="Arial"/>
              <a:buChar char="»"/>
              <a:defRPr sz="1400" kern="1200">
                <a:solidFill>
                  <a:schemeClr val="dk1"/>
                </a:solidFill>
                <a:latin typeface="+mn-lt"/>
                <a:ea typeface="+mn-ea"/>
                <a:cs typeface="+mn-cs"/>
              </a:defRPr>
            </a:lvl5pPr>
            <a:lvl6pPr marL="2514537" indent="-228594" algn="l" defTabSz="457189" rtl="0" eaLnBrk="1" latinLnBrk="0" hangingPunct="1">
              <a:spcBef>
                <a:spcPct val="20000"/>
              </a:spcBef>
              <a:buFont typeface="Arial"/>
              <a:buChar char="•"/>
              <a:defRPr sz="2000" kern="1200">
                <a:solidFill>
                  <a:schemeClr val="dk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dk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dk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dk1"/>
                </a:solidFill>
                <a:latin typeface="+mn-lt"/>
                <a:ea typeface="+mn-ea"/>
                <a:cs typeface="+mn-cs"/>
              </a:defRPr>
            </a:lvl9pPr>
          </a:lstStyle>
          <a:p>
            <a:pPr marL="91440" marR="0" lvl="0" indent="0" algn="l" defTabSz="457189" rtl="0" eaLnBrk="1" fontAlgn="auto" latinLnBrk="0" hangingPunct="1">
              <a:lnSpc>
                <a:spcPct val="100000"/>
              </a:lnSpc>
              <a:spcBef>
                <a:spcPts val="1200"/>
              </a:spcBef>
              <a:spcAft>
                <a:spcPts val="0"/>
              </a:spcAft>
              <a:buClrTx/>
              <a:buSzTx/>
              <a:buFont typeface="Arial"/>
              <a:buNone/>
              <a:tabLst/>
              <a:defRPr/>
            </a:pPr>
            <a:r>
              <a:rPr kumimoji="0" lang="en-US" sz="2000" b="1" i="0" u="none" strike="noStrike" kern="1200" cap="none" spc="0" normalizeH="0" baseline="0" noProof="0" dirty="0">
                <a:ln>
                  <a:noFill/>
                </a:ln>
                <a:solidFill>
                  <a:schemeClr val="tx1">
                    <a:lumMod val="65000"/>
                    <a:lumOff val="35000"/>
                  </a:schemeClr>
                </a:solidFill>
                <a:effectLst/>
                <a:uLnTx/>
                <a:uFillTx/>
                <a:latin typeface="Arial" panose="020B0604020202020204" pitchFamily="34" charset="0"/>
                <a:ea typeface="+mn-ea"/>
                <a:cs typeface="Arial" panose="020B0604020202020204" pitchFamily="34" charset="0"/>
              </a:rPr>
              <a:t>Question </a:t>
            </a:r>
            <a:r>
              <a:rPr lang="en-US" b="1" dirty="0">
                <a:solidFill>
                  <a:schemeClr val="tx1">
                    <a:lumMod val="65000"/>
                    <a:lumOff val="35000"/>
                  </a:schemeClr>
                </a:solidFill>
                <a:latin typeface="Arial" panose="020B0604020202020204" pitchFamily="34" charset="0"/>
                <a:cs typeface="Arial" panose="020B0604020202020204" pitchFamily="34" charset="0"/>
              </a:rPr>
              <a:t>19</a:t>
            </a:r>
            <a:r>
              <a:rPr kumimoji="0" lang="en-US" sz="2000" b="1" i="0" u="none" strike="noStrike" kern="1200" cap="none" spc="0" normalizeH="0" baseline="0" noProof="0" dirty="0">
                <a:ln>
                  <a:noFill/>
                </a:ln>
                <a:solidFill>
                  <a:schemeClr val="tx1">
                    <a:lumMod val="65000"/>
                    <a:lumOff val="35000"/>
                  </a:schemeClr>
                </a:solidFill>
                <a:effectLst/>
                <a:uLnTx/>
                <a:uFillTx/>
                <a:latin typeface="Arial" panose="020B0604020202020204" pitchFamily="34" charset="0"/>
                <a:ea typeface="+mn-ea"/>
                <a:cs typeface="Arial" panose="020B0604020202020204" pitchFamily="34" charset="0"/>
              </a:rPr>
              <a:t>:</a:t>
            </a:r>
            <a:endParaRPr kumimoji="0" lang="en-US" sz="2000" b="0" i="0" u="none" strike="noStrike" kern="1200" cap="none" spc="0" normalizeH="0" baseline="0" noProof="0" dirty="0">
              <a:ln>
                <a:noFill/>
              </a:ln>
              <a:solidFill>
                <a:schemeClr val="tx1">
                  <a:lumMod val="65000"/>
                  <a:lumOff val="35000"/>
                </a:schemeClr>
              </a:solidFill>
              <a:effectLst/>
              <a:uLnTx/>
              <a:uFillTx/>
              <a:latin typeface="Arial" panose="020B0604020202020204" pitchFamily="34" charset="0"/>
              <a:ea typeface="+mn-ea"/>
              <a:cs typeface="Arial" panose="020B0604020202020204" pitchFamily="34" charset="0"/>
            </a:endParaRPr>
          </a:p>
          <a:p>
            <a:pPr marL="91440" lvl="0" indent="0">
              <a:spcBef>
                <a:spcPts val="800"/>
              </a:spcBef>
              <a:buNone/>
            </a:pPr>
            <a:r>
              <a:rPr lang="en-US" sz="1800" dirty="0">
                <a:solidFill>
                  <a:schemeClr val="tx1">
                    <a:lumMod val="65000"/>
                    <a:lumOff val="35000"/>
                  </a:schemeClr>
                </a:solidFill>
                <a:latin typeface="Arial" panose="020B0604020202020204" pitchFamily="34" charset="0"/>
                <a:cs typeface="Arial" panose="020B0604020202020204" pitchFamily="34" charset="0"/>
              </a:rPr>
              <a:t>Does the IAASB agree with the revised quality objectives for engagement performance in paragraph 36 of Agenda Item 7-A?</a:t>
            </a:r>
          </a:p>
        </p:txBody>
      </p:sp>
    </p:spTree>
    <p:extLst>
      <p:ext uri="{BB962C8B-B14F-4D97-AF65-F5344CB8AC3E}">
        <p14:creationId xmlns:p14="http://schemas.microsoft.com/office/powerpoint/2010/main" val="12998641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88998"/>
            <a:ext cx="12192000" cy="531048"/>
          </a:xfrm>
        </p:spPr>
        <p:txBody>
          <a:bodyPr/>
          <a:lstStyle/>
          <a:p>
            <a:pPr marL="347472"/>
            <a:r>
              <a:rPr lang="en-US" sz="2400" b="1" dirty="0">
                <a:ln w="0"/>
              </a:rPr>
              <a:t>Networks - </a:t>
            </a:r>
            <a:r>
              <a:rPr lang="en-US" b="1" dirty="0"/>
              <a:t>Feedback from Respondents</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MS PGothic" charset="0"/>
              </a:rPr>
              <a:t>Page </a:t>
            </a:r>
            <a:fld id="{A5D50FB3-691B-4551-985A-DEFE3F9B00A3}" type="slidenum">
              <a:rPr kumimoji="0" lang="en-US" sz="900" b="0" i="0" u="none" strike="noStrike" kern="1200" cap="none" spc="0" normalizeH="0" baseline="0" noProof="0" smtClean="0">
                <a:ln>
                  <a:noFill/>
                </a:ln>
                <a:solidFill>
                  <a:srgbClr val="808080"/>
                </a:solidFill>
                <a:effectLst/>
                <a:uLnTx/>
                <a:uFillTx/>
                <a:latin typeface="Arial" panose="020B0604020202020204" pitchFamily="34" charset="0"/>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Arial" panose="020B0604020202020204" pitchFamily="34" charset="0"/>
            </a:endParaRPr>
          </a:p>
        </p:txBody>
      </p:sp>
      <p:pic>
        <p:nvPicPr>
          <p:cNvPr id="2" name="Picture 1">
            <a:extLst>
              <a:ext uri="{FF2B5EF4-FFF2-40B4-BE49-F238E27FC236}">
                <a16:creationId xmlns:a16="http://schemas.microsoft.com/office/drawing/2014/main" id="{76149D6F-ADC1-45FD-8CD4-23EE2BDD07B6}"/>
              </a:ext>
            </a:extLst>
          </p:cNvPr>
          <p:cNvPicPr>
            <a:picLocks noChangeAspect="1"/>
          </p:cNvPicPr>
          <p:nvPr/>
        </p:nvPicPr>
        <p:blipFill>
          <a:blip r:embed="rId3"/>
          <a:stretch>
            <a:fillRect/>
          </a:stretch>
        </p:blipFill>
        <p:spPr>
          <a:xfrm>
            <a:off x="669036" y="1785875"/>
            <a:ext cx="6434849" cy="3869489"/>
          </a:xfrm>
          <a:prstGeom prst="rect">
            <a:avLst/>
          </a:prstGeom>
        </p:spPr>
      </p:pic>
      <p:sp>
        <p:nvSpPr>
          <p:cNvPr id="7" name="Rectangle: Rounded Corners 6">
            <a:extLst>
              <a:ext uri="{FF2B5EF4-FFF2-40B4-BE49-F238E27FC236}">
                <a16:creationId xmlns:a16="http://schemas.microsoft.com/office/drawing/2014/main" id="{01FC16AB-7F2E-4E20-970B-ECCC228F6A74}"/>
              </a:ext>
            </a:extLst>
          </p:cNvPr>
          <p:cNvSpPr/>
          <p:nvPr/>
        </p:nvSpPr>
        <p:spPr>
          <a:xfrm>
            <a:off x="7354957" y="1466149"/>
            <a:ext cx="4588086" cy="3940737"/>
          </a:xfrm>
          <a:prstGeom prst="roundRect">
            <a:avLst/>
          </a:prstGeom>
          <a:solidFill>
            <a:schemeClr val="bg1">
              <a:lumMod val="6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latin typeface="Arial" panose="020B0604020202020204" pitchFamily="34" charset="0"/>
                <a:cs typeface="Arial" panose="020B0604020202020204" pitchFamily="34" charset="0"/>
              </a:rPr>
              <a:t>PIOB public interest issue:</a:t>
            </a:r>
          </a:p>
          <a:p>
            <a:pPr algn="ctr"/>
            <a:r>
              <a:rPr lang="en-US" dirty="0">
                <a:latin typeface="Arial" panose="020B0604020202020204" pitchFamily="34" charset="0"/>
                <a:cs typeface="Arial" panose="020B0604020202020204" pitchFamily="34" charset="0"/>
              </a:rPr>
              <a:t>“Investors and those who use audit services from a global “branded firm” should receive uniform quality from that brand. ISQM 1 should contemplate the coordination at network level of all those aspects that affect AQ of that brand. The standard has made some progress, but QMS should also be set at network level with a focus on internal inspections and quality control monitoring.”</a:t>
            </a:r>
          </a:p>
        </p:txBody>
      </p:sp>
    </p:spTree>
    <p:extLst>
      <p:ext uri="{BB962C8B-B14F-4D97-AF65-F5344CB8AC3E}">
        <p14:creationId xmlns:p14="http://schemas.microsoft.com/office/powerpoint/2010/main" val="17917083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88998"/>
            <a:ext cx="12192000" cy="531048"/>
          </a:xfrm>
        </p:spPr>
        <p:txBody>
          <a:bodyPr/>
          <a:lstStyle/>
          <a:p>
            <a:pPr marL="347472"/>
            <a:r>
              <a:rPr lang="en-US" sz="2400" b="1" dirty="0">
                <a:ln w="0"/>
              </a:rPr>
              <a:t>Networks</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MS PGothic" charset="0"/>
              </a:rPr>
              <a:t>Page </a:t>
            </a:r>
            <a:fld id="{A5D50FB3-691B-4551-985A-DEFE3F9B00A3}" type="slidenum">
              <a:rPr kumimoji="0" lang="en-US" sz="900" b="0" i="0" u="none" strike="noStrike" kern="1200" cap="none" spc="0" normalizeH="0" baseline="0" noProof="0" smtClean="0">
                <a:ln>
                  <a:noFill/>
                </a:ln>
                <a:solidFill>
                  <a:srgbClr val="808080"/>
                </a:solidFill>
                <a:effectLst/>
                <a:uLnTx/>
                <a:uFillTx/>
                <a:latin typeface="Arial" panose="020B0604020202020204" pitchFamily="34" charset="0"/>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Arial" panose="020B0604020202020204" pitchFamily="34" charset="0"/>
            </a:endParaRPr>
          </a:p>
        </p:txBody>
      </p:sp>
      <p:sp>
        <p:nvSpPr>
          <p:cNvPr id="10" name="Content Placeholder 2">
            <a:extLst>
              <a:ext uri="{FF2B5EF4-FFF2-40B4-BE49-F238E27FC236}">
                <a16:creationId xmlns:a16="http://schemas.microsoft.com/office/drawing/2014/main" id="{C6484B08-BFC1-4FD0-ACDB-93C0FE31F09C}"/>
              </a:ext>
            </a:extLst>
          </p:cNvPr>
          <p:cNvSpPr txBox="1">
            <a:spLocks/>
          </p:cNvSpPr>
          <p:nvPr/>
        </p:nvSpPr>
        <p:spPr>
          <a:xfrm>
            <a:off x="245283" y="1131473"/>
            <a:ext cx="11701434" cy="5048078"/>
          </a:xfrm>
          <a:prstGeom prst="rect">
            <a:avLst/>
          </a:prstGeom>
        </p:spPr>
        <p:txBody>
          <a:bodyPr vert="horz" lIns="121920" tIns="0" rIns="121920" bIns="0" rtlCol="0">
            <a:noAutofit/>
          </a:bodyPr>
          <a:lst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0" lvl="0" indent="-347472">
              <a:spcBef>
                <a:spcPts val="300"/>
              </a:spcBef>
              <a:spcAft>
                <a:spcPts val="300"/>
              </a:spcAft>
            </a:pPr>
            <a:r>
              <a:rPr lang="en-US" dirty="0">
                <a:solidFill>
                  <a:prstClr val="black">
                    <a:lumMod val="65000"/>
                    <a:lumOff val="35000"/>
                  </a:prstClr>
                </a:solidFill>
              </a:rPr>
              <a:t>ISQM 1 TF view: </a:t>
            </a:r>
          </a:p>
          <a:p>
            <a:pPr marL="694944" lvl="1" indent="-347472">
              <a:spcBef>
                <a:spcPts val="300"/>
              </a:spcBef>
              <a:spcAft>
                <a:spcPts val="300"/>
              </a:spcAft>
            </a:pPr>
            <a:r>
              <a:rPr lang="en-US" dirty="0">
                <a:solidFill>
                  <a:prstClr val="black">
                    <a:lumMod val="65000"/>
                    <a:lumOff val="35000"/>
                  </a:prstClr>
                </a:solidFill>
              </a:rPr>
              <a:t>Requirements for networks are not appropriate for the reasons explained in the ED </a:t>
            </a:r>
          </a:p>
          <a:p>
            <a:pPr marL="694944" lvl="1" indent="-347472">
              <a:spcBef>
                <a:spcPts val="300"/>
              </a:spcBef>
              <a:spcAft>
                <a:spcPts val="300"/>
              </a:spcAft>
            </a:pPr>
            <a:r>
              <a:rPr lang="en-US" dirty="0">
                <a:solidFill>
                  <a:prstClr val="black">
                    <a:lumMod val="65000"/>
                    <a:lumOff val="35000"/>
                  </a:prstClr>
                </a:solidFill>
              </a:rPr>
              <a:t>Some enhancements can be made in ISQM 1 to help promote consistency when it is appropriate</a:t>
            </a:r>
          </a:p>
          <a:p>
            <a:pPr marL="694944" lvl="1" indent="-347472">
              <a:spcBef>
                <a:spcPts val="300"/>
              </a:spcBef>
              <a:spcAft>
                <a:spcPts val="300"/>
              </a:spcAft>
            </a:pPr>
            <a:r>
              <a:rPr lang="en-US" dirty="0">
                <a:solidFill>
                  <a:prstClr val="black">
                    <a:lumMod val="65000"/>
                    <a:lumOff val="35000"/>
                  </a:prstClr>
                </a:solidFill>
              </a:rPr>
              <a:t>Networks will be impacted by ISQM 1, but this impact needs to be better understood</a:t>
            </a:r>
          </a:p>
          <a:p>
            <a:pPr marL="0" lvl="0" indent="-347472">
              <a:spcBef>
                <a:spcPts val="300"/>
              </a:spcBef>
              <a:spcAft>
                <a:spcPts val="300"/>
              </a:spcAft>
            </a:pPr>
            <a:r>
              <a:rPr lang="en-US" dirty="0">
                <a:solidFill>
                  <a:prstClr val="black">
                    <a:lumMod val="65000"/>
                    <a:lumOff val="35000"/>
                  </a:prstClr>
                </a:solidFill>
              </a:rPr>
              <a:t>ISQM 1 TF undertook outreach with GPPC firms to help understand impact of ISQM 1</a:t>
            </a:r>
          </a:p>
          <a:p>
            <a:pPr marL="346075" lvl="0" indent="-346075">
              <a:spcBef>
                <a:spcPts val="300"/>
              </a:spcBef>
              <a:spcAft>
                <a:spcPts val="300"/>
              </a:spcAft>
            </a:pPr>
            <a:r>
              <a:rPr lang="en-US" dirty="0">
                <a:solidFill>
                  <a:prstClr val="black">
                    <a:lumMod val="65000"/>
                    <a:lumOff val="35000"/>
                  </a:prstClr>
                </a:solidFill>
              </a:rPr>
              <a:t>Outreach feedback:</a:t>
            </a:r>
          </a:p>
          <a:p>
            <a:pPr marL="694944" lvl="1" indent="-347472">
              <a:spcBef>
                <a:spcPts val="300"/>
              </a:spcBef>
              <a:spcAft>
                <a:spcPts val="300"/>
              </a:spcAft>
            </a:pPr>
            <a:r>
              <a:rPr lang="en-US" dirty="0">
                <a:solidFill>
                  <a:prstClr val="black">
                    <a:lumMod val="65000"/>
                    <a:lumOff val="35000"/>
                  </a:prstClr>
                </a:solidFill>
              </a:rPr>
              <a:t>ISQM 1 has created multiple opportunities:</a:t>
            </a:r>
          </a:p>
          <a:p>
            <a:pPr marL="1042416" lvl="2" indent="-347472">
              <a:spcBef>
                <a:spcPts val="300"/>
              </a:spcBef>
              <a:spcAft>
                <a:spcPts val="300"/>
              </a:spcAft>
            </a:pPr>
            <a:r>
              <a:rPr lang="en-US" dirty="0">
                <a:solidFill>
                  <a:prstClr val="black">
                    <a:lumMod val="65000"/>
                    <a:lumOff val="35000"/>
                  </a:prstClr>
                </a:solidFill>
              </a:rPr>
              <a:t>Implement activities in the SOQM targeted at improving quality (i.e., more firm buy-in as it is now a must, rather than a nice to have)</a:t>
            </a:r>
          </a:p>
          <a:p>
            <a:pPr marL="1042416" lvl="2" indent="-347472">
              <a:spcBef>
                <a:spcPts val="300"/>
              </a:spcBef>
              <a:spcAft>
                <a:spcPts val="300"/>
              </a:spcAft>
            </a:pPr>
            <a:r>
              <a:rPr lang="en-US" dirty="0"/>
              <a:t>Stand-back on how SOQMs are currently implemented across the network, and how can get to more commonality</a:t>
            </a:r>
          </a:p>
          <a:p>
            <a:pPr marL="1042416" lvl="2" indent="-347472">
              <a:spcBef>
                <a:spcPts val="300"/>
              </a:spcBef>
              <a:spcAft>
                <a:spcPts val="300"/>
              </a:spcAft>
            </a:pPr>
            <a:r>
              <a:rPr lang="en-US" dirty="0">
                <a:solidFill>
                  <a:prstClr val="black">
                    <a:lumMod val="65000"/>
                    <a:lumOff val="35000"/>
                  </a:prstClr>
                </a:solidFill>
              </a:rPr>
              <a:t>Emphasize network role is to </a:t>
            </a:r>
            <a:r>
              <a:rPr lang="en-US" i="1" u="sng" dirty="0">
                <a:solidFill>
                  <a:prstClr val="black">
                    <a:lumMod val="65000"/>
                    <a:lumOff val="35000"/>
                  </a:prstClr>
                </a:solidFill>
              </a:rPr>
              <a:t>support firms</a:t>
            </a:r>
            <a:r>
              <a:rPr lang="en-US" dirty="0">
                <a:solidFill>
                  <a:prstClr val="black">
                    <a:lumMod val="65000"/>
                    <a:lumOff val="35000"/>
                  </a:prstClr>
                </a:solidFill>
              </a:rPr>
              <a:t> (not direct) and that firms are the owners of their SOQM and can’t just accept what they get</a:t>
            </a:r>
          </a:p>
          <a:p>
            <a:pPr marL="694944" lvl="1" indent="-347472">
              <a:spcBef>
                <a:spcPts val="300"/>
              </a:spcBef>
              <a:spcAft>
                <a:spcPts val="300"/>
              </a:spcAft>
            </a:pPr>
            <a:r>
              <a:rPr lang="en-US" dirty="0">
                <a:solidFill>
                  <a:prstClr val="black">
                    <a:lumMod val="65000"/>
                    <a:lumOff val="35000"/>
                  </a:prstClr>
                </a:solidFill>
              </a:rPr>
              <a:t>Currently looking for good practices in network firms that can globalize</a:t>
            </a:r>
          </a:p>
          <a:p>
            <a:pPr marL="694944" lvl="1" indent="-347472">
              <a:spcBef>
                <a:spcPts val="300"/>
              </a:spcBef>
              <a:spcAft>
                <a:spcPts val="300"/>
              </a:spcAft>
            </a:pPr>
            <a:r>
              <a:rPr lang="en-US" dirty="0">
                <a:solidFill>
                  <a:prstClr val="black">
                    <a:lumMod val="65000"/>
                    <a:lumOff val="35000"/>
                  </a:prstClr>
                </a:solidFill>
              </a:rPr>
              <a:t>Some networks set up global groups, e.g., “governance group”</a:t>
            </a:r>
          </a:p>
          <a:p>
            <a:pPr marL="694944" lvl="1" indent="-347472">
              <a:spcBef>
                <a:spcPts val="300"/>
              </a:spcBef>
              <a:spcAft>
                <a:spcPts val="300"/>
              </a:spcAft>
            </a:pPr>
            <a:r>
              <a:rPr lang="en-US" dirty="0">
                <a:solidFill>
                  <a:prstClr val="black">
                    <a:lumMod val="65000"/>
                    <a:lumOff val="35000"/>
                  </a:prstClr>
                </a:solidFill>
              </a:rPr>
              <a:t>Networks focused on documenting network requirements and services - goal is to push consistency as impracticable to have multiple member firms seeking the same information</a:t>
            </a:r>
          </a:p>
          <a:p>
            <a:pPr marL="694944" lvl="1" indent="-347472">
              <a:spcBef>
                <a:spcPts val="300"/>
              </a:spcBef>
              <a:spcAft>
                <a:spcPts val="300"/>
              </a:spcAft>
            </a:pPr>
            <a:endParaRPr lang="en-US" dirty="0">
              <a:solidFill>
                <a:prstClr val="black">
                  <a:lumMod val="65000"/>
                  <a:lumOff val="35000"/>
                </a:prstClr>
              </a:solidFill>
            </a:endParaRPr>
          </a:p>
          <a:p>
            <a:pPr marL="694944" lvl="1" indent="-347472">
              <a:spcBef>
                <a:spcPts val="300"/>
              </a:spcBef>
              <a:spcAft>
                <a:spcPts val="300"/>
              </a:spcAft>
            </a:pPr>
            <a:endParaRPr lang="en-US" dirty="0">
              <a:solidFill>
                <a:prstClr val="black">
                  <a:lumMod val="65000"/>
                  <a:lumOff val="35000"/>
                </a:prstClr>
              </a:solidFill>
            </a:endParaRPr>
          </a:p>
          <a:p>
            <a:pPr marL="0" lvl="0" indent="-347472">
              <a:spcBef>
                <a:spcPts val="300"/>
              </a:spcBef>
              <a:spcAft>
                <a:spcPts val="300"/>
              </a:spcAft>
            </a:pPr>
            <a:endParaRPr kumimoji="0" lang="en-US" sz="2000" b="0" i="0" u="none" strike="noStrike" kern="1200" cap="none" spc="0" normalizeH="0" baseline="0" noProof="0" dirty="0">
              <a:ln>
                <a:noFill/>
              </a:ln>
              <a:solidFill>
                <a:prstClr val="black">
                  <a:lumMod val="65000"/>
                  <a:lumOff val="35000"/>
                </a:prstClr>
              </a:solidFill>
              <a:effectLst/>
              <a:uLnTx/>
              <a:uFillTx/>
              <a:latin typeface="Arial" panose="020B0604020202020204" pitchFamily="34" charset="0"/>
              <a:ea typeface="+mn-ea"/>
              <a:cs typeface="Arial" panose="020B0604020202020204" pitchFamily="34" charset="0"/>
            </a:endParaRPr>
          </a:p>
          <a:p>
            <a:pPr marL="457189" marR="0" lvl="2" indent="0" algn="l" defTabSz="457189" rtl="0" eaLnBrk="1" fontAlgn="auto" latinLnBrk="0" hangingPunct="1">
              <a:lnSpc>
                <a:spcPct val="100000"/>
              </a:lnSpc>
              <a:spcBef>
                <a:spcPts val="300"/>
              </a:spcBef>
              <a:spcAft>
                <a:spcPts val="300"/>
              </a:spcAft>
              <a:buClrTx/>
              <a:buSzTx/>
              <a:buFont typeface="Arial"/>
              <a:buNone/>
              <a:tabLst/>
              <a:defRPr/>
            </a:pPr>
            <a:endParaRPr kumimoji="0" lang="en-US" sz="1600" b="0" i="0" u="none" strike="noStrike" kern="1200" cap="none" spc="0" normalizeH="0" baseline="0" noProof="0" dirty="0">
              <a:ln>
                <a:noFill/>
              </a:ln>
              <a:solidFill>
                <a:prstClr val="black">
                  <a:lumMod val="65000"/>
                  <a:lumOff val="35000"/>
                </a:prstClr>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134783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88998"/>
            <a:ext cx="12192000" cy="531048"/>
          </a:xfrm>
        </p:spPr>
        <p:txBody>
          <a:bodyPr/>
          <a:lstStyle/>
          <a:p>
            <a:pPr marL="347472"/>
            <a:r>
              <a:rPr lang="en-US" sz="2400" b="1" dirty="0">
                <a:ln w="0"/>
              </a:rPr>
              <a:t>Networks</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MS PGothic" charset="0"/>
              </a:rPr>
              <a:t>Page </a:t>
            </a:r>
            <a:fld id="{A5D50FB3-691B-4551-985A-DEFE3F9B00A3}" type="slidenum">
              <a:rPr kumimoji="0" lang="en-US" sz="900" b="0" i="0" u="none" strike="noStrike" kern="1200" cap="none" spc="0" normalizeH="0" baseline="0" noProof="0" smtClean="0">
                <a:ln>
                  <a:noFill/>
                </a:ln>
                <a:solidFill>
                  <a:srgbClr val="808080"/>
                </a:solidFill>
                <a:effectLst/>
                <a:uLnTx/>
                <a:uFillTx/>
                <a:latin typeface="Arial" panose="020B0604020202020204" pitchFamily="34" charset="0"/>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Arial" panose="020B0604020202020204" pitchFamily="34" charset="0"/>
            </a:endParaRPr>
          </a:p>
        </p:txBody>
      </p:sp>
      <p:sp>
        <p:nvSpPr>
          <p:cNvPr id="10" name="Content Placeholder 2">
            <a:extLst>
              <a:ext uri="{FF2B5EF4-FFF2-40B4-BE49-F238E27FC236}">
                <a16:creationId xmlns:a16="http://schemas.microsoft.com/office/drawing/2014/main" id="{C6484B08-BFC1-4FD0-ACDB-93C0FE31F09C}"/>
              </a:ext>
            </a:extLst>
          </p:cNvPr>
          <p:cNvSpPr txBox="1">
            <a:spLocks/>
          </p:cNvSpPr>
          <p:nvPr/>
        </p:nvSpPr>
        <p:spPr>
          <a:xfrm>
            <a:off x="245283" y="1220924"/>
            <a:ext cx="11701434" cy="5048078"/>
          </a:xfrm>
          <a:prstGeom prst="rect">
            <a:avLst/>
          </a:prstGeom>
        </p:spPr>
        <p:txBody>
          <a:bodyPr vert="horz" lIns="121920" tIns="0" rIns="121920" bIns="0" rtlCol="0">
            <a:noAutofit/>
          </a:bodyPr>
          <a:lst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346075" lvl="0" indent="-346075">
              <a:spcBef>
                <a:spcPts val="300"/>
              </a:spcBef>
              <a:spcAft>
                <a:spcPts val="300"/>
              </a:spcAft>
            </a:pPr>
            <a:r>
              <a:rPr lang="en-US" dirty="0">
                <a:solidFill>
                  <a:prstClr val="black">
                    <a:lumMod val="65000"/>
                    <a:lumOff val="35000"/>
                  </a:prstClr>
                </a:solidFill>
              </a:rPr>
              <a:t>Outreach feedback:</a:t>
            </a:r>
          </a:p>
          <a:p>
            <a:pPr marL="694944" lvl="1" indent="-347472">
              <a:spcBef>
                <a:spcPts val="300"/>
              </a:spcBef>
              <a:spcAft>
                <a:spcPts val="300"/>
              </a:spcAft>
            </a:pPr>
            <a:r>
              <a:rPr lang="en-US" dirty="0">
                <a:solidFill>
                  <a:prstClr val="black">
                    <a:lumMod val="65000"/>
                    <a:lumOff val="35000"/>
                  </a:prstClr>
                </a:solidFill>
              </a:rPr>
              <a:t>Varying approaches in terms of how networks are planning to approach implementation and involvement of network firms – noted that a feedback loop is needed from the firms back to the network</a:t>
            </a:r>
          </a:p>
          <a:p>
            <a:pPr marL="1042416" lvl="2" indent="-347472">
              <a:spcBef>
                <a:spcPts val="300"/>
              </a:spcBef>
              <a:spcAft>
                <a:spcPts val="300"/>
              </a:spcAft>
            </a:pPr>
            <a:r>
              <a:rPr lang="en-US" dirty="0">
                <a:solidFill>
                  <a:prstClr val="black">
                    <a:lumMod val="65000"/>
                    <a:lumOff val="35000"/>
                  </a:prstClr>
                </a:solidFill>
              </a:rPr>
              <a:t>Networks developing various tools to support firms, e.g., a tool for firms to use to facilitate risk identification and assessment</a:t>
            </a:r>
          </a:p>
          <a:p>
            <a:pPr marL="1042416" lvl="2" indent="-347472">
              <a:spcBef>
                <a:spcPts val="300"/>
              </a:spcBef>
              <a:spcAft>
                <a:spcPts val="300"/>
              </a:spcAft>
            </a:pPr>
            <a:r>
              <a:rPr lang="en-US" dirty="0">
                <a:solidFill>
                  <a:prstClr val="black">
                    <a:lumMod val="65000"/>
                    <a:lumOff val="35000"/>
                  </a:prstClr>
                </a:solidFill>
              </a:rPr>
              <a:t>Networks may set common quality objectives and responses across the network, but will depend on the extent of similarities in risks, and commonality across firms</a:t>
            </a:r>
          </a:p>
          <a:p>
            <a:pPr marL="1389888" lvl="2" indent="-347472">
              <a:spcBef>
                <a:spcPts val="300"/>
              </a:spcBef>
              <a:spcAft>
                <a:spcPts val="300"/>
              </a:spcAft>
              <a:buFont typeface="Courier New" panose="02070309020205020404" pitchFamily="49" charset="0"/>
              <a:buChar char="o"/>
            </a:pPr>
            <a:r>
              <a:rPr lang="en-US" dirty="0">
                <a:solidFill>
                  <a:prstClr val="black">
                    <a:lumMod val="65000"/>
                    <a:lumOff val="35000"/>
                  </a:prstClr>
                </a:solidFill>
              </a:rPr>
              <a:t>Firms expected to supplement at a jurisdictional level as risk at firm level may differ</a:t>
            </a:r>
          </a:p>
          <a:p>
            <a:pPr marL="694944" lvl="1" indent="-347472">
              <a:spcBef>
                <a:spcPts val="300"/>
              </a:spcBef>
              <a:spcAft>
                <a:spcPts val="300"/>
              </a:spcAft>
            </a:pPr>
            <a:r>
              <a:rPr lang="en-US" dirty="0">
                <a:solidFill>
                  <a:prstClr val="black">
                    <a:lumMod val="65000"/>
                    <a:lumOff val="35000"/>
                  </a:prstClr>
                </a:solidFill>
              </a:rPr>
              <a:t>Monitoring of network requirements and services – a portion will be monitored through engagements, and some will need to be monitored at the network level (e.g., similar to internal audit function)</a:t>
            </a:r>
          </a:p>
          <a:p>
            <a:pPr marL="1042416" lvl="2" indent="-347472">
              <a:spcBef>
                <a:spcPts val="300"/>
              </a:spcBef>
              <a:spcAft>
                <a:spcPts val="300"/>
              </a:spcAft>
            </a:pPr>
            <a:r>
              <a:rPr lang="en-US" dirty="0">
                <a:solidFill>
                  <a:prstClr val="black">
                    <a:lumMod val="65000"/>
                    <a:lumOff val="35000"/>
                  </a:prstClr>
                </a:solidFill>
              </a:rPr>
              <a:t>Networks may need to become more agile and nimble in responding to information from firms </a:t>
            </a:r>
          </a:p>
          <a:p>
            <a:pPr marL="694944" lvl="1" indent="-347472">
              <a:spcBef>
                <a:spcPts val="300"/>
              </a:spcBef>
              <a:spcAft>
                <a:spcPts val="300"/>
              </a:spcAft>
            </a:pPr>
            <a:r>
              <a:rPr lang="en-US" dirty="0">
                <a:solidFill>
                  <a:prstClr val="black">
                    <a:lumMod val="65000"/>
                    <a:lumOff val="35000"/>
                  </a:prstClr>
                </a:solidFill>
              </a:rPr>
              <a:t>Collating information from firms is a challenge - continue to enhance technology tools at network level to collate input from firms </a:t>
            </a:r>
          </a:p>
          <a:p>
            <a:pPr marL="410789" indent="-347472">
              <a:spcBef>
                <a:spcPts val="300"/>
              </a:spcBef>
              <a:spcAft>
                <a:spcPts val="300"/>
              </a:spcAft>
            </a:pPr>
            <a:r>
              <a:rPr lang="en-US" dirty="0">
                <a:solidFill>
                  <a:prstClr val="black">
                    <a:lumMod val="65000"/>
                    <a:lumOff val="35000"/>
                  </a:prstClr>
                </a:solidFill>
              </a:rPr>
              <a:t>Further outreach still to take place: other firms, regulators and respondents who raised concern about networks</a:t>
            </a:r>
          </a:p>
          <a:p>
            <a:pPr marL="694944" lvl="1" indent="-347472">
              <a:spcBef>
                <a:spcPts val="300"/>
              </a:spcBef>
              <a:spcAft>
                <a:spcPts val="300"/>
              </a:spcAft>
            </a:pPr>
            <a:endParaRPr lang="en-US" dirty="0">
              <a:solidFill>
                <a:prstClr val="black">
                  <a:lumMod val="65000"/>
                  <a:lumOff val="35000"/>
                </a:prstClr>
              </a:solidFill>
            </a:endParaRPr>
          </a:p>
          <a:p>
            <a:pPr marL="694944" lvl="1" indent="-347472">
              <a:spcBef>
                <a:spcPts val="300"/>
              </a:spcBef>
              <a:spcAft>
                <a:spcPts val="300"/>
              </a:spcAft>
            </a:pPr>
            <a:endParaRPr lang="en-US" dirty="0">
              <a:solidFill>
                <a:prstClr val="black">
                  <a:lumMod val="65000"/>
                  <a:lumOff val="35000"/>
                </a:prstClr>
              </a:solidFill>
            </a:endParaRPr>
          </a:p>
          <a:p>
            <a:pPr marL="694944" lvl="1" indent="-347472">
              <a:spcBef>
                <a:spcPts val="300"/>
              </a:spcBef>
              <a:spcAft>
                <a:spcPts val="300"/>
              </a:spcAft>
            </a:pPr>
            <a:endParaRPr lang="en-US" dirty="0">
              <a:solidFill>
                <a:prstClr val="black">
                  <a:lumMod val="65000"/>
                  <a:lumOff val="35000"/>
                </a:prstClr>
              </a:solidFill>
            </a:endParaRPr>
          </a:p>
          <a:p>
            <a:pPr marL="346075" lvl="0" indent="-346075">
              <a:spcBef>
                <a:spcPts val="300"/>
              </a:spcBef>
              <a:spcAft>
                <a:spcPts val="300"/>
              </a:spcAft>
            </a:pPr>
            <a:endParaRPr lang="en-US" dirty="0">
              <a:solidFill>
                <a:prstClr val="black">
                  <a:lumMod val="65000"/>
                  <a:lumOff val="35000"/>
                </a:prstClr>
              </a:solidFill>
            </a:endParaRPr>
          </a:p>
          <a:p>
            <a:pPr marL="457189" lvl="2" indent="-347472">
              <a:spcBef>
                <a:spcPts val="300"/>
              </a:spcBef>
              <a:spcAft>
                <a:spcPts val="300"/>
              </a:spcAft>
            </a:pPr>
            <a:endParaRPr lang="en-US" dirty="0">
              <a:solidFill>
                <a:prstClr val="black">
                  <a:lumMod val="65000"/>
                  <a:lumOff val="35000"/>
                </a:prstClr>
              </a:solidFill>
            </a:endParaRPr>
          </a:p>
          <a:p>
            <a:pPr marL="457189" lvl="2" indent="-347472">
              <a:spcBef>
                <a:spcPts val="300"/>
              </a:spcBef>
              <a:spcAft>
                <a:spcPts val="300"/>
              </a:spcAft>
            </a:pPr>
            <a:endParaRPr lang="en-US" dirty="0">
              <a:solidFill>
                <a:prstClr val="black">
                  <a:lumMod val="65000"/>
                  <a:lumOff val="35000"/>
                </a:prstClr>
              </a:solidFill>
            </a:endParaRPr>
          </a:p>
          <a:p>
            <a:pPr marL="694944" lvl="1" indent="-347472">
              <a:spcBef>
                <a:spcPts val="300"/>
              </a:spcBef>
              <a:spcAft>
                <a:spcPts val="300"/>
              </a:spcAft>
            </a:pPr>
            <a:endParaRPr lang="en-US" dirty="0">
              <a:solidFill>
                <a:prstClr val="black">
                  <a:lumMod val="65000"/>
                  <a:lumOff val="35000"/>
                </a:prstClr>
              </a:solidFill>
            </a:endParaRPr>
          </a:p>
          <a:p>
            <a:pPr marL="694944" lvl="1" indent="-347472">
              <a:spcBef>
                <a:spcPts val="300"/>
              </a:spcBef>
              <a:spcAft>
                <a:spcPts val="300"/>
              </a:spcAft>
            </a:pPr>
            <a:endParaRPr lang="en-US" dirty="0">
              <a:solidFill>
                <a:prstClr val="black">
                  <a:lumMod val="65000"/>
                  <a:lumOff val="35000"/>
                </a:prstClr>
              </a:solidFill>
            </a:endParaRPr>
          </a:p>
          <a:p>
            <a:pPr marL="0" lvl="0" indent="-347472">
              <a:spcBef>
                <a:spcPts val="300"/>
              </a:spcBef>
              <a:spcAft>
                <a:spcPts val="300"/>
              </a:spcAft>
            </a:pPr>
            <a:endParaRPr kumimoji="0" lang="en-US" sz="2000" b="0" i="0" u="none" strike="noStrike" kern="1200" cap="none" spc="0" normalizeH="0" baseline="0" noProof="0" dirty="0">
              <a:ln>
                <a:noFill/>
              </a:ln>
              <a:solidFill>
                <a:prstClr val="black">
                  <a:lumMod val="65000"/>
                  <a:lumOff val="35000"/>
                </a:prstClr>
              </a:solidFill>
              <a:effectLst/>
              <a:uLnTx/>
              <a:uFillTx/>
              <a:latin typeface="Arial" panose="020B0604020202020204" pitchFamily="34" charset="0"/>
              <a:ea typeface="+mn-ea"/>
              <a:cs typeface="Arial" panose="020B0604020202020204" pitchFamily="34" charset="0"/>
            </a:endParaRPr>
          </a:p>
          <a:p>
            <a:pPr marL="457189" marR="0" lvl="2" indent="0" algn="l" defTabSz="457189" rtl="0" eaLnBrk="1" fontAlgn="auto" latinLnBrk="0" hangingPunct="1">
              <a:lnSpc>
                <a:spcPct val="100000"/>
              </a:lnSpc>
              <a:spcBef>
                <a:spcPts val="300"/>
              </a:spcBef>
              <a:spcAft>
                <a:spcPts val="300"/>
              </a:spcAft>
              <a:buClrTx/>
              <a:buSzTx/>
              <a:buFont typeface="Arial"/>
              <a:buNone/>
              <a:tabLst/>
              <a:defRPr/>
            </a:pPr>
            <a:endParaRPr kumimoji="0" lang="en-US" sz="1600" b="0" i="0" u="none" strike="noStrike" kern="1200" cap="none" spc="0" normalizeH="0" baseline="0" noProof="0" dirty="0">
              <a:ln>
                <a:noFill/>
              </a:ln>
              <a:solidFill>
                <a:prstClr val="black">
                  <a:lumMod val="65000"/>
                  <a:lumOff val="35000"/>
                </a:prstClr>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7486149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88998"/>
            <a:ext cx="12192000" cy="531048"/>
          </a:xfrm>
        </p:spPr>
        <p:txBody>
          <a:bodyPr/>
          <a:lstStyle/>
          <a:p>
            <a:pPr marL="347472"/>
            <a:r>
              <a:rPr lang="en-US" sz="2400" b="1" dirty="0">
                <a:ln w="0"/>
              </a:rPr>
              <a:t>Networks</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MS PGothic" charset="0"/>
              </a:rPr>
              <a:t>Page </a:t>
            </a:r>
            <a:fld id="{A5D50FB3-691B-4551-985A-DEFE3F9B00A3}" type="slidenum">
              <a:rPr kumimoji="0" lang="en-US" sz="900" b="0" i="0" u="none" strike="noStrike" kern="1200" cap="none" spc="0" normalizeH="0" baseline="0" noProof="0" smtClean="0">
                <a:ln>
                  <a:noFill/>
                </a:ln>
                <a:solidFill>
                  <a:srgbClr val="808080"/>
                </a:solidFill>
                <a:effectLst/>
                <a:uLnTx/>
                <a:uFillTx/>
                <a:latin typeface="Arial" panose="020B0604020202020204" pitchFamily="34" charset="0"/>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Arial" panose="020B0604020202020204" pitchFamily="34" charset="0"/>
            </a:endParaRPr>
          </a:p>
        </p:txBody>
      </p:sp>
      <p:sp>
        <p:nvSpPr>
          <p:cNvPr id="10" name="Content Placeholder 2">
            <a:extLst>
              <a:ext uri="{FF2B5EF4-FFF2-40B4-BE49-F238E27FC236}">
                <a16:creationId xmlns:a16="http://schemas.microsoft.com/office/drawing/2014/main" id="{C6484B08-BFC1-4FD0-ACDB-93C0FE31F09C}"/>
              </a:ext>
            </a:extLst>
          </p:cNvPr>
          <p:cNvSpPr txBox="1">
            <a:spLocks/>
          </p:cNvSpPr>
          <p:nvPr/>
        </p:nvSpPr>
        <p:spPr>
          <a:xfrm>
            <a:off x="245283" y="1220924"/>
            <a:ext cx="11701434" cy="5048078"/>
          </a:xfrm>
          <a:prstGeom prst="rect">
            <a:avLst/>
          </a:prstGeom>
        </p:spPr>
        <p:txBody>
          <a:bodyPr vert="horz" lIns="121920" tIns="0" rIns="121920" bIns="0" rtlCol="0">
            <a:noAutofit/>
          </a:bodyPr>
          <a:lst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0" lvl="0" indent="-347472">
              <a:spcBef>
                <a:spcPts val="300"/>
              </a:spcBef>
              <a:spcAft>
                <a:spcPts val="300"/>
              </a:spcAft>
            </a:pPr>
            <a:r>
              <a:rPr lang="en-US" dirty="0">
                <a:solidFill>
                  <a:prstClr val="black">
                    <a:lumMod val="65000"/>
                    <a:lumOff val="35000"/>
                  </a:prstClr>
                </a:solidFill>
              </a:rPr>
              <a:t>Revisions to the standard: </a:t>
            </a:r>
          </a:p>
          <a:p>
            <a:pPr marL="694944" lvl="1" indent="-347472">
              <a:spcBef>
                <a:spcPts val="300"/>
              </a:spcBef>
              <a:spcAft>
                <a:spcPts val="300"/>
              </a:spcAft>
            </a:pPr>
            <a:r>
              <a:rPr lang="en-US" dirty="0">
                <a:solidFill>
                  <a:prstClr val="black">
                    <a:lumMod val="65000"/>
                    <a:lumOff val="35000"/>
                  </a:prstClr>
                </a:solidFill>
              </a:rPr>
              <a:t>New requirement proposed: firm to obtain information from the network about how the network determines that network requirements have been appropriately implemented across the network firms</a:t>
            </a:r>
          </a:p>
          <a:p>
            <a:pPr marL="694944" lvl="1" indent="-347472">
              <a:spcBef>
                <a:spcPts val="300"/>
              </a:spcBef>
              <a:spcAft>
                <a:spcPts val="300"/>
              </a:spcAft>
            </a:pPr>
            <a:r>
              <a:rPr lang="en-US" dirty="0">
                <a:solidFill>
                  <a:prstClr val="black">
                    <a:lumMod val="65000"/>
                    <a:lumOff val="35000"/>
                  </a:prstClr>
                </a:solidFill>
              </a:rPr>
              <a:t>Enhancements to clarify what the firm is expected to evaluate with respect to network requirements and network services</a:t>
            </a:r>
          </a:p>
          <a:p>
            <a:pPr marL="694944" lvl="1" indent="-347472">
              <a:spcBef>
                <a:spcPts val="300"/>
              </a:spcBef>
              <a:spcAft>
                <a:spcPts val="300"/>
              </a:spcAft>
            </a:pPr>
            <a:r>
              <a:rPr lang="en-US" dirty="0">
                <a:solidFill>
                  <a:prstClr val="black">
                    <a:lumMod val="65000"/>
                    <a:lumOff val="35000"/>
                  </a:prstClr>
                </a:solidFill>
              </a:rPr>
              <a:t>Clarity on the work effort needed to support the evaluation of network requirements and network services</a:t>
            </a:r>
          </a:p>
          <a:p>
            <a:pPr marL="457189" lvl="2" indent="-347472">
              <a:spcBef>
                <a:spcPts val="300"/>
              </a:spcBef>
              <a:spcAft>
                <a:spcPts val="300"/>
              </a:spcAft>
            </a:pPr>
            <a:endParaRPr lang="en-US" dirty="0">
              <a:solidFill>
                <a:prstClr val="black">
                  <a:lumMod val="65000"/>
                  <a:lumOff val="35000"/>
                </a:prstClr>
              </a:solidFill>
            </a:endParaRPr>
          </a:p>
          <a:p>
            <a:pPr marL="694944" lvl="1" indent="-347472">
              <a:spcBef>
                <a:spcPts val="300"/>
              </a:spcBef>
              <a:spcAft>
                <a:spcPts val="300"/>
              </a:spcAft>
            </a:pPr>
            <a:endParaRPr lang="en-US" dirty="0">
              <a:solidFill>
                <a:prstClr val="black">
                  <a:lumMod val="65000"/>
                  <a:lumOff val="35000"/>
                </a:prstClr>
              </a:solidFill>
            </a:endParaRPr>
          </a:p>
          <a:p>
            <a:pPr marL="694944" lvl="1" indent="-347472">
              <a:spcBef>
                <a:spcPts val="300"/>
              </a:spcBef>
              <a:spcAft>
                <a:spcPts val="300"/>
              </a:spcAft>
            </a:pPr>
            <a:endParaRPr lang="en-US" dirty="0">
              <a:solidFill>
                <a:prstClr val="black">
                  <a:lumMod val="65000"/>
                  <a:lumOff val="35000"/>
                </a:prstClr>
              </a:solidFill>
            </a:endParaRPr>
          </a:p>
          <a:p>
            <a:pPr marL="0" lvl="0" indent="-347472">
              <a:spcBef>
                <a:spcPts val="300"/>
              </a:spcBef>
              <a:spcAft>
                <a:spcPts val="300"/>
              </a:spcAft>
            </a:pPr>
            <a:endParaRPr kumimoji="0" lang="en-US" sz="2000" b="0" i="0" u="none" strike="noStrike" kern="1200" cap="none" spc="0" normalizeH="0" baseline="0" noProof="0" dirty="0">
              <a:ln>
                <a:noFill/>
              </a:ln>
              <a:solidFill>
                <a:prstClr val="black">
                  <a:lumMod val="65000"/>
                  <a:lumOff val="35000"/>
                </a:prstClr>
              </a:solidFill>
              <a:effectLst/>
              <a:uLnTx/>
              <a:uFillTx/>
              <a:latin typeface="Arial" panose="020B0604020202020204" pitchFamily="34" charset="0"/>
              <a:ea typeface="+mn-ea"/>
              <a:cs typeface="Arial" panose="020B0604020202020204" pitchFamily="34" charset="0"/>
            </a:endParaRPr>
          </a:p>
          <a:p>
            <a:pPr marL="457189" marR="0" lvl="2" indent="0" algn="l" defTabSz="457189" rtl="0" eaLnBrk="1" fontAlgn="auto" latinLnBrk="0" hangingPunct="1">
              <a:lnSpc>
                <a:spcPct val="100000"/>
              </a:lnSpc>
              <a:spcBef>
                <a:spcPts val="300"/>
              </a:spcBef>
              <a:spcAft>
                <a:spcPts val="300"/>
              </a:spcAft>
              <a:buClrTx/>
              <a:buSzTx/>
              <a:buFont typeface="Arial"/>
              <a:buNone/>
              <a:tabLst/>
              <a:defRPr/>
            </a:pPr>
            <a:endParaRPr kumimoji="0" lang="en-US" sz="1600" b="0" i="0" u="none" strike="noStrike" kern="1200" cap="none" spc="0" normalizeH="0" baseline="0" noProof="0" dirty="0">
              <a:ln>
                <a:noFill/>
              </a:ln>
              <a:solidFill>
                <a:prstClr val="black">
                  <a:lumMod val="65000"/>
                  <a:lumOff val="35000"/>
                </a:prstClr>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7706591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88998"/>
            <a:ext cx="12192000" cy="531048"/>
          </a:xfrm>
        </p:spPr>
        <p:txBody>
          <a:bodyPr/>
          <a:lstStyle/>
          <a:p>
            <a:pPr marL="347472"/>
            <a:r>
              <a:rPr lang="en-US" sz="2400" b="1" dirty="0">
                <a:ln w="0"/>
              </a:rPr>
              <a:t>Networks</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MS PGothic" charset="0"/>
              </a:rPr>
              <a:t>Page </a:t>
            </a:r>
            <a:fld id="{A5D50FB3-691B-4551-985A-DEFE3F9B00A3}" type="slidenum">
              <a:rPr kumimoji="0" lang="en-US" sz="900" b="0" i="0" u="none" strike="noStrike" kern="1200" cap="none" spc="0" normalizeH="0" baseline="0" noProof="0" smtClean="0">
                <a:ln>
                  <a:noFill/>
                </a:ln>
                <a:solidFill>
                  <a:srgbClr val="808080"/>
                </a:solidFill>
                <a:effectLst/>
                <a:uLnTx/>
                <a:uFillTx/>
                <a:latin typeface="Arial" panose="020B0604020202020204" pitchFamily="34" charset="0"/>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Arial" panose="020B0604020202020204" pitchFamily="34" charset="0"/>
            </a:endParaRPr>
          </a:p>
        </p:txBody>
      </p:sp>
      <p:sp>
        <p:nvSpPr>
          <p:cNvPr id="5" name="Content Placeholder 6">
            <a:extLst>
              <a:ext uri="{FF2B5EF4-FFF2-40B4-BE49-F238E27FC236}">
                <a16:creationId xmlns:a16="http://schemas.microsoft.com/office/drawing/2014/main" id="{D25B529A-A881-4D02-A71B-44B3D371B1F1}"/>
              </a:ext>
            </a:extLst>
          </p:cNvPr>
          <p:cNvSpPr txBox="1">
            <a:spLocks/>
          </p:cNvSpPr>
          <p:nvPr/>
        </p:nvSpPr>
        <p:spPr>
          <a:xfrm>
            <a:off x="304068" y="1437600"/>
            <a:ext cx="11203029" cy="2575001"/>
          </a:xfrm>
          <a:prstGeom prst="roundRect">
            <a:avLst/>
          </a:prstGeom>
          <a:ln w="25400" cap="flat" cmpd="sng" algn="ctr">
            <a:solidFill>
              <a:schemeClr val="bg1">
                <a:lumMod val="50000"/>
              </a:schemeClr>
            </a:solidFill>
            <a:prstDash val="solid"/>
          </a:ln>
        </p:spPr>
        <p:style>
          <a:lnRef idx="2">
            <a:schemeClr val="dk1"/>
          </a:lnRef>
          <a:fillRef idx="1">
            <a:schemeClr val="lt1"/>
          </a:fillRef>
          <a:effectRef idx="0">
            <a:schemeClr val="dk1"/>
          </a:effectRef>
          <a:fontRef idx="minor">
            <a:schemeClr val="dk1"/>
          </a:fontRef>
        </p:style>
        <p:txBody>
          <a:bodyPr rtlCol="0" anchor="ctr"/>
          <a:lstStyle>
            <a:lvl1pPr marL="173034" indent="-173034" algn="l" defTabSz="457189" rtl="0" eaLnBrk="1" latinLnBrk="0" hangingPunct="1">
              <a:spcBef>
                <a:spcPts val="1200"/>
              </a:spcBef>
              <a:buFont typeface="Arial"/>
              <a:buChar char="•"/>
              <a:defRPr sz="2000" kern="1200">
                <a:solidFill>
                  <a:schemeClr val="dk1"/>
                </a:solidFill>
                <a:latin typeface="+mn-lt"/>
                <a:ea typeface="+mn-ea"/>
                <a:cs typeface="+mn-cs"/>
              </a:defRPr>
            </a:lvl1pPr>
            <a:lvl2pPr marL="457189" indent="-228594" algn="l" defTabSz="457189" rtl="0" eaLnBrk="1" latinLnBrk="0" hangingPunct="1">
              <a:spcBef>
                <a:spcPts val="600"/>
              </a:spcBef>
              <a:spcAft>
                <a:spcPts val="400"/>
              </a:spcAft>
              <a:buFont typeface="Arial"/>
              <a:buChar char="–"/>
              <a:defRPr sz="1800" kern="1200">
                <a:solidFill>
                  <a:schemeClr val="dk1"/>
                </a:solidFill>
                <a:latin typeface="+mn-lt"/>
                <a:ea typeface="+mn-ea"/>
                <a:cs typeface="+mn-cs"/>
              </a:defRPr>
            </a:lvl2pPr>
            <a:lvl3pPr marL="630223" indent="-171446" algn="l" defTabSz="457189" rtl="0" eaLnBrk="1" latinLnBrk="0" hangingPunct="1">
              <a:spcBef>
                <a:spcPct val="20000"/>
              </a:spcBef>
              <a:buFont typeface="Arial"/>
              <a:buChar char="•"/>
              <a:defRPr sz="1600" kern="1200">
                <a:solidFill>
                  <a:schemeClr val="dk1"/>
                </a:solidFill>
                <a:latin typeface="+mn-lt"/>
                <a:ea typeface="+mn-ea"/>
                <a:cs typeface="+mn-cs"/>
              </a:defRPr>
            </a:lvl3pPr>
            <a:lvl4pPr marL="1600160" indent="-228594" algn="l" defTabSz="457189" rtl="0" eaLnBrk="1" latinLnBrk="0" hangingPunct="1">
              <a:spcBef>
                <a:spcPct val="20000"/>
              </a:spcBef>
              <a:buFont typeface="Arial"/>
              <a:buChar char="–"/>
              <a:defRPr sz="1400" kern="1200">
                <a:solidFill>
                  <a:schemeClr val="dk1"/>
                </a:solidFill>
                <a:latin typeface="+mn-lt"/>
                <a:ea typeface="+mn-ea"/>
                <a:cs typeface="+mn-cs"/>
              </a:defRPr>
            </a:lvl4pPr>
            <a:lvl5pPr marL="2057349" indent="-228594" algn="l" defTabSz="457189" rtl="0" eaLnBrk="1" latinLnBrk="0" hangingPunct="1">
              <a:spcBef>
                <a:spcPct val="20000"/>
              </a:spcBef>
              <a:buFont typeface="Arial"/>
              <a:buChar char="»"/>
              <a:defRPr sz="1400" kern="1200">
                <a:solidFill>
                  <a:schemeClr val="dk1"/>
                </a:solidFill>
                <a:latin typeface="+mn-lt"/>
                <a:ea typeface="+mn-ea"/>
                <a:cs typeface="+mn-cs"/>
              </a:defRPr>
            </a:lvl5pPr>
            <a:lvl6pPr marL="2514537" indent="-228594" algn="l" defTabSz="457189" rtl="0" eaLnBrk="1" latinLnBrk="0" hangingPunct="1">
              <a:spcBef>
                <a:spcPct val="20000"/>
              </a:spcBef>
              <a:buFont typeface="Arial"/>
              <a:buChar char="•"/>
              <a:defRPr sz="2000" kern="1200">
                <a:solidFill>
                  <a:schemeClr val="dk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dk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dk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dk1"/>
                </a:solidFill>
                <a:latin typeface="+mn-lt"/>
                <a:ea typeface="+mn-ea"/>
                <a:cs typeface="+mn-cs"/>
              </a:defRPr>
            </a:lvl9pPr>
          </a:lstStyle>
          <a:p>
            <a:pPr marL="91440" marR="0" lvl="0" indent="0" algn="l" defTabSz="457189" rtl="0" eaLnBrk="1" fontAlgn="auto" latinLnBrk="0" hangingPunct="1">
              <a:lnSpc>
                <a:spcPct val="100000"/>
              </a:lnSpc>
              <a:spcBef>
                <a:spcPts val="1200"/>
              </a:spcBef>
              <a:spcAft>
                <a:spcPts val="0"/>
              </a:spcAft>
              <a:buClrTx/>
              <a:buSzTx/>
              <a:buFont typeface="Arial"/>
              <a:buNone/>
              <a:tabLst/>
              <a:defRPr/>
            </a:pPr>
            <a:r>
              <a:rPr kumimoji="0" lang="en-US" sz="2000" b="1" i="0" u="none" strike="noStrike" kern="1200" cap="none" spc="0" normalizeH="0" baseline="0" noProof="0" dirty="0">
                <a:ln>
                  <a:noFill/>
                </a:ln>
                <a:solidFill>
                  <a:schemeClr val="tx1">
                    <a:lumMod val="65000"/>
                    <a:lumOff val="35000"/>
                  </a:schemeClr>
                </a:solidFill>
                <a:effectLst/>
                <a:uLnTx/>
                <a:uFillTx/>
                <a:latin typeface="Arial" panose="020B0604020202020204" pitchFamily="34" charset="0"/>
                <a:ea typeface="+mn-ea"/>
                <a:cs typeface="Arial" panose="020B0604020202020204" pitchFamily="34" charset="0"/>
              </a:rPr>
              <a:t>Question 20:</a:t>
            </a:r>
            <a:endParaRPr kumimoji="0" lang="en-US" sz="2000" b="0" i="0" u="none" strike="noStrike" kern="1200" cap="none" spc="0" normalizeH="0" baseline="0" noProof="0" dirty="0">
              <a:ln>
                <a:noFill/>
              </a:ln>
              <a:solidFill>
                <a:schemeClr val="tx1">
                  <a:lumMod val="65000"/>
                  <a:lumOff val="35000"/>
                </a:schemeClr>
              </a:solidFill>
              <a:effectLst/>
              <a:uLnTx/>
              <a:uFillTx/>
              <a:latin typeface="Arial" panose="020B0604020202020204" pitchFamily="34" charset="0"/>
              <a:ea typeface="+mn-ea"/>
              <a:cs typeface="Arial" panose="020B0604020202020204" pitchFamily="34" charset="0"/>
            </a:endParaRPr>
          </a:p>
          <a:p>
            <a:pPr marL="91440" lvl="0" indent="0">
              <a:spcBef>
                <a:spcPts val="800"/>
              </a:spcBef>
              <a:buNone/>
            </a:pPr>
            <a:r>
              <a:rPr lang="en-US" sz="1800" dirty="0">
                <a:solidFill>
                  <a:schemeClr val="tx1">
                    <a:lumMod val="65000"/>
                    <a:lumOff val="35000"/>
                  </a:schemeClr>
                </a:solidFill>
                <a:latin typeface="Arial" panose="020B0604020202020204" pitchFamily="34" charset="0"/>
                <a:cs typeface="Arial" panose="020B0604020202020204" pitchFamily="34" charset="0"/>
              </a:rPr>
              <a:t>Does the IAASB support the direction proposed by the ISQM 1 TF to address concerns regarding how networks are being addressed, i.e., undertaking further outreach and addressing the appropriate implementation of network requirements in paragraph 61 of Agenda Item 7-A?</a:t>
            </a:r>
          </a:p>
          <a:p>
            <a:pPr marL="91440" indent="0">
              <a:spcBef>
                <a:spcPts val="800"/>
              </a:spcBef>
              <a:buNone/>
            </a:pPr>
            <a:r>
              <a:rPr lang="en-US" b="1" dirty="0">
                <a:solidFill>
                  <a:schemeClr val="tx1">
                    <a:lumMod val="65000"/>
                    <a:lumOff val="35000"/>
                  </a:schemeClr>
                </a:solidFill>
                <a:latin typeface="Arial" panose="020B0604020202020204" pitchFamily="34" charset="0"/>
                <a:cs typeface="Arial" panose="020B0604020202020204" pitchFamily="34" charset="0"/>
              </a:rPr>
              <a:t>Question 21:</a:t>
            </a:r>
            <a:endParaRPr lang="en-US" dirty="0">
              <a:solidFill>
                <a:schemeClr val="tx1">
                  <a:lumMod val="65000"/>
                  <a:lumOff val="35000"/>
                </a:schemeClr>
              </a:solidFill>
              <a:latin typeface="Arial" panose="020B0604020202020204" pitchFamily="34" charset="0"/>
              <a:cs typeface="Arial" panose="020B0604020202020204" pitchFamily="34" charset="0"/>
            </a:endParaRPr>
          </a:p>
          <a:p>
            <a:pPr marL="91440" lvl="0" indent="0">
              <a:spcBef>
                <a:spcPts val="800"/>
              </a:spcBef>
              <a:buNone/>
            </a:pPr>
            <a:r>
              <a:rPr lang="en-US" sz="1800" dirty="0">
                <a:solidFill>
                  <a:schemeClr val="tx1">
                    <a:lumMod val="65000"/>
                    <a:lumOff val="35000"/>
                  </a:schemeClr>
                </a:solidFill>
                <a:latin typeface="Arial" panose="020B0604020202020204" pitchFamily="34" charset="0"/>
                <a:cs typeface="Arial" panose="020B0604020202020204" pitchFamily="34" charset="0"/>
              </a:rPr>
              <a:t>Does the IAASB agree with the changes to paragraphs 59 of Agenda Item 7-A, as explained above?</a:t>
            </a:r>
          </a:p>
        </p:txBody>
      </p:sp>
    </p:spTree>
    <p:extLst>
      <p:ext uri="{BB962C8B-B14F-4D97-AF65-F5344CB8AC3E}">
        <p14:creationId xmlns:p14="http://schemas.microsoft.com/office/powerpoint/2010/main" val="37373205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88998"/>
            <a:ext cx="12192000" cy="531048"/>
          </a:xfrm>
        </p:spPr>
        <p:txBody>
          <a:bodyPr/>
          <a:lstStyle/>
          <a:p>
            <a:pPr marL="347472"/>
            <a:r>
              <a:rPr lang="en-US" b="1" dirty="0">
                <a:ln w="0"/>
              </a:rPr>
              <a:t>Other Proposals</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MS PGothic" charset="0"/>
              </a:rPr>
              <a:t>Page </a:t>
            </a:r>
            <a:fld id="{A5D50FB3-691B-4551-985A-DEFE3F9B00A3}" type="slidenum">
              <a:rPr kumimoji="0" lang="en-US" sz="900" b="0" i="0" u="none" strike="noStrike" kern="1200" cap="none" spc="0" normalizeH="0" baseline="0" noProof="0" smtClean="0">
                <a:ln>
                  <a:noFill/>
                </a:ln>
                <a:solidFill>
                  <a:srgbClr val="808080"/>
                </a:solidFill>
                <a:effectLst/>
                <a:uLnTx/>
                <a:uFillTx/>
                <a:latin typeface="Arial" panose="020B0604020202020204" pitchFamily="34" charset="0"/>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34</a:t>
            </a:fld>
            <a:endPar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Arial" panose="020B0604020202020204" pitchFamily="34" charset="0"/>
            </a:endParaRPr>
          </a:p>
        </p:txBody>
      </p:sp>
      <p:sp>
        <p:nvSpPr>
          <p:cNvPr id="10" name="Content Placeholder 2">
            <a:extLst>
              <a:ext uri="{FF2B5EF4-FFF2-40B4-BE49-F238E27FC236}">
                <a16:creationId xmlns:a16="http://schemas.microsoft.com/office/drawing/2014/main" id="{C6484B08-BFC1-4FD0-ACDB-93C0FE31F09C}"/>
              </a:ext>
            </a:extLst>
          </p:cNvPr>
          <p:cNvSpPr txBox="1">
            <a:spLocks/>
          </p:cNvSpPr>
          <p:nvPr/>
        </p:nvSpPr>
        <p:spPr>
          <a:xfrm>
            <a:off x="284051" y="1291514"/>
            <a:ext cx="11623898" cy="5048078"/>
          </a:xfrm>
          <a:prstGeom prst="rect">
            <a:avLst/>
          </a:prstGeom>
        </p:spPr>
        <p:txBody>
          <a:bodyPr vert="horz" lIns="121920" tIns="0" rIns="121920" bIns="0" rtlCol="0">
            <a:noAutofit/>
          </a:bodyPr>
          <a:lst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0" lvl="0" indent="-347472">
              <a:spcBef>
                <a:spcPts val="300"/>
              </a:spcBef>
              <a:spcAft>
                <a:spcPts val="300"/>
              </a:spcAft>
            </a:pPr>
            <a:r>
              <a:rPr lang="en-US" dirty="0">
                <a:solidFill>
                  <a:prstClr val="black">
                    <a:lumMod val="65000"/>
                    <a:lumOff val="35000"/>
                  </a:prstClr>
                </a:solidFill>
              </a:rPr>
              <a:t>Paragraph 22 - deemphasize the focus on compliance</a:t>
            </a:r>
          </a:p>
          <a:p>
            <a:pPr marL="0" lvl="0" indent="-347472">
              <a:spcBef>
                <a:spcPts val="300"/>
              </a:spcBef>
              <a:spcAft>
                <a:spcPts val="300"/>
              </a:spcAft>
            </a:pPr>
            <a:r>
              <a:rPr lang="en-US" dirty="0">
                <a:solidFill>
                  <a:prstClr val="black">
                    <a:lumMod val="65000"/>
                    <a:lumOff val="35000"/>
                  </a:prstClr>
                </a:solidFill>
              </a:rPr>
              <a:t>Firm leadership’s understanding of the standard</a:t>
            </a:r>
          </a:p>
          <a:p>
            <a:pPr marL="0" lvl="0" indent="-347472">
              <a:spcBef>
                <a:spcPts val="300"/>
              </a:spcBef>
              <a:spcAft>
                <a:spcPts val="300"/>
              </a:spcAft>
            </a:pPr>
            <a:r>
              <a:rPr lang="en-US" dirty="0">
                <a:solidFill>
                  <a:prstClr val="black">
                    <a:lumMod val="65000"/>
                    <a:lumOff val="35000"/>
                  </a:prstClr>
                </a:solidFill>
              </a:rPr>
              <a:t>Drafting and presentation</a:t>
            </a:r>
          </a:p>
          <a:p>
            <a:pPr marL="694944" lvl="1" indent="-347472">
              <a:spcBef>
                <a:spcPts val="300"/>
              </a:spcBef>
              <a:spcAft>
                <a:spcPts val="300"/>
              </a:spcAft>
            </a:pPr>
            <a:r>
              <a:rPr lang="en-US" dirty="0">
                <a:solidFill>
                  <a:prstClr val="black">
                    <a:lumMod val="65000"/>
                    <a:lumOff val="35000"/>
                  </a:prstClr>
                </a:solidFill>
              </a:rPr>
              <a:t>Application material to external guidance</a:t>
            </a:r>
          </a:p>
          <a:p>
            <a:pPr marL="694944" lvl="1" indent="-347472">
              <a:spcBef>
                <a:spcPts val="300"/>
              </a:spcBef>
              <a:spcAft>
                <a:spcPts val="300"/>
              </a:spcAft>
            </a:pPr>
            <a:r>
              <a:rPr lang="en-US" dirty="0">
                <a:solidFill>
                  <a:prstClr val="black">
                    <a:lumMod val="65000"/>
                    <a:lumOff val="35000"/>
                  </a:prstClr>
                </a:solidFill>
              </a:rPr>
              <a:t>Examples in boxes and signposting scalability examples</a:t>
            </a:r>
          </a:p>
          <a:p>
            <a:pPr marL="694944" lvl="1" indent="-347472">
              <a:spcBef>
                <a:spcPts val="300"/>
              </a:spcBef>
              <a:spcAft>
                <a:spcPts val="300"/>
              </a:spcAft>
            </a:pPr>
            <a:r>
              <a:rPr lang="en-US" dirty="0">
                <a:solidFill>
                  <a:prstClr val="black">
                    <a:lumMod val="65000"/>
                    <a:lumOff val="35000"/>
                  </a:prstClr>
                </a:solidFill>
              </a:rPr>
              <a:t>Remove duplication</a:t>
            </a:r>
          </a:p>
          <a:p>
            <a:pPr marL="694944" lvl="1" indent="-347472">
              <a:spcBef>
                <a:spcPts val="300"/>
              </a:spcBef>
              <a:spcAft>
                <a:spcPts val="300"/>
              </a:spcAft>
            </a:pPr>
            <a:r>
              <a:rPr lang="en-US" dirty="0">
                <a:solidFill>
                  <a:prstClr val="black">
                    <a:lumMod val="65000"/>
                    <a:lumOff val="35000"/>
                  </a:prstClr>
                </a:solidFill>
              </a:rPr>
              <a:t>Removing material considered unhelpful</a:t>
            </a:r>
          </a:p>
          <a:p>
            <a:pPr marL="284155" lvl="1" indent="-347472">
              <a:spcBef>
                <a:spcPts val="300"/>
              </a:spcBef>
              <a:spcAft>
                <a:spcPts val="300"/>
              </a:spcAft>
            </a:pPr>
            <a:endParaRPr lang="en-US" dirty="0">
              <a:solidFill>
                <a:prstClr val="black">
                  <a:lumMod val="65000"/>
                  <a:lumOff val="35000"/>
                </a:prstClr>
              </a:solidFill>
            </a:endParaRPr>
          </a:p>
          <a:p>
            <a:pPr marL="0" lvl="0" indent="-347472">
              <a:spcBef>
                <a:spcPts val="300"/>
              </a:spcBef>
              <a:spcAft>
                <a:spcPts val="300"/>
              </a:spcAft>
            </a:pPr>
            <a:endParaRPr kumimoji="0" lang="en-US" sz="2000" b="0" i="0" u="none" strike="noStrike" kern="1200" cap="none" spc="0" normalizeH="0" baseline="0" noProof="0" dirty="0">
              <a:ln>
                <a:noFill/>
              </a:ln>
              <a:solidFill>
                <a:prstClr val="black">
                  <a:lumMod val="65000"/>
                  <a:lumOff val="35000"/>
                </a:prstClr>
              </a:solidFill>
              <a:effectLst/>
              <a:uLnTx/>
              <a:uFillTx/>
              <a:latin typeface="Arial" panose="020B0604020202020204" pitchFamily="34" charset="0"/>
              <a:ea typeface="+mn-ea"/>
              <a:cs typeface="Arial" panose="020B0604020202020204" pitchFamily="34" charset="0"/>
            </a:endParaRPr>
          </a:p>
          <a:p>
            <a:pPr marL="457189" marR="0" lvl="2" indent="0" algn="l" defTabSz="457189" rtl="0" eaLnBrk="1" fontAlgn="auto" latinLnBrk="0" hangingPunct="1">
              <a:lnSpc>
                <a:spcPct val="100000"/>
              </a:lnSpc>
              <a:spcBef>
                <a:spcPts val="300"/>
              </a:spcBef>
              <a:spcAft>
                <a:spcPts val="300"/>
              </a:spcAft>
              <a:buClrTx/>
              <a:buSzTx/>
              <a:buFont typeface="Arial"/>
              <a:buNone/>
              <a:tabLst/>
              <a:defRPr/>
            </a:pPr>
            <a:endParaRPr kumimoji="0" lang="en-US" sz="1600" b="0" i="0" u="none" strike="noStrike" kern="1200" cap="none" spc="0" normalizeH="0" baseline="0" noProof="0" dirty="0">
              <a:ln>
                <a:noFill/>
              </a:ln>
              <a:solidFill>
                <a:prstClr val="black">
                  <a:lumMod val="65000"/>
                  <a:lumOff val="35000"/>
                </a:prstClr>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7626165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88998"/>
            <a:ext cx="12192000" cy="531048"/>
          </a:xfrm>
        </p:spPr>
        <p:txBody>
          <a:bodyPr/>
          <a:lstStyle/>
          <a:p>
            <a:pPr marL="347472"/>
            <a:r>
              <a:rPr lang="en-US" b="1" dirty="0">
                <a:ln w="0"/>
              </a:rPr>
              <a:t>Other Proposals</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MS PGothic" charset="0"/>
              </a:rPr>
              <a:t>Page </a:t>
            </a:r>
            <a:fld id="{A5D50FB3-691B-4551-985A-DEFE3F9B00A3}" type="slidenum">
              <a:rPr kumimoji="0" lang="en-US" sz="900" b="0" i="0" u="none" strike="noStrike" kern="1200" cap="none" spc="0" normalizeH="0" baseline="0" noProof="0" smtClean="0">
                <a:ln>
                  <a:noFill/>
                </a:ln>
                <a:solidFill>
                  <a:srgbClr val="808080"/>
                </a:solidFill>
                <a:effectLst/>
                <a:uLnTx/>
                <a:uFillTx/>
                <a:latin typeface="Arial" panose="020B0604020202020204" pitchFamily="34" charset="0"/>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35</a:t>
            </a:fld>
            <a:endPar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Arial" panose="020B0604020202020204" pitchFamily="34" charset="0"/>
            </a:endParaRPr>
          </a:p>
        </p:txBody>
      </p:sp>
      <p:sp>
        <p:nvSpPr>
          <p:cNvPr id="5" name="Content Placeholder 6">
            <a:extLst>
              <a:ext uri="{FF2B5EF4-FFF2-40B4-BE49-F238E27FC236}">
                <a16:creationId xmlns:a16="http://schemas.microsoft.com/office/drawing/2014/main" id="{D25B529A-A881-4D02-A71B-44B3D371B1F1}"/>
              </a:ext>
            </a:extLst>
          </p:cNvPr>
          <p:cNvSpPr txBox="1">
            <a:spLocks/>
          </p:cNvSpPr>
          <p:nvPr/>
        </p:nvSpPr>
        <p:spPr>
          <a:xfrm>
            <a:off x="304068" y="1437600"/>
            <a:ext cx="11203029" cy="3080612"/>
          </a:xfrm>
          <a:prstGeom prst="roundRect">
            <a:avLst/>
          </a:prstGeom>
          <a:ln w="25400" cap="flat" cmpd="sng" algn="ctr">
            <a:solidFill>
              <a:schemeClr val="bg1">
                <a:lumMod val="50000"/>
              </a:schemeClr>
            </a:solidFill>
            <a:prstDash val="solid"/>
          </a:ln>
        </p:spPr>
        <p:style>
          <a:lnRef idx="2">
            <a:schemeClr val="dk1"/>
          </a:lnRef>
          <a:fillRef idx="1">
            <a:schemeClr val="lt1"/>
          </a:fillRef>
          <a:effectRef idx="0">
            <a:schemeClr val="dk1"/>
          </a:effectRef>
          <a:fontRef idx="minor">
            <a:schemeClr val="dk1"/>
          </a:fontRef>
        </p:style>
        <p:txBody>
          <a:bodyPr rtlCol="0" anchor="ctr"/>
          <a:lstStyle>
            <a:lvl1pPr marL="173034" indent="-173034" algn="l" defTabSz="457189" rtl="0" eaLnBrk="1" latinLnBrk="0" hangingPunct="1">
              <a:spcBef>
                <a:spcPts val="1200"/>
              </a:spcBef>
              <a:buFont typeface="Arial"/>
              <a:buChar char="•"/>
              <a:defRPr sz="2000" kern="1200">
                <a:solidFill>
                  <a:schemeClr val="dk1"/>
                </a:solidFill>
                <a:latin typeface="+mn-lt"/>
                <a:ea typeface="+mn-ea"/>
                <a:cs typeface="+mn-cs"/>
              </a:defRPr>
            </a:lvl1pPr>
            <a:lvl2pPr marL="457189" indent="-228594" algn="l" defTabSz="457189" rtl="0" eaLnBrk="1" latinLnBrk="0" hangingPunct="1">
              <a:spcBef>
                <a:spcPts val="600"/>
              </a:spcBef>
              <a:spcAft>
                <a:spcPts val="400"/>
              </a:spcAft>
              <a:buFont typeface="Arial"/>
              <a:buChar char="–"/>
              <a:defRPr sz="1800" kern="1200">
                <a:solidFill>
                  <a:schemeClr val="dk1"/>
                </a:solidFill>
                <a:latin typeface="+mn-lt"/>
                <a:ea typeface="+mn-ea"/>
                <a:cs typeface="+mn-cs"/>
              </a:defRPr>
            </a:lvl2pPr>
            <a:lvl3pPr marL="630223" indent="-171446" algn="l" defTabSz="457189" rtl="0" eaLnBrk="1" latinLnBrk="0" hangingPunct="1">
              <a:spcBef>
                <a:spcPct val="20000"/>
              </a:spcBef>
              <a:buFont typeface="Arial"/>
              <a:buChar char="•"/>
              <a:defRPr sz="1600" kern="1200">
                <a:solidFill>
                  <a:schemeClr val="dk1"/>
                </a:solidFill>
                <a:latin typeface="+mn-lt"/>
                <a:ea typeface="+mn-ea"/>
                <a:cs typeface="+mn-cs"/>
              </a:defRPr>
            </a:lvl3pPr>
            <a:lvl4pPr marL="1600160" indent="-228594" algn="l" defTabSz="457189" rtl="0" eaLnBrk="1" latinLnBrk="0" hangingPunct="1">
              <a:spcBef>
                <a:spcPct val="20000"/>
              </a:spcBef>
              <a:buFont typeface="Arial"/>
              <a:buChar char="–"/>
              <a:defRPr sz="1400" kern="1200">
                <a:solidFill>
                  <a:schemeClr val="dk1"/>
                </a:solidFill>
                <a:latin typeface="+mn-lt"/>
                <a:ea typeface="+mn-ea"/>
                <a:cs typeface="+mn-cs"/>
              </a:defRPr>
            </a:lvl4pPr>
            <a:lvl5pPr marL="2057349" indent="-228594" algn="l" defTabSz="457189" rtl="0" eaLnBrk="1" latinLnBrk="0" hangingPunct="1">
              <a:spcBef>
                <a:spcPct val="20000"/>
              </a:spcBef>
              <a:buFont typeface="Arial"/>
              <a:buChar char="»"/>
              <a:defRPr sz="1400" kern="1200">
                <a:solidFill>
                  <a:schemeClr val="dk1"/>
                </a:solidFill>
                <a:latin typeface="+mn-lt"/>
                <a:ea typeface="+mn-ea"/>
                <a:cs typeface="+mn-cs"/>
              </a:defRPr>
            </a:lvl5pPr>
            <a:lvl6pPr marL="2514537" indent="-228594" algn="l" defTabSz="457189" rtl="0" eaLnBrk="1" latinLnBrk="0" hangingPunct="1">
              <a:spcBef>
                <a:spcPct val="20000"/>
              </a:spcBef>
              <a:buFont typeface="Arial"/>
              <a:buChar char="•"/>
              <a:defRPr sz="2000" kern="1200">
                <a:solidFill>
                  <a:schemeClr val="dk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dk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dk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dk1"/>
                </a:solidFill>
                <a:latin typeface="+mn-lt"/>
                <a:ea typeface="+mn-ea"/>
                <a:cs typeface="+mn-cs"/>
              </a:defRPr>
            </a:lvl9pPr>
          </a:lstStyle>
          <a:p>
            <a:pPr marL="91440" marR="0" lvl="0" indent="0" algn="l" defTabSz="457189" rtl="0" eaLnBrk="1" fontAlgn="auto" latinLnBrk="0" hangingPunct="1">
              <a:lnSpc>
                <a:spcPct val="100000"/>
              </a:lnSpc>
              <a:spcBef>
                <a:spcPts val="1200"/>
              </a:spcBef>
              <a:spcAft>
                <a:spcPts val="0"/>
              </a:spcAft>
              <a:buClrTx/>
              <a:buSzTx/>
              <a:buFont typeface="Arial"/>
              <a:buNone/>
              <a:tabLst/>
              <a:defRPr/>
            </a:pPr>
            <a:r>
              <a:rPr kumimoji="0" lang="en-US" sz="2000" b="1" i="0" u="none" strike="noStrike" kern="1200" cap="none" spc="0" normalizeH="0" baseline="0" noProof="0" dirty="0">
                <a:ln>
                  <a:noFill/>
                </a:ln>
                <a:solidFill>
                  <a:schemeClr val="tx1">
                    <a:lumMod val="65000"/>
                    <a:lumOff val="35000"/>
                  </a:schemeClr>
                </a:solidFill>
                <a:effectLst/>
                <a:uLnTx/>
                <a:uFillTx/>
                <a:latin typeface="Arial" panose="020B0604020202020204" pitchFamily="34" charset="0"/>
                <a:ea typeface="+mn-ea"/>
                <a:cs typeface="Arial" panose="020B0604020202020204" pitchFamily="34" charset="0"/>
              </a:rPr>
              <a:t>Question 22:</a:t>
            </a:r>
            <a:endParaRPr kumimoji="0" lang="en-US" sz="2000" b="0" i="0" u="none" strike="noStrike" kern="1200" cap="none" spc="0" normalizeH="0" baseline="0" noProof="0" dirty="0">
              <a:ln>
                <a:noFill/>
              </a:ln>
              <a:solidFill>
                <a:schemeClr val="tx1">
                  <a:lumMod val="65000"/>
                  <a:lumOff val="35000"/>
                </a:schemeClr>
              </a:solidFill>
              <a:effectLst/>
              <a:uLnTx/>
              <a:uFillTx/>
              <a:latin typeface="Arial" panose="020B0604020202020204" pitchFamily="34" charset="0"/>
              <a:ea typeface="+mn-ea"/>
              <a:cs typeface="Arial" panose="020B0604020202020204" pitchFamily="34" charset="0"/>
            </a:endParaRPr>
          </a:p>
          <a:p>
            <a:pPr marL="91440" lvl="0" indent="0">
              <a:spcBef>
                <a:spcPts val="800"/>
              </a:spcBef>
              <a:buNone/>
            </a:pPr>
            <a:r>
              <a:rPr lang="en-US" sz="1800" dirty="0">
                <a:solidFill>
                  <a:schemeClr val="tx1">
                    <a:lumMod val="65000"/>
                    <a:lumOff val="35000"/>
                  </a:schemeClr>
                </a:solidFill>
                <a:latin typeface="Arial" panose="020B0604020202020204" pitchFamily="34" charset="0"/>
                <a:cs typeface="Arial" panose="020B0604020202020204" pitchFamily="34" charset="0"/>
              </a:rPr>
              <a:t>Does the IAASB support:</a:t>
            </a:r>
          </a:p>
          <a:p>
            <a:pPr marL="461963" lvl="0" indent="-342900">
              <a:spcBef>
                <a:spcPts val="800"/>
              </a:spcBef>
              <a:buNone/>
            </a:pPr>
            <a:r>
              <a:rPr lang="en-US" sz="1800" dirty="0">
                <a:solidFill>
                  <a:schemeClr val="tx1">
                    <a:lumMod val="65000"/>
                    <a:lumOff val="35000"/>
                  </a:schemeClr>
                </a:solidFill>
                <a:latin typeface="Arial" panose="020B0604020202020204" pitchFamily="34" charset="0"/>
                <a:cs typeface="Arial" panose="020B0604020202020204" pitchFamily="34" charset="0"/>
              </a:rPr>
              <a:t>(a)	The revisions made to the presentation of examples in the application material (i.e., the use of boxes and more clear identification of scalability examples);</a:t>
            </a:r>
          </a:p>
          <a:p>
            <a:pPr marL="461963" lvl="0" indent="-342900">
              <a:spcBef>
                <a:spcPts val="800"/>
              </a:spcBef>
              <a:buNone/>
            </a:pPr>
            <a:r>
              <a:rPr lang="en-US" sz="1800" dirty="0">
                <a:solidFill>
                  <a:schemeClr val="tx1">
                    <a:lumMod val="65000"/>
                    <a:lumOff val="35000"/>
                  </a:schemeClr>
                </a:solidFill>
                <a:latin typeface="Arial" panose="020B0604020202020204" pitchFamily="34" charset="0"/>
                <a:cs typeface="Arial" panose="020B0604020202020204" pitchFamily="34" charset="0"/>
              </a:rPr>
              <a:t>(b)	Moving certain application material to implementation guidance, as indicated in the draft;</a:t>
            </a:r>
          </a:p>
          <a:p>
            <a:pPr marL="461963" lvl="0" indent="-342900">
              <a:spcBef>
                <a:spcPts val="800"/>
              </a:spcBef>
              <a:buNone/>
            </a:pPr>
            <a:r>
              <a:rPr lang="en-US" sz="1800" dirty="0">
                <a:solidFill>
                  <a:schemeClr val="tx1">
                    <a:lumMod val="65000"/>
                    <a:lumOff val="35000"/>
                  </a:schemeClr>
                </a:solidFill>
                <a:latin typeface="Arial" panose="020B0604020202020204" pitchFamily="34" charset="0"/>
                <a:cs typeface="Arial" panose="020B0604020202020204" pitchFamily="34" charset="0"/>
              </a:rPr>
              <a:t>(c)	Reducing the explanations in the introduction; and</a:t>
            </a:r>
          </a:p>
          <a:p>
            <a:pPr marL="461963" lvl="0" indent="-342900">
              <a:spcBef>
                <a:spcPts val="800"/>
              </a:spcBef>
              <a:buNone/>
            </a:pPr>
            <a:r>
              <a:rPr lang="en-US" sz="1800" dirty="0">
                <a:solidFill>
                  <a:schemeClr val="tx1">
                    <a:lumMod val="65000"/>
                    <a:lumOff val="35000"/>
                  </a:schemeClr>
                </a:solidFill>
                <a:latin typeface="Arial" panose="020B0604020202020204" pitchFamily="34" charset="0"/>
                <a:cs typeface="Arial" panose="020B0604020202020204" pitchFamily="34" charset="0"/>
              </a:rPr>
              <a:t>(d)	Removing the appendix?</a:t>
            </a:r>
          </a:p>
        </p:txBody>
      </p:sp>
    </p:spTree>
    <p:extLst>
      <p:ext uri="{BB962C8B-B14F-4D97-AF65-F5344CB8AC3E}">
        <p14:creationId xmlns:p14="http://schemas.microsoft.com/office/powerpoint/2010/main" val="35730013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88998"/>
            <a:ext cx="12192000" cy="531048"/>
          </a:xfrm>
        </p:spPr>
        <p:txBody>
          <a:bodyPr/>
          <a:lstStyle/>
          <a:p>
            <a:pPr marL="347472"/>
            <a:r>
              <a:rPr lang="en-US" b="1" dirty="0">
                <a:ln w="0"/>
              </a:rPr>
              <a:t>How the Proposals Address the Key Areas of Concern</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MS PGothic" charset="0"/>
              </a:rPr>
              <a:t>Page </a:t>
            </a:r>
            <a:fld id="{A5D50FB3-691B-4551-985A-DEFE3F9B00A3}" type="slidenum">
              <a:rPr kumimoji="0" lang="en-US" sz="900" b="0" i="0" u="none" strike="noStrike" kern="1200" cap="none" spc="0" normalizeH="0" baseline="0" noProof="0" smtClean="0">
                <a:ln>
                  <a:noFill/>
                </a:ln>
                <a:solidFill>
                  <a:srgbClr val="808080"/>
                </a:solidFill>
                <a:effectLst/>
                <a:uLnTx/>
                <a:uFillTx/>
                <a:latin typeface="Arial" panose="020B0604020202020204" pitchFamily="34" charset="0"/>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36</a:t>
            </a:fld>
            <a:endParaRPr kumimoji="0" lang="en-US" sz="900" b="0" i="0" u="none" strike="noStrike" kern="1200" cap="none" spc="0" normalizeH="0" baseline="0" noProof="0" dirty="0">
              <a:ln>
                <a:noFill/>
              </a:ln>
              <a:solidFill>
                <a:srgbClr val="808080"/>
              </a:solidFill>
              <a:effectLst/>
              <a:uLnTx/>
              <a:uFillTx/>
              <a:latin typeface="Arial" panose="020B0604020202020204" pitchFamily="34" charset="0"/>
              <a:ea typeface="+mn-ea"/>
              <a:cs typeface="Arial" panose="020B0604020202020204" pitchFamily="34" charset="0"/>
            </a:endParaRPr>
          </a:p>
        </p:txBody>
      </p:sp>
      <p:sp>
        <p:nvSpPr>
          <p:cNvPr id="5" name="Content Placeholder 6">
            <a:extLst>
              <a:ext uri="{FF2B5EF4-FFF2-40B4-BE49-F238E27FC236}">
                <a16:creationId xmlns:a16="http://schemas.microsoft.com/office/drawing/2014/main" id="{D25B529A-A881-4D02-A71B-44B3D371B1F1}"/>
              </a:ext>
            </a:extLst>
          </p:cNvPr>
          <p:cNvSpPr txBox="1">
            <a:spLocks/>
          </p:cNvSpPr>
          <p:nvPr/>
        </p:nvSpPr>
        <p:spPr>
          <a:xfrm>
            <a:off x="304068" y="1437600"/>
            <a:ext cx="11203029" cy="1585299"/>
          </a:xfrm>
          <a:prstGeom prst="roundRect">
            <a:avLst/>
          </a:prstGeom>
          <a:ln w="25400" cap="flat" cmpd="sng" algn="ctr">
            <a:solidFill>
              <a:schemeClr val="bg1">
                <a:lumMod val="50000"/>
              </a:schemeClr>
            </a:solidFill>
            <a:prstDash val="solid"/>
          </a:ln>
        </p:spPr>
        <p:style>
          <a:lnRef idx="2">
            <a:schemeClr val="dk1"/>
          </a:lnRef>
          <a:fillRef idx="1">
            <a:schemeClr val="lt1"/>
          </a:fillRef>
          <a:effectRef idx="0">
            <a:schemeClr val="dk1"/>
          </a:effectRef>
          <a:fontRef idx="minor">
            <a:schemeClr val="dk1"/>
          </a:fontRef>
        </p:style>
        <p:txBody>
          <a:bodyPr rtlCol="0" anchor="ctr"/>
          <a:lstStyle>
            <a:lvl1pPr marL="173034" indent="-173034" algn="l" defTabSz="457189" rtl="0" eaLnBrk="1" latinLnBrk="0" hangingPunct="1">
              <a:spcBef>
                <a:spcPts val="1200"/>
              </a:spcBef>
              <a:buFont typeface="Arial"/>
              <a:buChar char="•"/>
              <a:defRPr sz="2000" kern="1200">
                <a:solidFill>
                  <a:schemeClr val="dk1"/>
                </a:solidFill>
                <a:latin typeface="+mn-lt"/>
                <a:ea typeface="+mn-ea"/>
                <a:cs typeface="+mn-cs"/>
              </a:defRPr>
            </a:lvl1pPr>
            <a:lvl2pPr marL="457189" indent="-228594" algn="l" defTabSz="457189" rtl="0" eaLnBrk="1" latinLnBrk="0" hangingPunct="1">
              <a:spcBef>
                <a:spcPts val="600"/>
              </a:spcBef>
              <a:spcAft>
                <a:spcPts val="400"/>
              </a:spcAft>
              <a:buFont typeface="Arial"/>
              <a:buChar char="–"/>
              <a:defRPr sz="1800" kern="1200">
                <a:solidFill>
                  <a:schemeClr val="dk1"/>
                </a:solidFill>
                <a:latin typeface="+mn-lt"/>
                <a:ea typeface="+mn-ea"/>
                <a:cs typeface="+mn-cs"/>
              </a:defRPr>
            </a:lvl2pPr>
            <a:lvl3pPr marL="630223" indent="-171446" algn="l" defTabSz="457189" rtl="0" eaLnBrk="1" latinLnBrk="0" hangingPunct="1">
              <a:spcBef>
                <a:spcPct val="20000"/>
              </a:spcBef>
              <a:buFont typeface="Arial"/>
              <a:buChar char="•"/>
              <a:defRPr sz="1600" kern="1200">
                <a:solidFill>
                  <a:schemeClr val="dk1"/>
                </a:solidFill>
                <a:latin typeface="+mn-lt"/>
                <a:ea typeface="+mn-ea"/>
                <a:cs typeface="+mn-cs"/>
              </a:defRPr>
            </a:lvl3pPr>
            <a:lvl4pPr marL="1600160" indent="-228594" algn="l" defTabSz="457189" rtl="0" eaLnBrk="1" latinLnBrk="0" hangingPunct="1">
              <a:spcBef>
                <a:spcPct val="20000"/>
              </a:spcBef>
              <a:buFont typeface="Arial"/>
              <a:buChar char="–"/>
              <a:defRPr sz="1400" kern="1200">
                <a:solidFill>
                  <a:schemeClr val="dk1"/>
                </a:solidFill>
                <a:latin typeface="+mn-lt"/>
                <a:ea typeface="+mn-ea"/>
                <a:cs typeface="+mn-cs"/>
              </a:defRPr>
            </a:lvl4pPr>
            <a:lvl5pPr marL="2057349" indent="-228594" algn="l" defTabSz="457189" rtl="0" eaLnBrk="1" latinLnBrk="0" hangingPunct="1">
              <a:spcBef>
                <a:spcPct val="20000"/>
              </a:spcBef>
              <a:buFont typeface="Arial"/>
              <a:buChar char="»"/>
              <a:defRPr sz="1400" kern="1200">
                <a:solidFill>
                  <a:schemeClr val="dk1"/>
                </a:solidFill>
                <a:latin typeface="+mn-lt"/>
                <a:ea typeface="+mn-ea"/>
                <a:cs typeface="+mn-cs"/>
              </a:defRPr>
            </a:lvl5pPr>
            <a:lvl6pPr marL="2514537" indent="-228594" algn="l" defTabSz="457189" rtl="0" eaLnBrk="1" latinLnBrk="0" hangingPunct="1">
              <a:spcBef>
                <a:spcPct val="20000"/>
              </a:spcBef>
              <a:buFont typeface="Arial"/>
              <a:buChar char="•"/>
              <a:defRPr sz="2000" kern="1200">
                <a:solidFill>
                  <a:schemeClr val="dk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dk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dk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dk1"/>
                </a:solidFill>
                <a:latin typeface="+mn-lt"/>
                <a:ea typeface="+mn-ea"/>
                <a:cs typeface="+mn-cs"/>
              </a:defRPr>
            </a:lvl9pPr>
          </a:lstStyle>
          <a:p>
            <a:pPr marL="91440" marR="0" lvl="0" indent="0" algn="l" defTabSz="457189" rtl="0" eaLnBrk="1" fontAlgn="auto" latinLnBrk="0" hangingPunct="1">
              <a:lnSpc>
                <a:spcPct val="100000"/>
              </a:lnSpc>
              <a:spcBef>
                <a:spcPts val="1200"/>
              </a:spcBef>
              <a:spcAft>
                <a:spcPts val="0"/>
              </a:spcAft>
              <a:buClrTx/>
              <a:buSzTx/>
              <a:buFont typeface="Arial"/>
              <a:buNone/>
              <a:tabLst/>
              <a:defRPr/>
            </a:pPr>
            <a:r>
              <a:rPr kumimoji="0" lang="en-US" sz="2000" b="1" i="0" u="none" strike="noStrike" kern="1200" cap="none" spc="0" normalizeH="0" baseline="0" noProof="0" dirty="0">
                <a:ln>
                  <a:noFill/>
                </a:ln>
                <a:solidFill>
                  <a:schemeClr val="tx1">
                    <a:lumMod val="65000"/>
                    <a:lumOff val="35000"/>
                  </a:schemeClr>
                </a:solidFill>
                <a:effectLst/>
                <a:uLnTx/>
                <a:uFillTx/>
                <a:latin typeface="Arial" panose="020B0604020202020204" pitchFamily="34" charset="0"/>
                <a:ea typeface="+mn-ea"/>
                <a:cs typeface="Arial" panose="020B0604020202020204" pitchFamily="34" charset="0"/>
              </a:rPr>
              <a:t>Question 23:</a:t>
            </a:r>
            <a:endParaRPr kumimoji="0" lang="en-US" sz="2000" b="0" i="0" u="none" strike="noStrike" kern="1200" cap="none" spc="0" normalizeH="0" baseline="0" noProof="0" dirty="0">
              <a:ln>
                <a:noFill/>
              </a:ln>
              <a:solidFill>
                <a:schemeClr val="tx1">
                  <a:lumMod val="65000"/>
                  <a:lumOff val="35000"/>
                </a:schemeClr>
              </a:solidFill>
              <a:effectLst/>
              <a:uLnTx/>
              <a:uFillTx/>
              <a:latin typeface="Arial" panose="020B0604020202020204" pitchFamily="34" charset="0"/>
              <a:ea typeface="+mn-ea"/>
              <a:cs typeface="Arial" panose="020B0604020202020204" pitchFamily="34" charset="0"/>
            </a:endParaRPr>
          </a:p>
          <a:p>
            <a:pPr marL="91440" lvl="0" indent="0">
              <a:spcBef>
                <a:spcPts val="800"/>
              </a:spcBef>
              <a:buNone/>
            </a:pPr>
            <a:r>
              <a:rPr lang="en-US" sz="1800" dirty="0">
                <a:solidFill>
                  <a:schemeClr val="tx1">
                    <a:lumMod val="65000"/>
                    <a:lumOff val="35000"/>
                  </a:schemeClr>
                </a:solidFill>
                <a:latin typeface="Arial" panose="020B0604020202020204" pitchFamily="34" charset="0"/>
                <a:cs typeface="Arial" panose="020B0604020202020204" pitchFamily="34" charset="0"/>
              </a:rPr>
              <a:t>Are there any further actions that need to be taken to address the key issues, i.e., scalability, tailoring, complexity, prescriptiveness and applicability of the standard?</a:t>
            </a:r>
          </a:p>
        </p:txBody>
      </p:sp>
    </p:spTree>
    <p:extLst>
      <p:ext uri="{BB962C8B-B14F-4D97-AF65-F5344CB8AC3E}">
        <p14:creationId xmlns:p14="http://schemas.microsoft.com/office/powerpoint/2010/main" val="2549546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2167535"/>
      </p:ext>
    </p:extLst>
  </p:cSld>
  <p:clrMapOvr>
    <a:masterClrMapping/>
  </p:clrMapOvr>
</p:sld>
</file>

<file path=ppt/theme/theme1.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Custom 34">
      <a:dk1>
        <a:sysClr val="windowText" lastClr="000000"/>
      </a:dk1>
      <a:lt1>
        <a:sysClr val="window" lastClr="FFFFFF"/>
      </a:lt1>
      <a:dk2>
        <a:srgbClr val="005BAA"/>
      </a:dk2>
      <a:lt2>
        <a:srgbClr val="00C0F3"/>
      </a:lt2>
      <a:accent1>
        <a:srgbClr val="F15A22"/>
      </a:accent1>
      <a:accent2>
        <a:srgbClr val="FAA61A"/>
      </a:accent2>
      <a:accent3>
        <a:srgbClr val="005BAA"/>
      </a:accent3>
      <a:accent4>
        <a:srgbClr val="00C0F3"/>
      </a:accent4>
      <a:accent5>
        <a:srgbClr val="0D9C4A"/>
      </a:accent5>
      <a:accent6>
        <a:srgbClr val="8DC63F"/>
      </a:accent6>
      <a:hlink>
        <a:srgbClr val="005BAA"/>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AASB_Powerpoint_template_2016_Widescreen" id="{551C3455-CE53-451D-A561-326C993C81B9}" vid="{313783E5-FB8C-4610-BC8F-F48741466E03}"/>
    </a:ext>
  </a:extLst>
</a:theme>
</file>

<file path=ppt/theme/theme6.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13440</TotalTime>
  <Words>3065</Words>
  <Application>Microsoft Office PowerPoint</Application>
  <PresentationFormat>Widescreen</PresentationFormat>
  <Paragraphs>379</Paragraphs>
  <Slides>37</Slides>
  <Notes>37</Notes>
  <HiddenSlides>0</HiddenSlides>
  <MMClips>0</MMClips>
  <ScaleCrop>false</ScaleCrop>
  <HeadingPairs>
    <vt:vector size="6" baseType="variant">
      <vt:variant>
        <vt:lpstr>Fonts Used</vt:lpstr>
      </vt:variant>
      <vt:variant>
        <vt:i4>5</vt:i4>
      </vt:variant>
      <vt:variant>
        <vt:lpstr>Theme</vt:lpstr>
      </vt:variant>
      <vt:variant>
        <vt:i4>6</vt:i4>
      </vt:variant>
      <vt:variant>
        <vt:lpstr>Slide Titles</vt:lpstr>
      </vt:variant>
      <vt:variant>
        <vt:i4>37</vt:i4>
      </vt:variant>
    </vt:vector>
  </HeadingPairs>
  <TitlesOfParts>
    <vt:vector size="48" baseType="lpstr">
      <vt:lpstr>Arial</vt:lpstr>
      <vt:lpstr>Arial Narrow</vt:lpstr>
      <vt:lpstr>Calibri</vt:lpstr>
      <vt:lpstr>Calibri Light</vt:lpstr>
      <vt:lpstr>Courier New</vt:lpstr>
      <vt:lpstr>1_Custom Design</vt:lpstr>
      <vt:lpstr>Custom Design</vt:lpstr>
      <vt:lpstr>2_Custom Design</vt:lpstr>
      <vt:lpstr>3_Custom Design</vt:lpstr>
      <vt:lpstr>Office Theme</vt:lpstr>
      <vt:lpstr>1_Office Theme</vt:lpstr>
      <vt:lpstr>PowerPoint Presentation</vt:lpstr>
      <vt:lpstr>ISQM 1 Task Force</vt:lpstr>
      <vt:lpstr>ISQM 1 Task Force Focus Areas</vt:lpstr>
      <vt:lpstr>Restructuring of Proposed ISQM 1 and Nature of the Components</vt:lpstr>
      <vt:lpstr>Restructuring of Proposed ISQM 1 and Nature of the Components</vt:lpstr>
      <vt:lpstr>The Firm’s Risk Assessment Process: Quality Risk Considerations</vt:lpstr>
      <vt:lpstr>The Firm’s Risk Assessment Process: Quality Risk Considerations</vt:lpstr>
      <vt:lpstr>The Firm’s Risk Assessment Process: Other Matters</vt:lpstr>
      <vt:lpstr>The Firm’s Risk Assessment Process: Other Matters</vt:lpstr>
      <vt:lpstr>The Approach to Quality Objectives and Responses in the Components</vt:lpstr>
      <vt:lpstr>The Approach to Quality Objectives and Responses in the Components</vt:lpstr>
      <vt:lpstr>Monitoring and Remediation Process (M&amp;R): Feedback from Respondents</vt:lpstr>
      <vt:lpstr>Monitoring and Remediation Process: Risk-Based Approach</vt:lpstr>
      <vt:lpstr>Monitoring and Remediation Process: Risk-Based Approach</vt:lpstr>
      <vt:lpstr>Monitoring and Remediation Process: Feedback from Respondents</vt:lpstr>
      <vt:lpstr>Monitoring and Remediation Process: Inspection of Engagements</vt:lpstr>
      <vt:lpstr>Monitoring and Remediation Process: Inspection of Engagements</vt:lpstr>
      <vt:lpstr>Monitoring and Remediation Process: Inspection of Engagements</vt:lpstr>
      <vt:lpstr>Monitoring and Remediation Process: Inspection of Engagements</vt:lpstr>
      <vt:lpstr>Monitoring and Remediation Process (M&amp;R): Feedback from Respondents</vt:lpstr>
      <vt:lpstr>Monitoring and Remediation Process (M&amp;R): Feedback from Respondents</vt:lpstr>
      <vt:lpstr>Monitoring and Remediation Process: Findings and Deficiencies</vt:lpstr>
      <vt:lpstr>Evaluating the SOQM: Feedback from Respondents</vt:lpstr>
      <vt:lpstr>Evaluating the SOQM</vt:lpstr>
      <vt:lpstr>Monitoring and Remediation Process: Findings and Deficiencies</vt:lpstr>
      <vt:lpstr>Governance and Leadership</vt:lpstr>
      <vt:lpstr>Governance and Leadership</vt:lpstr>
      <vt:lpstr>Engagement Performance</vt:lpstr>
      <vt:lpstr>Networks - Feedback from Respondents</vt:lpstr>
      <vt:lpstr>Networks</vt:lpstr>
      <vt:lpstr>Networks</vt:lpstr>
      <vt:lpstr>Networks</vt:lpstr>
      <vt:lpstr>Networks</vt:lpstr>
      <vt:lpstr>Other Proposals</vt:lpstr>
      <vt:lpstr>Other Proposals</vt:lpstr>
      <vt:lpstr>How the Proposals Address the Key Areas of Concern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Armand Kotze</dc:creator>
  <cp:lastModifiedBy>Armand Kotze</cp:lastModifiedBy>
  <cp:revision>622</cp:revision>
  <cp:lastPrinted>2019-12-10T16:39:24Z</cp:lastPrinted>
  <dcterms:created xsi:type="dcterms:W3CDTF">2018-10-18T19:25:41Z</dcterms:created>
  <dcterms:modified xsi:type="dcterms:W3CDTF">2019-12-16T16:37:24Z</dcterms:modified>
</cp:coreProperties>
</file>