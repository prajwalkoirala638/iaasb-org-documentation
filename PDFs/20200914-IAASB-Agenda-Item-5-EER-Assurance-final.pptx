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4"/>
  </p:notesMasterIdLst>
  <p:sldIdLst>
    <p:sldId id="288" r:id="rId5"/>
    <p:sldId id="366" r:id="rId6"/>
    <p:sldId id="372" r:id="rId7"/>
    <p:sldId id="448" r:id="rId8"/>
    <p:sldId id="438" r:id="rId9"/>
    <p:sldId id="439" r:id="rId10"/>
    <p:sldId id="444" r:id="rId11"/>
    <p:sldId id="456" r:id="rId12"/>
    <p:sldId id="449" r:id="rId13"/>
    <p:sldId id="434" r:id="rId14"/>
    <p:sldId id="450" r:id="rId15"/>
    <p:sldId id="407" r:id="rId16"/>
    <p:sldId id="436" r:id="rId17"/>
    <p:sldId id="451" r:id="rId18"/>
    <p:sldId id="443" r:id="rId19"/>
    <p:sldId id="455" r:id="rId20"/>
    <p:sldId id="453" r:id="rId21"/>
    <p:sldId id="441" r:id="rId22"/>
    <p:sldId id="294" r:id="rId23"/>
  </p:sldIdLst>
  <p:sldSz cx="12192000" cy="6858000"/>
  <p:notesSz cx="6797675" cy="9928225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2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ek Grabowski" initials="MG" lastIdx="1" clrIdx="0">
    <p:extLst>
      <p:ext uri="{19B8F6BF-5375-455C-9EA6-DF929625EA0E}">
        <p15:presenceInfo xmlns:p15="http://schemas.microsoft.com/office/powerpoint/2012/main" userId="S::M.Grabowski@frc.org.uk::776b50aa-4428-4d28-8fa1-1e8000cbd154" providerId="AD"/>
      </p:ext>
    </p:extLst>
  </p:cmAuthor>
  <p:cmAuthor id="2" name="Pauline Irwin" initials="PI" lastIdx="21" clrIdx="1">
    <p:extLst>
      <p:ext uri="{19B8F6BF-5375-455C-9EA6-DF929625EA0E}">
        <p15:presenceInfo xmlns:p15="http://schemas.microsoft.com/office/powerpoint/2012/main" userId="S::PaulineIrwin@iaasb.org::6c700a4a-b00f-4b2a-b5e2-f80712a0ae50" providerId="AD"/>
      </p:ext>
    </p:extLst>
  </p:cmAuthor>
  <p:cmAuthor id="3" name="Lyn Provost" initials="LP" lastIdx="24" clrIdx="2">
    <p:extLst>
      <p:ext uri="{19B8F6BF-5375-455C-9EA6-DF929625EA0E}">
        <p15:presenceInfo xmlns:p15="http://schemas.microsoft.com/office/powerpoint/2012/main" userId="4634a99f6d9a117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F4C03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87" autoAdjust="0"/>
    <p:restoredTop sz="91038" autoAdjust="0"/>
  </p:normalViewPr>
  <p:slideViewPr>
    <p:cSldViewPr snapToGrid="0" showGuides="1">
      <p:cViewPr varScale="1">
        <p:scale>
          <a:sx n="67" d="100"/>
          <a:sy n="67" d="100"/>
        </p:scale>
        <p:origin x="77" y="562"/>
      </p:cViewPr>
      <p:guideLst>
        <p:guide orient="horz" pos="2160"/>
        <p:guide pos="2207"/>
      </p:guideLst>
    </p:cSldViewPr>
  </p:slideViewPr>
  <p:outlineViewPr>
    <p:cViewPr>
      <p:scale>
        <a:sx n="33" d="100"/>
        <a:sy n="33" d="100"/>
      </p:scale>
      <p:origin x="0" y="-19709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09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7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1.png"/><Relationship Id="rId7" Type="http://schemas.openxmlformats.org/officeDocument/2006/relationships/image" Target="../media/image16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1.png"/><Relationship Id="rId7" Type="http://schemas.openxmlformats.org/officeDocument/2006/relationships/image" Target="../media/image16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3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ADA073-6473-4948-8FB1-9AD07F7233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0681198-4941-4FDD-9D59-67B1C3FB543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Summarize in a table, as an appendix to the Guidance, key differences between limited and reasonable assurance</a:t>
          </a:r>
          <a:endParaRPr lang="en-US" dirty="0"/>
        </a:p>
      </dgm:t>
    </dgm:pt>
    <dgm:pt modelId="{53C18D77-6F7F-4D27-92F4-1FB77D26C8EF}" type="parTrans" cxnId="{D1FA24EF-0028-4E46-AA80-3FAD2F24230A}">
      <dgm:prSet/>
      <dgm:spPr/>
      <dgm:t>
        <a:bodyPr/>
        <a:lstStyle/>
        <a:p>
          <a:endParaRPr lang="en-US"/>
        </a:p>
      </dgm:t>
    </dgm:pt>
    <dgm:pt modelId="{BD280A12-15DF-4903-95AB-6904F8E4FEF7}" type="sibTrans" cxnId="{D1FA24EF-0028-4E46-AA80-3FAD2F24230A}">
      <dgm:prSet/>
      <dgm:spPr/>
      <dgm:t>
        <a:bodyPr/>
        <a:lstStyle/>
        <a:p>
          <a:endParaRPr lang="en-US"/>
        </a:p>
      </dgm:t>
    </dgm:pt>
    <dgm:pt modelId="{AB7748E0-6FDA-4A66-B1D7-51E30C7F884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Develop two additional examples for Supplement B</a:t>
          </a:r>
          <a:endParaRPr lang="en-US" dirty="0"/>
        </a:p>
      </dgm:t>
    </dgm:pt>
    <dgm:pt modelId="{31533919-EC6E-486B-B913-A209971789F3}" type="parTrans" cxnId="{FF0E36FB-F730-48FD-BD57-9CC96E5AA001}">
      <dgm:prSet/>
      <dgm:spPr/>
      <dgm:t>
        <a:bodyPr/>
        <a:lstStyle/>
        <a:p>
          <a:endParaRPr lang="en-US"/>
        </a:p>
      </dgm:t>
    </dgm:pt>
    <dgm:pt modelId="{C16AB708-04E6-4D83-8C8A-BC11DA7E735B}" type="sibTrans" cxnId="{FF0E36FB-F730-48FD-BD57-9CC96E5AA001}">
      <dgm:prSet/>
      <dgm:spPr/>
      <dgm:t>
        <a:bodyPr/>
        <a:lstStyle/>
        <a:p>
          <a:endParaRPr lang="en-US"/>
        </a:p>
      </dgm:t>
    </dgm:pt>
    <dgm:pt modelId="{6588992C-8B08-4C61-B471-CFA68816DF5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SASB</a:t>
          </a:r>
          <a:endParaRPr lang="en-US" sz="1400" dirty="0"/>
        </a:p>
      </dgm:t>
    </dgm:pt>
    <dgm:pt modelId="{235E4606-05FF-4650-8056-02FD55FE4661}" type="parTrans" cxnId="{837EEAB6-DE47-401B-8347-E750E6049D9E}">
      <dgm:prSet/>
      <dgm:spPr/>
      <dgm:t>
        <a:bodyPr/>
        <a:lstStyle/>
        <a:p>
          <a:endParaRPr lang="en-US"/>
        </a:p>
      </dgm:t>
    </dgm:pt>
    <dgm:pt modelId="{7B68FC21-93E4-4441-957D-0C8754EB198F}" type="sibTrans" cxnId="{837EEAB6-DE47-401B-8347-E750E6049D9E}">
      <dgm:prSet/>
      <dgm:spPr/>
      <dgm:t>
        <a:bodyPr/>
        <a:lstStyle/>
        <a:p>
          <a:endParaRPr lang="en-US"/>
        </a:p>
      </dgm:t>
    </dgm:pt>
    <dgm:pt modelId="{94BC5E49-176E-40F7-A3D4-4F7396A2606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400" dirty="0"/>
            <a:t>TCFD</a:t>
          </a:r>
          <a:endParaRPr lang="en-US" sz="1400" dirty="0"/>
        </a:p>
      </dgm:t>
    </dgm:pt>
    <dgm:pt modelId="{D4B54A4A-F539-4ED2-AF32-4C1342C5EC19}" type="parTrans" cxnId="{C53A30B5-E9C6-4341-8697-3458AACC26FC}">
      <dgm:prSet/>
      <dgm:spPr/>
      <dgm:t>
        <a:bodyPr/>
        <a:lstStyle/>
        <a:p>
          <a:endParaRPr lang="en-US"/>
        </a:p>
      </dgm:t>
    </dgm:pt>
    <dgm:pt modelId="{08C6004B-A2C6-437D-904C-2F4072E66C25}" type="sibTrans" cxnId="{C53A30B5-E9C6-4341-8697-3458AACC26FC}">
      <dgm:prSet/>
      <dgm:spPr/>
      <dgm:t>
        <a:bodyPr/>
        <a:lstStyle/>
        <a:p>
          <a:endParaRPr lang="en-US"/>
        </a:p>
      </dgm:t>
    </dgm:pt>
    <dgm:pt modelId="{72F8D87B-9849-4D29-9A3D-62E90E4461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Retain in separate chapter, but enhance guidance:</a:t>
          </a:r>
        </a:p>
      </dgm:t>
    </dgm:pt>
    <dgm:pt modelId="{90110E6A-7A8A-4B53-B264-BD3A1892C0CF}" type="parTrans" cxnId="{88956322-A884-41A6-BD09-2803444B40CB}">
      <dgm:prSet/>
      <dgm:spPr/>
      <dgm:t>
        <a:bodyPr/>
        <a:lstStyle/>
        <a:p>
          <a:endParaRPr lang="en-US"/>
        </a:p>
      </dgm:t>
    </dgm:pt>
    <dgm:pt modelId="{79A3775E-48D0-41C6-8764-BCE70CB5319F}" type="sibTrans" cxnId="{88956322-A884-41A6-BD09-2803444B40CB}">
      <dgm:prSet/>
      <dgm:spPr/>
      <dgm:t>
        <a:bodyPr/>
        <a:lstStyle/>
        <a:p>
          <a:endParaRPr lang="en-US"/>
        </a:p>
      </dgm:t>
    </dgm:pt>
    <dgm:pt modelId="{BA5039BE-EEE0-4A94-B617-9F77099916A9}">
      <dgm:prSet custT="1"/>
      <dgm:spPr/>
      <dgm:t>
        <a:bodyPr/>
        <a:lstStyle/>
        <a:p>
          <a:pPr>
            <a:lnSpc>
              <a:spcPct val="100000"/>
            </a:lnSpc>
            <a:buFont typeface="Arial" panose="020B0604020202020204" pitchFamily="34" charset="0"/>
            <a:buChar char="•"/>
          </a:pPr>
          <a:r>
            <a:rPr lang="en-GB" sz="1200" dirty="0"/>
            <a:t>Two additional examples with ‘evaluation’ illustrated</a:t>
          </a:r>
          <a:endParaRPr lang="en-US" sz="1200" dirty="0"/>
        </a:p>
      </dgm:t>
    </dgm:pt>
    <dgm:pt modelId="{491A5C96-F119-4611-8E25-99C8162502F5}" type="parTrans" cxnId="{F9F0BDDD-8FC3-446E-A820-265922C388B6}">
      <dgm:prSet/>
      <dgm:spPr/>
      <dgm:t>
        <a:bodyPr/>
        <a:lstStyle/>
        <a:p>
          <a:endParaRPr lang="en-US"/>
        </a:p>
      </dgm:t>
    </dgm:pt>
    <dgm:pt modelId="{F6DEEF55-A517-4821-A9A0-3B65586DDE60}" type="sibTrans" cxnId="{F9F0BDDD-8FC3-446E-A820-265922C388B6}">
      <dgm:prSet/>
      <dgm:spPr/>
      <dgm:t>
        <a:bodyPr/>
        <a:lstStyle/>
        <a:p>
          <a:endParaRPr lang="en-US"/>
        </a:p>
      </dgm:t>
    </dgm:pt>
    <dgm:pt modelId="{9FF58FD0-199F-48E6-B72A-F901DC00CBA1}">
      <dgm:prSet custT="1"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GB" sz="1200" dirty="0"/>
            <a:t>Enhance guidance on qualitative misstatements </a:t>
          </a:r>
          <a:endParaRPr lang="en-US" sz="1200" dirty="0"/>
        </a:p>
      </dgm:t>
    </dgm:pt>
    <dgm:pt modelId="{EA41CA1A-2B1F-4808-A586-569F508E663D}" type="parTrans" cxnId="{FA658D86-8F69-4162-B163-0BB967AEC99B}">
      <dgm:prSet/>
      <dgm:spPr/>
      <dgm:t>
        <a:bodyPr/>
        <a:lstStyle/>
        <a:p>
          <a:endParaRPr lang="en-US"/>
        </a:p>
      </dgm:t>
    </dgm:pt>
    <dgm:pt modelId="{AC09292D-27AE-4D3E-B306-B8247CC0A8D4}" type="sibTrans" cxnId="{FA658D86-8F69-4162-B163-0BB967AEC99B}">
      <dgm:prSet/>
      <dgm:spPr/>
      <dgm:t>
        <a:bodyPr/>
        <a:lstStyle/>
        <a:p>
          <a:endParaRPr lang="en-US"/>
        </a:p>
      </dgm:t>
    </dgm:pt>
    <dgm:pt modelId="{0A6C001F-F9A3-44AE-8664-91223F064AD4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8BEA37B9-5F97-4D95-87E5-6FDEB0FAB15A}" type="parTrans" cxnId="{0730871C-2CB7-46EF-B1A0-8D8A2FF90D05}">
      <dgm:prSet/>
      <dgm:spPr/>
      <dgm:t>
        <a:bodyPr/>
        <a:lstStyle/>
        <a:p>
          <a:endParaRPr lang="en-US"/>
        </a:p>
      </dgm:t>
    </dgm:pt>
    <dgm:pt modelId="{76253BC3-E762-4298-A218-317B4DB7277C}" type="sibTrans" cxnId="{0730871C-2CB7-46EF-B1A0-8D8A2FF90D05}">
      <dgm:prSet/>
      <dgm:spPr/>
      <dgm:t>
        <a:bodyPr/>
        <a:lstStyle/>
        <a:p>
          <a:endParaRPr lang="en-US"/>
        </a:p>
      </dgm:t>
    </dgm:pt>
    <dgm:pt modelId="{982A0A81-025C-4678-98B5-30BDBB76A3B6}">
      <dgm:prSet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</dgm:pt>
    <dgm:pt modelId="{6D304679-663B-4F36-9F97-174D4CE12C60}" type="sibTrans" cxnId="{19FB1A55-17A3-4A57-988A-5F3E657A3E9D}">
      <dgm:prSet/>
      <dgm:spPr/>
      <dgm:t>
        <a:bodyPr/>
        <a:lstStyle/>
        <a:p>
          <a:endParaRPr lang="en-US"/>
        </a:p>
      </dgm:t>
    </dgm:pt>
    <dgm:pt modelId="{6CF231F2-173E-48E3-9496-21C09B46531D}" type="parTrans" cxnId="{19FB1A55-17A3-4A57-988A-5F3E657A3E9D}">
      <dgm:prSet/>
      <dgm:spPr/>
      <dgm:t>
        <a:bodyPr/>
        <a:lstStyle/>
        <a:p>
          <a:endParaRPr lang="en-US"/>
        </a:p>
      </dgm:t>
    </dgm:pt>
    <dgm:pt modelId="{936FDF0D-4560-4514-8AA8-43563E499C37}" type="pres">
      <dgm:prSet presAssocID="{C9ADA073-6473-4948-8FB1-9AD07F7233CA}" presName="root" presStyleCnt="0">
        <dgm:presLayoutVars>
          <dgm:dir/>
          <dgm:resizeHandles val="exact"/>
        </dgm:presLayoutVars>
      </dgm:prSet>
      <dgm:spPr/>
    </dgm:pt>
    <dgm:pt modelId="{AE98E5E9-B97A-4CBD-8650-F0B2AF31E0CB}" type="pres">
      <dgm:prSet presAssocID="{30681198-4941-4FDD-9D59-67B1C3FB5430}" presName="compNode" presStyleCnt="0"/>
      <dgm:spPr/>
    </dgm:pt>
    <dgm:pt modelId="{387BBDEB-C8A2-4A0C-8F7B-C580EA771774}" type="pres">
      <dgm:prSet presAssocID="{30681198-4941-4FDD-9D59-67B1C3FB5430}" presName="bgRect" presStyleLbl="bgShp" presStyleIdx="0" presStyleCnt="5"/>
      <dgm:spPr/>
    </dgm:pt>
    <dgm:pt modelId="{8888C642-4833-4838-98CC-ACAD2221FCE2}" type="pres">
      <dgm:prSet presAssocID="{30681198-4941-4FDD-9D59-67B1C3FB543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5C6DA16-3395-4749-BAD0-4C5EE543A704}" type="pres">
      <dgm:prSet presAssocID="{30681198-4941-4FDD-9D59-67B1C3FB5430}" presName="spaceRect" presStyleCnt="0"/>
      <dgm:spPr/>
    </dgm:pt>
    <dgm:pt modelId="{C33740EA-EA62-4614-99DD-A559BE741603}" type="pres">
      <dgm:prSet presAssocID="{30681198-4941-4FDD-9D59-67B1C3FB5430}" presName="parTx" presStyleLbl="revTx" presStyleIdx="0" presStyleCnt="7">
        <dgm:presLayoutVars>
          <dgm:chMax val="0"/>
          <dgm:chPref val="0"/>
        </dgm:presLayoutVars>
      </dgm:prSet>
      <dgm:spPr/>
    </dgm:pt>
    <dgm:pt modelId="{CE96BF9B-B219-4619-AE24-7D5F7BFEF62A}" type="pres">
      <dgm:prSet presAssocID="{BD280A12-15DF-4903-95AB-6904F8E4FEF7}" presName="sibTrans" presStyleCnt="0"/>
      <dgm:spPr/>
    </dgm:pt>
    <dgm:pt modelId="{76891A68-2618-4EDF-8782-4AB727E956A9}" type="pres">
      <dgm:prSet presAssocID="{AB7748E0-6FDA-4A66-B1D7-51E30C7F8841}" presName="compNode" presStyleCnt="0"/>
      <dgm:spPr/>
    </dgm:pt>
    <dgm:pt modelId="{4C57519A-B170-42F3-8463-91D52FEC207F}" type="pres">
      <dgm:prSet presAssocID="{AB7748E0-6FDA-4A66-B1D7-51E30C7F8841}" presName="bgRect" presStyleLbl="bgShp" presStyleIdx="1" presStyleCnt="5" custLinFactNeighborY="860"/>
      <dgm:spPr/>
    </dgm:pt>
    <dgm:pt modelId="{33BD76E7-0375-4696-B3CC-FCD7C0BD0308}" type="pres">
      <dgm:prSet presAssocID="{AB7748E0-6FDA-4A66-B1D7-51E30C7F884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4F5F552-CFB1-49EA-B4D3-CC794F624D63}" type="pres">
      <dgm:prSet presAssocID="{AB7748E0-6FDA-4A66-B1D7-51E30C7F8841}" presName="spaceRect" presStyleCnt="0"/>
      <dgm:spPr/>
    </dgm:pt>
    <dgm:pt modelId="{9CFA8FEE-BACA-4EB1-81A4-CFA29A141FC0}" type="pres">
      <dgm:prSet presAssocID="{AB7748E0-6FDA-4A66-B1D7-51E30C7F8841}" presName="parTx" presStyleLbl="revTx" presStyleIdx="1" presStyleCnt="7">
        <dgm:presLayoutVars>
          <dgm:chMax val="0"/>
          <dgm:chPref val="0"/>
        </dgm:presLayoutVars>
      </dgm:prSet>
      <dgm:spPr/>
    </dgm:pt>
    <dgm:pt modelId="{B816191B-651C-4A1C-BF96-B78058033ED4}" type="pres">
      <dgm:prSet presAssocID="{AB7748E0-6FDA-4A66-B1D7-51E30C7F8841}" presName="desTx" presStyleLbl="revTx" presStyleIdx="2" presStyleCnt="7">
        <dgm:presLayoutVars/>
      </dgm:prSet>
      <dgm:spPr/>
    </dgm:pt>
    <dgm:pt modelId="{B4747200-4FED-49C9-8A3D-97E53361C47B}" type="pres">
      <dgm:prSet presAssocID="{C16AB708-04E6-4D83-8C8A-BC11DA7E735B}" presName="sibTrans" presStyleCnt="0"/>
      <dgm:spPr/>
    </dgm:pt>
    <dgm:pt modelId="{C8577AE6-9A6E-424B-BDE1-17774C472DB4}" type="pres">
      <dgm:prSet presAssocID="{982A0A81-025C-4678-98B5-30BDBB76A3B6}" presName="compNode" presStyleCnt="0"/>
      <dgm:spPr/>
    </dgm:pt>
    <dgm:pt modelId="{3FC49784-1C7E-4C92-BEB6-4870FAF9CE79}" type="pres">
      <dgm:prSet presAssocID="{982A0A81-025C-4678-98B5-30BDBB76A3B6}" presName="bgRect" presStyleLbl="bgShp" presStyleIdx="2" presStyleCnt="5" custScaleY="119007" custLinFactNeighborX="-2971" custLinFactNeighborY="3061"/>
      <dgm:spPr/>
    </dgm:pt>
    <dgm:pt modelId="{AC2A5FB9-243B-459A-9099-E9F85CF5C772}" type="pres">
      <dgm:prSet presAssocID="{982A0A81-025C-4678-98B5-30BDBB76A3B6}" presName="iconRect" presStyleLbl="node1" presStyleIdx="2" presStyleCnt="5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BC13EE7-D723-43C5-9F2B-439596F8C187}" type="pres">
      <dgm:prSet presAssocID="{982A0A81-025C-4678-98B5-30BDBB76A3B6}" presName="spaceRect" presStyleCnt="0"/>
      <dgm:spPr/>
    </dgm:pt>
    <dgm:pt modelId="{4FC09830-A723-4A7F-9E29-E166C42C6C72}" type="pres">
      <dgm:prSet presAssocID="{982A0A81-025C-4678-98B5-30BDBB76A3B6}" presName="parTx" presStyleLbl="revTx" presStyleIdx="3" presStyleCnt="7" custLinFactY="-100000" custLinFactNeighborX="-65603" custLinFactNeighborY="-115699">
        <dgm:presLayoutVars>
          <dgm:chMax val="0"/>
          <dgm:chPref val="0"/>
        </dgm:presLayoutVars>
      </dgm:prSet>
      <dgm:spPr/>
    </dgm:pt>
    <dgm:pt modelId="{3226BE04-493D-44DA-9BFB-EFD28E319A57}" type="pres">
      <dgm:prSet presAssocID="{6D304679-663B-4F36-9F97-174D4CE12C60}" presName="sibTrans" presStyleCnt="0"/>
      <dgm:spPr/>
    </dgm:pt>
    <dgm:pt modelId="{CF0F66EC-2D21-44A3-923E-ADC04B126DA0}" type="pres">
      <dgm:prSet presAssocID="{72F8D87B-9849-4D29-9A3D-62E90E446139}" presName="compNode" presStyleCnt="0"/>
      <dgm:spPr/>
    </dgm:pt>
    <dgm:pt modelId="{6C8A7069-FA14-4E64-8133-2ECFE97D3C9C}" type="pres">
      <dgm:prSet presAssocID="{72F8D87B-9849-4D29-9A3D-62E90E446139}" presName="bgRect" presStyleLbl="bgShp" presStyleIdx="3" presStyleCnt="5" custLinFactNeighborY="-4730"/>
      <dgm:spPr/>
    </dgm:pt>
    <dgm:pt modelId="{9BC50F18-770D-4307-B8EE-3ACA1A02A338}" type="pres">
      <dgm:prSet presAssocID="{72F8D87B-9849-4D29-9A3D-62E90E44613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EBABC7A-78DB-4E2A-91B3-8BA4DBC70A06}" type="pres">
      <dgm:prSet presAssocID="{72F8D87B-9849-4D29-9A3D-62E90E446139}" presName="spaceRect" presStyleCnt="0"/>
      <dgm:spPr/>
    </dgm:pt>
    <dgm:pt modelId="{89164C51-9CE1-4108-ABC8-7D4B85269766}" type="pres">
      <dgm:prSet presAssocID="{72F8D87B-9849-4D29-9A3D-62E90E446139}" presName="parTx" presStyleLbl="revTx" presStyleIdx="4" presStyleCnt="7" custLinFactY="-31543" custLinFactNeighborX="932" custLinFactNeighborY="-100000">
        <dgm:presLayoutVars>
          <dgm:chMax val="0"/>
          <dgm:chPref val="0"/>
        </dgm:presLayoutVars>
      </dgm:prSet>
      <dgm:spPr/>
    </dgm:pt>
    <dgm:pt modelId="{A3AEAECD-A6B6-42B8-92F2-3964089F877B}" type="pres">
      <dgm:prSet presAssocID="{72F8D87B-9849-4D29-9A3D-62E90E446139}" presName="desTx" presStyleLbl="revTx" presStyleIdx="5" presStyleCnt="7" custLinFactY="-31543" custLinFactNeighborX="-4299" custLinFactNeighborY="-100000">
        <dgm:presLayoutVars/>
      </dgm:prSet>
      <dgm:spPr/>
    </dgm:pt>
    <dgm:pt modelId="{CB9DD68E-6644-44BE-9EB5-F1928E1199D5}" type="pres">
      <dgm:prSet presAssocID="{79A3775E-48D0-41C6-8764-BCE70CB5319F}" presName="sibTrans" presStyleCnt="0"/>
      <dgm:spPr/>
    </dgm:pt>
    <dgm:pt modelId="{B9940503-E3FB-4781-88EB-49A9FE0A8A42}" type="pres">
      <dgm:prSet presAssocID="{0A6C001F-F9A3-44AE-8664-91223F064AD4}" presName="compNode" presStyleCnt="0"/>
      <dgm:spPr/>
    </dgm:pt>
    <dgm:pt modelId="{D60DA535-06AF-44FC-B9BB-C733B7A73CBC}" type="pres">
      <dgm:prSet presAssocID="{0A6C001F-F9A3-44AE-8664-91223F064AD4}" presName="bgRect" presStyleLbl="bgShp" presStyleIdx="4" presStyleCnt="5" custLinFactNeighborX="4133" custLinFactNeighborY="2036"/>
      <dgm:spPr/>
    </dgm:pt>
    <dgm:pt modelId="{D61360D2-22FF-41B6-BBDB-AD1C85DA0C69}" type="pres">
      <dgm:prSet presAssocID="{0A6C001F-F9A3-44AE-8664-91223F064AD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frica"/>
        </a:ext>
      </dgm:extLst>
    </dgm:pt>
    <dgm:pt modelId="{7903EB95-E40F-4945-B800-112CB7A759D4}" type="pres">
      <dgm:prSet presAssocID="{0A6C001F-F9A3-44AE-8664-91223F064AD4}" presName="spaceRect" presStyleCnt="0"/>
      <dgm:spPr/>
    </dgm:pt>
    <dgm:pt modelId="{DFA4DC32-D770-466C-B8C5-9DB3EED6B971}" type="pres">
      <dgm:prSet presAssocID="{0A6C001F-F9A3-44AE-8664-91223F064AD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5D5080B-AB77-455B-82A1-1E0A8E18B503}" type="presOf" srcId="{C9ADA073-6473-4948-8FB1-9AD07F7233CA}" destId="{936FDF0D-4560-4514-8AA8-43563E499C37}" srcOrd="0" destOrd="0" presId="urn:microsoft.com/office/officeart/2018/2/layout/IconVerticalSolidList"/>
    <dgm:cxn modelId="{D5A32715-3F84-4B09-823E-05DBAAF859A2}" type="presOf" srcId="{72F8D87B-9849-4D29-9A3D-62E90E446139}" destId="{89164C51-9CE1-4108-ABC8-7D4B85269766}" srcOrd="0" destOrd="0" presId="urn:microsoft.com/office/officeart/2018/2/layout/IconVerticalSolidList"/>
    <dgm:cxn modelId="{0730871C-2CB7-46EF-B1A0-8D8A2FF90D05}" srcId="{C9ADA073-6473-4948-8FB1-9AD07F7233CA}" destId="{0A6C001F-F9A3-44AE-8664-91223F064AD4}" srcOrd="4" destOrd="0" parTransId="{8BEA37B9-5F97-4D95-87E5-6FDEB0FAB15A}" sibTransId="{76253BC3-E762-4298-A218-317B4DB7277C}"/>
    <dgm:cxn modelId="{88956322-A884-41A6-BD09-2803444B40CB}" srcId="{C9ADA073-6473-4948-8FB1-9AD07F7233CA}" destId="{72F8D87B-9849-4D29-9A3D-62E90E446139}" srcOrd="3" destOrd="0" parTransId="{90110E6A-7A8A-4B53-B264-BD3A1892C0CF}" sibTransId="{79A3775E-48D0-41C6-8764-BCE70CB5319F}"/>
    <dgm:cxn modelId="{13FC3124-B441-48E7-894B-61BFD892E766}" type="presOf" srcId="{6588992C-8B08-4C61-B471-CFA68816DF5B}" destId="{B816191B-651C-4A1C-BF96-B78058033ED4}" srcOrd="0" destOrd="0" presId="urn:microsoft.com/office/officeart/2018/2/layout/IconVerticalSolidList"/>
    <dgm:cxn modelId="{24797D37-30D1-45DA-A753-D20892B4C7FC}" type="presOf" srcId="{94BC5E49-176E-40F7-A3D4-4F7396A26066}" destId="{B816191B-651C-4A1C-BF96-B78058033ED4}" srcOrd="0" destOrd="1" presId="urn:microsoft.com/office/officeart/2018/2/layout/IconVerticalSolidList"/>
    <dgm:cxn modelId="{072DD84F-1BBA-46E7-BF8B-C5966B1DA7A5}" type="presOf" srcId="{BA5039BE-EEE0-4A94-B617-9F77099916A9}" destId="{A3AEAECD-A6B6-42B8-92F2-3964089F877B}" srcOrd="0" destOrd="0" presId="urn:microsoft.com/office/officeart/2018/2/layout/IconVerticalSolidList"/>
    <dgm:cxn modelId="{F08D2772-067D-4E33-A6D1-A9316140FD71}" type="presOf" srcId="{30681198-4941-4FDD-9D59-67B1C3FB5430}" destId="{C33740EA-EA62-4614-99DD-A559BE741603}" srcOrd="0" destOrd="0" presId="urn:microsoft.com/office/officeart/2018/2/layout/IconVerticalSolidList"/>
    <dgm:cxn modelId="{19FB1A55-17A3-4A57-988A-5F3E657A3E9D}" srcId="{C9ADA073-6473-4948-8FB1-9AD07F7233CA}" destId="{982A0A81-025C-4678-98B5-30BDBB76A3B6}" srcOrd="2" destOrd="0" parTransId="{6CF231F2-173E-48E3-9496-21C09B46531D}" sibTransId="{6D304679-663B-4F36-9F97-174D4CE12C60}"/>
    <dgm:cxn modelId="{FA658D86-8F69-4162-B163-0BB967AEC99B}" srcId="{72F8D87B-9849-4D29-9A3D-62E90E446139}" destId="{9FF58FD0-199F-48E6-B72A-F901DC00CBA1}" srcOrd="1" destOrd="0" parTransId="{EA41CA1A-2B1F-4808-A586-569F508E663D}" sibTransId="{AC09292D-27AE-4D3E-B306-B8247CC0A8D4}"/>
    <dgm:cxn modelId="{795C5092-7F54-492B-9C01-070C3E74FDBD}" type="presOf" srcId="{9FF58FD0-199F-48E6-B72A-F901DC00CBA1}" destId="{A3AEAECD-A6B6-42B8-92F2-3964089F877B}" srcOrd="0" destOrd="1" presId="urn:microsoft.com/office/officeart/2018/2/layout/IconVerticalSolidList"/>
    <dgm:cxn modelId="{89B4EF92-33AA-418C-A3EB-FFE9A21B9B79}" type="presOf" srcId="{982A0A81-025C-4678-98B5-30BDBB76A3B6}" destId="{4FC09830-A723-4A7F-9E29-E166C42C6C72}" srcOrd="0" destOrd="0" presId="urn:microsoft.com/office/officeart/2018/2/layout/IconVerticalSolidList"/>
    <dgm:cxn modelId="{C53A30B5-E9C6-4341-8697-3458AACC26FC}" srcId="{AB7748E0-6FDA-4A66-B1D7-51E30C7F8841}" destId="{94BC5E49-176E-40F7-A3D4-4F7396A26066}" srcOrd="1" destOrd="0" parTransId="{D4B54A4A-F539-4ED2-AF32-4C1342C5EC19}" sibTransId="{08C6004B-A2C6-437D-904C-2F4072E66C25}"/>
    <dgm:cxn modelId="{837EEAB6-DE47-401B-8347-E750E6049D9E}" srcId="{AB7748E0-6FDA-4A66-B1D7-51E30C7F8841}" destId="{6588992C-8B08-4C61-B471-CFA68816DF5B}" srcOrd="0" destOrd="0" parTransId="{235E4606-05FF-4650-8056-02FD55FE4661}" sibTransId="{7B68FC21-93E4-4441-957D-0C8754EB198F}"/>
    <dgm:cxn modelId="{26246AC3-6032-4C3A-AEE2-2BA50953B1C1}" type="presOf" srcId="{AB7748E0-6FDA-4A66-B1D7-51E30C7F8841}" destId="{9CFA8FEE-BACA-4EB1-81A4-CFA29A141FC0}" srcOrd="0" destOrd="0" presId="urn:microsoft.com/office/officeart/2018/2/layout/IconVerticalSolidList"/>
    <dgm:cxn modelId="{F9F0BDDD-8FC3-446E-A820-265922C388B6}" srcId="{72F8D87B-9849-4D29-9A3D-62E90E446139}" destId="{BA5039BE-EEE0-4A94-B617-9F77099916A9}" srcOrd="0" destOrd="0" parTransId="{491A5C96-F119-4611-8E25-99C8162502F5}" sibTransId="{F6DEEF55-A517-4821-A9A0-3B65586DDE60}"/>
    <dgm:cxn modelId="{E69B4CE4-00FE-4022-9ACF-0682BBFC9B79}" type="presOf" srcId="{0A6C001F-F9A3-44AE-8664-91223F064AD4}" destId="{DFA4DC32-D770-466C-B8C5-9DB3EED6B971}" srcOrd="0" destOrd="0" presId="urn:microsoft.com/office/officeart/2018/2/layout/IconVerticalSolidList"/>
    <dgm:cxn modelId="{D1FA24EF-0028-4E46-AA80-3FAD2F24230A}" srcId="{C9ADA073-6473-4948-8FB1-9AD07F7233CA}" destId="{30681198-4941-4FDD-9D59-67B1C3FB5430}" srcOrd="0" destOrd="0" parTransId="{53C18D77-6F7F-4D27-92F4-1FB77D26C8EF}" sibTransId="{BD280A12-15DF-4903-95AB-6904F8E4FEF7}"/>
    <dgm:cxn modelId="{FF0E36FB-F730-48FD-BD57-9CC96E5AA001}" srcId="{C9ADA073-6473-4948-8FB1-9AD07F7233CA}" destId="{AB7748E0-6FDA-4A66-B1D7-51E30C7F8841}" srcOrd="1" destOrd="0" parTransId="{31533919-EC6E-486B-B913-A209971789F3}" sibTransId="{C16AB708-04E6-4D83-8C8A-BC11DA7E735B}"/>
    <dgm:cxn modelId="{02496AA4-D817-448E-864F-CB793C464500}" type="presParOf" srcId="{936FDF0D-4560-4514-8AA8-43563E499C37}" destId="{AE98E5E9-B97A-4CBD-8650-F0B2AF31E0CB}" srcOrd="0" destOrd="0" presId="urn:microsoft.com/office/officeart/2018/2/layout/IconVerticalSolidList"/>
    <dgm:cxn modelId="{6A5C32CD-FA68-4D1E-9848-19744CA4A834}" type="presParOf" srcId="{AE98E5E9-B97A-4CBD-8650-F0B2AF31E0CB}" destId="{387BBDEB-C8A2-4A0C-8F7B-C580EA771774}" srcOrd="0" destOrd="0" presId="urn:microsoft.com/office/officeart/2018/2/layout/IconVerticalSolidList"/>
    <dgm:cxn modelId="{4268B5D0-F889-48B3-8054-849C05CF20C6}" type="presParOf" srcId="{AE98E5E9-B97A-4CBD-8650-F0B2AF31E0CB}" destId="{8888C642-4833-4838-98CC-ACAD2221FCE2}" srcOrd="1" destOrd="0" presId="urn:microsoft.com/office/officeart/2018/2/layout/IconVerticalSolidList"/>
    <dgm:cxn modelId="{DF53ABEE-FED7-47A8-893B-635D4AECFA38}" type="presParOf" srcId="{AE98E5E9-B97A-4CBD-8650-F0B2AF31E0CB}" destId="{E5C6DA16-3395-4749-BAD0-4C5EE543A704}" srcOrd="2" destOrd="0" presId="urn:microsoft.com/office/officeart/2018/2/layout/IconVerticalSolidList"/>
    <dgm:cxn modelId="{FC55A705-50C9-49BB-9ECC-5DB5BEFE119F}" type="presParOf" srcId="{AE98E5E9-B97A-4CBD-8650-F0B2AF31E0CB}" destId="{C33740EA-EA62-4614-99DD-A559BE741603}" srcOrd="3" destOrd="0" presId="urn:microsoft.com/office/officeart/2018/2/layout/IconVerticalSolidList"/>
    <dgm:cxn modelId="{5EB0A898-118A-48E9-91E4-75662699CC58}" type="presParOf" srcId="{936FDF0D-4560-4514-8AA8-43563E499C37}" destId="{CE96BF9B-B219-4619-AE24-7D5F7BFEF62A}" srcOrd="1" destOrd="0" presId="urn:microsoft.com/office/officeart/2018/2/layout/IconVerticalSolidList"/>
    <dgm:cxn modelId="{3021C551-AADF-434E-A4E2-8F9F982BE42A}" type="presParOf" srcId="{936FDF0D-4560-4514-8AA8-43563E499C37}" destId="{76891A68-2618-4EDF-8782-4AB727E956A9}" srcOrd="2" destOrd="0" presId="urn:microsoft.com/office/officeart/2018/2/layout/IconVerticalSolidList"/>
    <dgm:cxn modelId="{177EDE91-D077-4E8B-94F4-D26E7CBC86BA}" type="presParOf" srcId="{76891A68-2618-4EDF-8782-4AB727E956A9}" destId="{4C57519A-B170-42F3-8463-91D52FEC207F}" srcOrd="0" destOrd="0" presId="urn:microsoft.com/office/officeart/2018/2/layout/IconVerticalSolidList"/>
    <dgm:cxn modelId="{B84805EF-D48C-40AF-9619-69383404D41D}" type="presParOf" srcId="{76891A68-2618-4EDF-8782-4AB727E956A9}" destId="{33BD76E7-0375-4696-B3CC-FCD7C0BD0308}" srcOrd="1" destOrd="0" presId="urn:microsoft.com/office/officeart/2018/2/layout/IconVerticalSolidList"/>
    <dgm:cxn modelId="{29EE5689-F9DA-453F-9E5F-79BC4F5C00B0}" type="presParOf" srcId="{76891A68-2618-4EDF-8782-4AB727E956A9}" destId="{94F5F552-CFB1-49EA-B4D3-CC794F624D63}" srcOrd="2" destOrd="0" presId="urn:microsoft.com/office/officeart/2018/2/layout/IconVerticalSolidList"/>
    <dgm:cxn modelId="{19742FDC-42BD-4FFA-80E5-D070312E12D6}" type="presParOf" srcId="{76891A68-2618-4EDF-8782-4AB727E956A9}" destId="{9CFA8FEE-BACA-4EB1-81A4-CFA29A141FC0}" srcOrd="3" destOrd="0" presId="urn:microsoft.com/office/officeart/2018/2/layout/IconVerticalSolidList"/>
    <dgm:cxn modelId="{15A3E0D0-ADE7-4443-8D71-7BD3B397BC7A}" type="presParOf" srcId="{76891A68-2618-4EDF-8782-4AB727E956A9}" destId="{B816191B-651C-4A1C-BF96-B78058033ED4}" srcOrd="4" destOrd="0" presId="urn:microsoft.com/office/officeart/2018/2/layout/IconVerticalSolidList"/>
    <dgm:cxn modelId="{DF75A86A-8A7C-4C9B-B7F3-A099FA8F66DA}" type="presParOf" srcId="{936FDF0D-4560-4514-8AA8-43563E499C37}" destId="{B4747200-4FED-49C9-8A3D-97E53361C47B}" srcOrd="3" destOrd="0" presId="urn:microsoft.com/office/officeart/2018/2/layout/IconVerticalSolidList"/>
    <dgm:cxn modelId="{9319E2E8-BF4E-43D9-A248-910C921B4068}" type="presParOf" srcId="{936FDF0D-4560-4514-8AA8-43563E499C37}" destId="{C8577AE6-9A6E-424B-BDE1-17774C472DB4}" srcOrd="4" destOrd="0" presId="urn:microsoft.com/office/officeart/2018/2/layout/IconVerticalSolidList"/>
    <dgm:cxn modelId="{FE07F6EE-E7A1-4DD9-A3C3-E25AF66A8494}" type="presParOf" srcId="{C8577AE6-9A6E-424B-BDE1-17774C472DB4}" destId="{3FC49784-1C7E-4C92-BEB6-4870FAF9CE79}" srcOrd="0" destOrd="0" presId="urn:microsoft.com/office/officeart/2018/2/layout/IconVerticalSolidList"/>
    <dgm:cxn modelId="{FC46D050-C6D9-4A5C-9011-F28E6E1104F5}" type="presParOf" srcId="{C8577AE6-9A6E-424B-BDE1-17774C472DB4}" destId="{AC2A5FB9-243B-459A-9099-E9F85CF5C772}" srcOrd="1" destOrd="0" presId="urn:microsoft.com/office/officeart/2018/2/layout/IconVerticalSolidList"/>
    <dgm:cxn modelId="{FE270B54-8EC0-4744-A63F-68F0536DAA4E}" type="presParOf" srcId="{C8577AE6-9A6E-424B-BDE1-17774C472DB4}" destId="{ABC13EE7-D723-43C5-9F2B-439596F8C187}" srcOrd="2" destOrd="0" presId="urn:microsoft.com/office/officeart/2018/2/layout/IconVerticalSolidList"/>
    <dgm:cxn modelId="{74F1B73B-CC07-4ACD-A2AC-14DD2E2142A5}" type="presParOf" srcId="{C8577AE6-9A6E-424B-BDE1-17774C472DB4}" destId="{4FC09830-A723-4A7F-9E29-E166C42C6C72}" srcOrd="3" destOrd="0" presId="urn:microsoft.com/office/officeart/2018/2/layout/IconVerticalSolidList"/>
    <dgm:cxn modelId="{47E41EF3-491F-4959-9DC2-3C6A339C9D62}" type="presParOf" srcId="{936FDF0D-4560-4514-8AA8-43563E499C37}" destId="{3226BE04-493D-44DA-9BFB-EFD28E319A57}" srcOrd="5" destOrd="0" presId="urn:microsoft.com/office/officeart/2018/2/layout/IconVerticalSolidList"/>
    <dgm:cxn modelId="{D68A06D4-303B-4E9B-9C81-1F40E810E6B5}" type="presParOf" srcId="{936FDF0D-4560-4514-8AA8-43563E499C37}" destId="{CF0F66EC-2D21-44A3-923E-ADC04B126DA0}" srcOrd="6" destOrd="0" presId="urn:microsoft.com/office/officeart/2018/2/layout/IconVerticalSolidList"/>
    <dgm:cxn modelId="{8A62148E-206D-44F3-BBFD-DA932B932B4B}" type="presParOf" srcId="{CF0F66EC-2D21-44A3-923E-ADC04B126DA0}" destId="{6C8A7069-FA14-4E64-8133-2ECFE97D3C9C}" srcOrd="0" destOrd="0" presId="urn:microsoft.com/office/officeart/2018/2/layout/IconVerticalSolidList"/>
    <dgm:cxn modelId="{79DD6496-F423-461D-BAA2-B0CFBDB2D597}" type="presParOf" srcId="{CF0F66EC-2D21-44A3-923E-ADC04B126DA0}" destId="{9BC50F18-770D-4307-B8EE-3ACA1A02A338}" srcOrd="1" destOrd="0" presId="urn:microsoft.com/office/officeart/2018/2/layout/IconVerticalSolidList"/>
    <dgm:cxn modelId="{84C1D1B7-DCF2-491B-A938-BD4D6A00FDCB}" type="presParOf" srcId="{CF0F66EC-2D21-44A3-923E-ADC04B126DA0}" destId="{8EBABC7A-78DB-4E2A-91B3-8BA4DBC70A06}" srcOrd="2" destOrd="0" presId="urn:microsoft.com/office/officeart/2018/2/layout/IconVerticalSolidList"/>
    <dgm:cxn modelId="{EB5D4E66-EE3D-44DA-B799-C1C44ED0CA09}" type="presParOf" srcId="{CF0F66EC-2D21-44A3-923E-ADC04B126DA0}" destId="{89164C51-9CE1-4108-ABC8-7D4B85269766}" srcOrd="3" destOrd="0" presId="urn:microsoft.com/office/officeart/2018/2/layout/IconVerticalSolidList"/>
    <dgm:cxn modelId="{05F0703E-C0B7-40F2-9BE9-7846D061E67A}" type="presParOf" srcId="{CF0F66EC-2D21-44A3-923E-ADC04B126DA0}" destId="{A3AEAECD-A6B6-42B8-92F2-3964089F877B}" srcOrd="4" destOrd="0" presId="urn:microsoft.com/office/officeart/2018/2/layout/IconVerticalSolidList"/>
    <dgm:cxn modelId="{96F42EC5-A278-49FB-AB1A-B4E388F3D1AB}" type="presParOf" srcId="{936FDF0D-4560-4514-8AA8-43563E499C37}" destId="{CB9DD68E-6644-44BE-9EB5-F1928E1199D5}" srcOrd="7" destOrd="0" presId="urn:microsoft.com/office/officeart/2018/2/layout/IconVerticalSolidList"/>
    <dgm:cxn modelId="{0F20A822-EADA-4202-A1C5-F8E9CDC7A952}" type="presParOf" srcId="{936FDF0D-4560-4514-8AA8-43563E499C37}" destId="{B9940503-E3FB-4781-88EB-49A9FE0A8A42}" srcOrd="8" destOrd="0" presId="urn:microsoft.com/office/officeart/2018/2/layout/IconVerticalSolidList"/>
    <dgm:cxn modelId="{E3F1237D-7216-4937-B897-851151A4D2D0}" type="presParOf" srcId="{B9940503-E3FB-4781-88EB-49A9FE0A8A42}" destId="{D60DA535-06AF-44FC-B9BB-C733B7A73CBC}" srcOrd="0" destOrd="0" presId="urn:microsoft.com/office/officeart/2018/2/layout/IconVerticalSolidList"/>
    <dgm:cxn modelId="{235C97A1-519F-46A3-99C5-FBB3BB20A326}" type="presParOf" srcId="{B9940503-E3FB-4781-88EB-49A9FE0A8A42}" destId="{D61360D2-22FF-41B6-BBDB-AD1C85DA0C69}" srcOrd="1" destOrd="0" presId="urn:microsoft.com/office/officeart/2018/2/layout/IconVerticalSolidList"/>
    <dgm:cxn modelId="{2767273A-8F43-4665-80AA-6B4F0F7196CC}" type="presParOf" srcId="{B9940503-E3FB-4781-88EB-49A9FE0A8A42}" destId="{7903EB95-E40F-4945-B800-112CB7A759D4}" srcOrd="2" destOrd="0" presId="urn:microsoft.com/office/officeart/2018/2/layout/IconVerticalSolidList"/>
    <dgm:cxn modelId="{D53D4626-C5FF-4504-B6BB-7E0BA38FCB59}" type="presParOf" srcId="{B9940503-E3FB-4781-88EB-49A9FE0A8A42}" destId="{DFA4DC32-D770-466C-B8C5-9DB3EED6B9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ADA073-6473-4948-8FB1-9AD07F7233C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0681198-4941-4FDD-9D59-67B1C3FB543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Explore ways of presenting the Guidance in an innovative, accessible way using technology</a:t>
          </a:r>
          <a:endParaRPr lang="en-US" dirty="0"/>
        </a:p>
      </dgm:t>
    </dgm:pt>
    <dgm:pt modelId="{53C18D77-6F7F-4D27-92F4-1FB77D26C8EF}" type="parTrans" cxnId="{D1FA24EF-0028-4E46-AA80-3FAD2F24230A}">
      <dgm:prSet/>
      <dgm:spPr/>
      <dgm:t>
        <a:bodyPr/>
        <a:lstStyle/>
        <a:p>
          <a:endParaRPr lang="en-US"/>
        </a:p>
      </dgm:t>
    </dgm:pt>
    <dgm:pt modelId="{BD280A12-15DF-4903-95AB-6904F8E4FEF7}" type="sibTrans" cxnId="{D1FA24EF-0028-4E46-AA80-3FAD2F24230A}">
      <dgm:prSet/>
      <dgm:spPr/>
      <dgm:t>
        <a:bodyPr/>
        <a:lstStyle/>
        <a:p>
          <a:endParaRPr lang="en-US"/>
        </a:p>
      </dgm:t>
    </dgm:pt>
    <dgm:pt modelId="{AB7748E0-6FDA-4A66-B1D7-51E30C7F88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Simply</a:t>
          </a:r>
          <a:r>
            <a:rPr lang="en-US" baseline="0" dirty="0"/>
            <a:t> language, avoid duplication, use examples</a:t>
          </a:r>
          <a:endParaRPr lang="en-US" dirty="0"/>
        </a:p>
      </dgm:t>
    </dgm:pt>
    <dgm:pt modelId="{31533919-EC6E-486B-B913-A209971789F3}" type="parTrans" cxnId="{FF0E36FB-F730-48FD-BD57-9CC96E5AA001}">
      <dgm:prSet/>
      <dgm:spPr/>
      <dgm:t>
        <a:bodyPr/>
        <a:lstStyle/>
        <a:p>
          <a:endParaRPr lang="en-US"/>
        </a:p>
      </dgm:t>
    </dgm:pt>
    <dgm:pt modelId="{C16AB708-04E6-4D83-8C8A-BC11DA7E735B}" type="sibTrans" cxnId="{FF0E36FB-F730-48FD-BD57-9CC96E5AA001}">
      <dgm:prSet/>
      <dgm:spPr/>
      <dgm:t>
        <a:bodyPr/>
        <a:lstStyle/>
        <a:p>
          <a:endParaRPr lang="en-US"/>
        </a:p>
      </dgm:t>
    </dgm:pt>
    <dgm:pt modelId="{6588992C-8B08-4C61-B471-CFA68816DF5B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400" dirty="0"/>
        </a:p>
      </dgm:t>
    </dgm:pt>
    <dgm:pt modelId="{235E4606-05FF-4650-8056-02FD55FE4661}" type="parTrans" cxnId="{837EEAB6-DE47-401B-8347-E750E6049D9E}">
      <dgm:prSet/>
      <dgm:spPr/>
      <dgm:t>
        <a:bodyPr/>
        <a:lstStyle/>
        <a:p>
          <a:endParaRPr lang="en-US"/>
        </a:p>
      </dgm:t>
    </dgm:pt>
    <dgm:pt modelId="{7B68FC21-93E4-4441-957D-0C8754EB198F}" type="sibTrans" cxnId="{837EEAB6-DE47-401B-8347-E750E6049D9E}">
      <dgm:prSet/>
      <dgm:spPr/>
      <dgm:t>
        <a:bodyPr/>
        <a:lstStyle/>
        <a:p>
          <a:endParaRPr lang="en-US"/>
        </a:p>
      </dgm:t>
    </dgm:pt>
    <dgm:pt modelId="{982A0A81-025C-4678-98B5-30BDBB76A3B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Reorder chapters, as suggested</a:t>
          </a:r>
          <a:endParaRPr lang="en-US" dirty="0"/>
        </a:p>
      </dgm:t>
    </dgm:pt>
    <dgm:pt modelId="{6CF231F2-173E-48E3-9496-21C09B46531D}" type="parTrans" cxnId="{19FB1A55-17A3-4A57-988A-5F3E657A3E9D}">
      <dgm:prSet/>
      <dgm:spPr/>
      <dgm:t>
        <a:bodyPr/>
        <a:lstStyle/>
        <a:p>
          <a:endParaRPr lang="en-US"/>
        </a:p>
      </dgm:t>
    </dgm:pt>
    <dgm:pt modelId="{6D304679-663B-4F36-9F97-174D4CE12C60}" type="sibTrans" cxnId="{19FB1A55-17A3-4A57-988A-5F3E657A3E9D}">
      <dgm:prSet/>
      <dgm:spPr/>
      <dgm:t>
        <a:bodyPr/>
        <a:lstStyle/>
        <a:p>
          <a:endParaRPr lang="en-US"/>
        </a:p>
      </dgm:t>
    </dgm:pt>
    <dgm:pt modelId="{72F8D87B-9849-4D29-9A3D-62E90E44613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Replace Diagram 5, if possible, or delete </a:t>
          </a:r>
          <a:endParaRPr lang="en-US" dirty="0"/>
        </a:p>
      </dgm:t>
    </dgm:pt>
    <dgm:pt modelId="{90110E6A-7A8A-4B53-B264-BD3A1892C0CF}" type="parTrans" cxnId="{88956322-A884-41A6-BD09-2803444B40CB}">
      <dgm:prSet/>
      <dgm:spPr/>
      <dgm:t>
        <a:bodyPr/>
        <a:lstStyle/>
        <a:p>
          <a:endParaRPr lang="en-US"/>
        </a:p>
      </dgm:t>
    </dgm:pt>
    <dgm:pt modelId="{79A3775E-48D0-41C6-8764-BCE70CB5319F}" type="sibTrans" cxnId="{88956322-A884-41A6-BD09-2803444B40CB}">
      <dgm:prSet/>
      <dgm:spPr/>
      <dgm:t>
        <a:bodyPr/>
        <a:lstStyle/>
        <a:p>
          <a:endParaRPr lang="en-US"/>
        </a:p>
      </dgm:t>
    </dgm:pt>
    <dgm:pt modelId="{BA5039BE-EEE0-4A94-B617-9F77099916A9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200" dirty="0"/>
        </a:p>
      </dgm:t>
    </dgm:pt>
    <dgm:pt modelId="{491A5C96-F119-4611-8E25-99C8162502F5}" type="parTrans" cxnId="{F9F0BDDD-8FC3-446E-A820-265922C388B6}">
      <dgm:prSet/>
      <dgm:spPr/>
      <dgm:t>
        <a:bodyPr/>
        <a:lstStyle/>
        <a:p>
          <a:endParaRPr lang="en-US"/>
        </a:p>
      </dgm:t>
    </dgm:pt>
    <dgm:pt modelId="{F6DEEF55-A517-4821-A9A0-3B65586DDE60}" type="sibTrans" cxnId="{F9F0BDDD-8FC3-446E-A820-265922C388B6}">
      <dgm:prSet/>
      <dgm:spPr/>
      <dgm:t>
        <a:bodyPr/>
        <a:lstStyle/>
        <a:p>
          <a:endParaRPr lang="en-US"/>
        </a:p>
      </dgm:t>
    </dgm:pt>
    <dgm:pt modelId="{936FDF0D-4560-4514-8AA8-43563E499C37}" type="pres">
      <dgm:prSet presAssocID="{C9ADA073-6473-4948-8FB1-9AD07F7233CA}" presName="root" presStyleCnt="0">
        <dgm:presLayoutVars>
          <dgm:dir/>
          <dgm:resizeHandles val="exact"/>
        </dgm:presLayoutVars>
      </dgm:prSet>
      <dgm:spPr/>
    </dgm:pt>
    <dgm:pt modelId="{AE98E5E9-B97A-4CBD-8650-F0B2AF31E0CB}" type="pres">
      <dgm:prSet presAssocID="{30681198-4941-4FDD-9D59-67B1C3FB5430}" presName="compNode" presStyleCnt="0"/>
      <dgm:spPr/>
    </dgm:pt>
    <dgm:pt modelId="{387BBDEB-C8A2-4A0C-8F7B-C580EA771774}" type="pres">
      <dgm:prSet presAssocID="{30681198-4941-4FDD-9D59-67B1C3FB5430}" presName="bgRect" presStyleLbl="bgShp" presStyleIdx="0" presStyleCnt="4"/>
      <dgm:spPr/>
    </dgm:pt>
    <dgm:pt modelId="{8888C642-4833-4838-98CC-ACAD2221FCE2}" type="pres">
      <dgm:prSet presAssocID="{30681198-4941-4FDD-9D59-67B1C3FB543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5C6DA16-3395-4749-BAD0-4C5EE543A704}" type="pres">
      <dgm:prSet presAssocID="{30681198-4941-4FDD-9D59-67B1C3FB5430}" presName="spaceRect" presStyleCnt="0"/>
      <dgm:spPr/>
    </dgm:pt>
    <dgm:pt modelId="{C33740EA-EA62-4614-99DD-A559BE741603}" type="pres">
      <dgm:prSet presAssocID="{30681198-4941-4FDD-9D59-67B1C3FB5430}" presName="parTx" presStyleLbl="revTx" presStyleIdx="0" presStyleCnt="6">
        <dgm:presLayoutVars>
          <dgm:chMax val="0"/>
          <dgm:chPref val="0"/>
        </dgm:presLayoutVars>
      </dgm:prSet>
      <dgm:spPr/>
    </dgm:pt>
    <dgm:pt modelId="{CE96BF9B-B219-4619-AE24-7D5F7BFEF62A}" type="pres">
      <dgm:prSet presAssocID="{BD280A12-15DF-4903-95AB-6904F8E4FEF7}" presName="sibTrans" presStyleCnt="0"/>
      <dgm:spPr/>
    </dgm:pt>
    <dgm:pt modelId="{76891A68-2618-4EDF-8782-4AB727E956A9}" type="pres">
      <dgm:prSet presAssocID="{AB7748E0-6FDA-4A66-B1D7-51E30C7F8841}" presName="compNode" presStyleCnt="0"/>
      <dgm:spPr/>
    </dgm:pt>
    <dgm:pt modelId="{4C57519A-B170-42F3-8463-91D52FEC207F}" type="pres">
      <dgm:prSet presAssocID="{AB7748E0-6FDA-4A66-B1D7-51E30C7F8841}" presName="bgRect" presStyleLbl="bgShp" presStyleIdx="1" presStyleCnt="4" custLinFactNeighborX="3743" custLinFactNeighborY="-3708"/>
      <dgm:spPr/>
    </dgm:pt>
    <dgm:pt modelId="{33BD76E7-0375-4696-B3CC-FCD7C0BD0308}" type="pres">
      <dgm:prSet presAssocID="{AB7748E0-6FDA-4A66-B1D7-51E30C7F884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4F5F552-CFB1-49EA-B4D3-CC794F624D63}" type="pres">
      <dgm:prSet presAssocID="{AB7748E0-6FDA-4A66-B1D7-51E30C7F8841}" presName="spaceRect" presStyleCnt="0"/>
      <dgm:spPr/>
    </dgm:pt>
    <dgm:pt modelId="{9CFA8FEE-BACA-4EB1-81A4-CFA29A141FC0}" type="pres">
      <dgm:prSet presAssocID="{AB7748E0-6FDA-4A66-B1D7-51E30C7F8841}" presName="parTx" presStyleLbl="revTx" presStyleIdx="1" presStyleCnt="6" custScaleX="106462">
        <dgm:presLayoutVars>
          <dgm:chMax val="0"/>
          <dgm:chPref val="0"/>
        </dgm:presLayoutVars>
      </dgm:prSet>
      <dgm:spPr/>
    </dgm:pt>
    <dgm:pt modelId="{B816191B-651C-4A1C-BF96-B78058033ED4}" type="pres">
      <dgm:prSet presAssocID="{AB7748E0-6FDA-4A66-B1D7-51E30C7F8841}" presName="desTx" presStyleLbl="revTx" presStyleIdx="2" presStyleCnt="6">
        <dgm:presLayoutVars/>
      </dgm:prSet>
      <dgm:spPr/>
    </dgm:pt>
    <dgm:pt modelId="{B4747200-4FED-49C9-8A3D-97E53361C47B}" type="pres">
      <dgm:prSet presAssocID="{C16AB708-04E6-4D83-8C8A-BC11DA7E735B}" presName="sibTrans" presStyleCnt="0"/>
      <dgm:spPr/>
    </dgm:pt>
    <dgm:pt modelId="{C8577AE6-9A6E-424B-BDE1-17774C472DB4}" type="pres">
      <dgm:prSet presAssocID="{982A0A81-025C-4678-98B5-30BDBB76A3B6}" presName="compNode" presStyleCnt="0"/>
      <dgm:spPr/>
    </dgm:pt>
    <dgm:pt modelId="{3FC49784-1C7E-4C92-BEB6-4870FAF9CE79}" type="pres">
      <dgm:prSet presAssocID="{982A0A81-025C-4678-98B5-30BDBB76A3B6}" presName="bgRect" presStyleLbl="bgShp" presStyleIdx="2" presStyleCnt="4"/>
      <dgm:spPr/>
    </dgm:pt>
    <dgm:pt modelId="{AC2A5FB9-243B-459A-9099-E9F85CF5C772}" type="pres">
      <dgm:prSet presAssocID="{982A0A81-025C-4678-98B5-30BDBB76A3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ABC13EE7-D723-43C5-9F2B-439596F8C187}" type="pres">
      <dgm:prSet presAssocID="{982A0A81-025C-4678-98B5-30BDBB76A3B6}" presName="spaceRect" presStyleCnt="0"/>
      <dgm:spPr/>
    </dgm:pt>
    <dgm:pt modelId="{4FC09830-A723-4A7F-9E29-E166C42C6C72}" type="pres">
      <dgm:prSet presAssocID="{982A0A81-025C-4678-98B5-30BDBB76A3B6}" presName="parTx" presStyleLbl="revTx" presStyleIdx="3" presStyleCnt="6">
        <dgm:presLayoutVars>
          <dgm:chMax val="0"/>
          <dgm:chPref val="0"/>
        </dgm:presLayoutVars>
      </dgm:prSet>
      <dgm:spPr/>
    </dgm:pt>
    <dgm:pt modelId="{3226BE04-493D-44DA-9BFB-EFD28E319A57}" type="pres">
      <dgm:prSet presAssocID="{6D304679-663B-4F36-9F97-174D4CE12C60}" presName="sibTrans" presStyleCnt="0"/>
      <dgm:spPr/>
    </dgm:pt>
    <dgm:pt modelId="{CF0F66EC-2D21-44A3-923E-ADC04B126DA0}" type="pres">
      <dgm:prSet presAssocID="{72F8D87B-9849-4D29-9A3D-62E90E446139}" presName="compNode" presStyleCnt="0"/>
      <dgm:spPr/>
    </dgm:pt>
    <dgm:pt modelId="{6C8A7069-FA14-4E64-8133-2ECFE97D3C9C}" type="pres">
      <dgm:prSet presAssocID="{72F8D87B-9849-4D29-9A3D-62E90E446139}" presName="bgRect" presStyleLbl="bgShp" presStyleIdx="3" presStyleCnt="4" custLinFactNeighborX="2708" custLinFactNeighborY="197"/>
      <dgm:spPr/>
    </dgm:pt>
    <dgm:pt modelId="{9BC50F18-770D-4307-B8EE-3ACA1A02A338}" type="pres">
      <dgm:prSet presAssocID="{72F8D87B-9849-4D29-9A3D-62E90E4461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8EBABC7A-78DB-4E2A-91B3-8BA4DBC70A06}" type="pres">
      <dgm:prSet presAssocID="{72F8D87B-9849-4D29-9A3D-62E90E446139}" presName="spaceRect" presStyleCnt="0"/>
      <dgm:spPr/>
    </dgm:pt>
    <dgm:pt modelId="{89164C51-9CE1-4108-ABC8-7D4B85269766}" type="pres">
      <dgm:prSet presAssocID="{72F8D87B-9849-4D29-9A3D-62E90E446139}" presName="parTx" presStyleLbl="revTx" presStyleIdx="4" presStyleCnt="6">
        <dgm:presLayoutVars>
          <dgm:chMax val="0"/>
          <dgm:chPref val="0"/>
        </dgm:presLayoutVars>
      </dgm:prSet>
      <dgm:spPr/>
    </dgm:pt>
    <dgm:pt modelId="{A3AEAECD-A6B6-42B8-92F2-3964089F877B}" type="pres">
      <dgm:prSet presAssocID="{72F8D87B-9849-4D29-9A3D-62E90E446139}" presName="desTx" presStyleLbl="revTx" presStyleIdx="5" presStyleCnt="6">
        <dgm:presLayoutVars/>
      </dgm:prSet>
      <dgm:spPr/>
    </dgm:pt>
  </dgm:ptLst>
  <dgm:cxnLst>
    <dgm:cxn modelId="{C5D5080B-AB77-455B-82A1-1E0A8E18B503}" type="presOf" srcId="{C9ADA073-6473-4948-8FB1-9AD07F7233CA}" destId="{936FDF0D-4560-4514-8AA8-43563E499C37}" srcOrd="0" destOrd="0" presId="urn:microsoft.com/office/officeart/2018/2/layout/IconVerticalSolidList"/>
    <dgm:cxn modelId="{D5A32715-3F84-4B09-823E-05DBAAF859A2}" type="presOf" srcId="{72F8D87B-9849-4D29-9A3D-62E90E446139}" destId="{89164C51-9CE1-4108-ABC8-7D4B85269766}" srcOrd="0" destOrd="0" presId="urn:microsoft.com/office/officeart/2018/2/layout/IconVerticalSolidList"/>
    <dgm:cxn modelId="{88956322-A884-41A6-BD09-2803444B40CB}" srcId="{C9ADA073-6473-4948-8FB1-9AD07F7233CA}" destId="{72F8D87B-9849-4D29-9A3D-62E90E446139}" srcOrd="3" destOrd="0" parTransId="{90110E6A-7A8A-4B53-B264-BD3A1892C0CF}" sibTransId="{79A3775E-48D0-41C6-8764-BCE70CB5319F}"/>
    <dgm:cxn modelId="{13FC3124-B441-48E7-894B-61BFD892E766}" type="presOf" srcId="{6588992C-8B08-4C61-B471-CFA68816DF5B}" destId="{B816191B-651C-4A1C-BF96-B78058033ED4}" srcOrd="0" destOrd="0" presId="urn:microsoft.com/office/officeart/2018/2/layout/IconVerticalSolidList"/>
    <dgm:cxn modelId="{072DD84F-1BBA-46E7-BF8B-C5966B1DA7A5}" type="presOf" srcId="{BA5039BE-EEE0-4A94-B617-9F77099916A9}" destId="{A3AEAECD-A6B6-42B8-92F2-3964089F877B}" srcOrd="0" destOrd="0" presId="urn:microsoft.com/office/officeart/2018/2/layout/IconVerticalSolidList"/>
    <dgm:cxn modelId="{F08D2772-067D-4E33-A6D1-A9316140FD71}" type="presOf" srcId="{30681198-4941-4FDD-9D59-67B1C3FB5430}" destId="{C33740EA-EA62-4614-99DD-A559BE741603}" srcOrd="0" destOrd="0" presId="urn:microsoft.com/office/officeart/2018/2/layout/IconVerticalSolidList"/>
    <dgm:cxn modelId="{19FB1A55-17A3-4A57-988A-5F3E657A3E9D}" srcId="{C9ADA073-6473-4948-8FB1-9AD07F7233CA}" destId="{982A0A81-025C-4678-98B5-30BDBB76A3B6}" srcOrd="2" destOrd="0" parTransId="{6CF231F2-173E-48E3-9496-21C09B46531D}" sibTransId="{6D304679-663B-4F36-9F97-174D4CE12C60}"/>
    <dgm:cxn modelId="{89B4EF92-33AA-418C-A3EB-FFE9A21B9B79}" type="presOf" srcId="{982A0A81-025C-4678-98B5-30BDBB76A3B6}" destId="{4FC09830-A723-4A7F-9E29-E166C42C6C72}" srcOrd="0" destOrd="0" presId="urn:microsoft.com/office/officeart/2018/2/layout/IconVerticalSolidList"/>
    <dgm:cxn modelId="{837EEAB6-DE47-401B-8347-E750E6049D9E}" srcId="{AB7748E0-6FDA-4A66-B1D7-51E30C7F8841}" destId="{6588992C-8B08-4C61-B471-CFA68816DF5B}" srcOrd="0" destOrd="0" parTransId="{235E4606-05FF-4650-8056-02FD55FE4661}" sibTransId="{7B68FC21-93E4-4441-957D-0C8754EB198F}"/>
    <dgm:cxn modelId="{26246AC3-6032-4C3A-AEE2-2BA50953B1C1}" type="presOf" srcId="{AB7748E0-6FDA-4A66-B1D7-51E30C7F8841}" destId="{9CFA8FEE-BACA-4EB1-81A4-CFA29A141FC0}" srcOrd="0" destOrd="0" presId="urn:microsoft.com/office/officeart/2018/2/layout/IconVerticalSolidList"/>
    <dgm:cxn modelId="{F9F0BDDD-8FC3-446E-A820-265922C388B6}" srcId="{72F8D87B-9849-4D29-9A3D-62E90E446139}" destId="{BA5039BE-EEE0-4A94-B617-9F77099916A9}" srcOrd="0" destOrd="0" parTransId="{491A5C96-F119-4611-8E25-99C8162502F5}" sibTransId="{F6DEEF55-A517-4821-A9A0-3B65586DDE60}"/>
    <dgm:cxn modelId="{D1FA24EF-0028-4E46-AA80-3FAD2F24230A}" srcId="{C9ADA073-6473-4948-8FB1-9AD07F7233CA}" destId="{30681198-4941-4FDD-9D59-67B1C3FB5430}" srcOrd="0" destOrd="0" parTransId="{53C18D77-6F7F-4D27-92F4-1FB77D26C8EF}" sibTransId="{BD280A12-15DF-4903-95AB-6904F8E4FEF7}"/>
    <dgm:cxn modelId="{FF0E36FB-F730-48FD-BD57-9CC96E5AA001}" srcId="{C9ADA073-6473-4948-8FB1-9AD07F7233CA}" destId="{AB7748E0-6FDA-4A66-B1D7-51E30C7F8841}" srcOrd="1" destOrd="0" parTransId="{31533919-EC6E-486B-B913-A209971789F3}" sibTransId="{C16AB708-04E6-4D83-8C8A-BC11DA7E735B}"/>
    <dgm:cxn modelId="{02496AA4-D817-448E-864F-CB793C464500}" type="presParOf" srcId="{936FDF0D-4560-4514-8AA8-43563E499C37}" destId="{AE98E5E9-B97A-4CBD-8650-F0B2AF31E0CB}" srcOrd="0" destOrd="0" presId="urn:microsoft.com/office/officeart/2018/2/layout/IconVerticalSolidList"/>
    <dgm:cxn modelId="{6A5C32CD-FA68-4D1E-9848-19744CA4A834}" type="presParOf" srcId="{AE98E5E9-B97A-4CBD-8650-F0B2AF31E0CB}" destId="{387BBDEB-C8A2-4A0C-8F7B-C580EA771774}" srcOrd="0" destOrd="0" presId="urn:microsoft.com/office/officeart/2018/2/layout/IconVerticalSolidList"/>
    <dgm:cxn modelId="{4268B5D0-F889-48B3-8054-849C05CF20C6}" type="presParOf" srcId="{AE98E5E9-B97A-4CBD-8650-F0B2AF31E0CB}" destId="{8888C642-4833-4838-98CC-ACAD2221FCE2}" srcOrd="1" destOrd="0" presId="urn:microsoft.com/office/officeart/2018/2/layout/IconVerticalSolidList"/>
    <dgm:cxn modelId="{DF53ABEE-FED7-47A8-893B-635D4AECFA38}" type="presParOf" srcId="{AE98E5E9-B97A-4CBD-8650-F0B2AF31E0CB}" destId="{E5C6DA16-3395-4749-BAD0-4C5EE543A704}" srcOrd="2" destOrd="0" presId="urn:microsoft.com/office/officeart/2018/2/layout/IconVerticalSolidList"/>
    <dgm:cxn modelId="{FC55A705-50C9-49BB-9ECC-5DB5BEFE119F}" type="presParOf" srcId="{AE98E5E9-B97A-4CBD-8650-F0B2AF31E0CB}" destId="{C33740EA-EA62-4614-99DD-A559BE741603}" srcOrd="3" destOrd="0" presId="urn:microsoft.com/office/officeart/2018/2/layout/IconVerticalSolidList"/>
    <dgm:cxn modelId="{5EB0A898-118A-48E9-91E4-75662699CC58}" type="presParOf" srcId="{936FDF0D-4560-4514-8AA8-43563E499C37}" destId="{CE96BF9B-B219-4619-AE24-7D5F7BFEF62A}" srcOrd="1" destOrd="0" presId="urn:microsoft.com/office/officeart/2018/2/layout/IconVerticalSolidList"/>
    <dgm:cxn modelId="{3021C551-AADF-434E-A4E2-8F9F982BE42A}" type="presParOf" srcId="{936FDF0D-4560-4514-8AA8-43563E499C37}" destId="{76891A68-2618-4EDF-8782-4AB727E956A9}" srcOrd="2" destOrd="0" presId="urn:microsoft.com/office/officeart/2018/2/layout/IconVerticalSolidList"/>
    <dgm:cxn modelId="{177EDE91-D077-4E8B-94F4-D26E7CBC86BA}" type="presParOf" srcId="{76891A68-2618-4EDF-8782-4AB727E956A9}" destId="{4C57519A-B170-42F3-8463-91D52FEC207F}" srcOrd="0" destOrd="0" presId="urn:microsoft.com/office/officeart/2018/2/layout/IconVerticalSolidList"/>
    <dgm:cxn modelId="{B84805EF-D48C-40AF-9619-69383404D41D}" type="presParOf" srcId="{76891A68-2618-4EDF-8782-4AB727E956A9}" destId="{33BD76E7-0375-4696-B3CC-FCD7C0BD0308}" srcOrd="1" destOrd="0" presId="urn:microsoft.com/office/officeart/2018/2/layout/IconVerticalSolidList"/>
    <dgm:cxn modelId="{29EE5689-F9DA-453F-9E5F-79BC4F5C00B0}" type="presParOf" srcId="{76891A68-2618-4EDF-8782-4AB727E956A9}" destId="{94F5F552-CFB1-49EA-B4D3-CC794F624D63}" srcOrd="2" destOrd="0" presId="urn:microsoft.com/office/officeart/2018/2/layout/IconVerticalSolidList"/>
    <dgm:cxn modelId="{19742FDC-42BD-4FFA-80E5-D070312E12D6}" type="presParOf" srcId="{76891A68-2618-4EDF-8782-4AB727E956A9}" destId="{9CFA8FEE-BACA-4EB1-81A4-CFA29A141FC0}" srcOrd="3" destOrd="0" presId="urn:microsoft.com/office/officeart/2018/2/layout/IconVerticalSolidList"/>
    <dgm:cxn modelId="{15A3E0D0-ADE7-4443-8D71-7BD3B397BC7A}" type="presParOf" srcId="{76891A68-2618-4EDF-8782-4AB727E956A9}" destId="{B816191B-651C-4A1C-BF96-B78058033ED4}" srcOrd="4" destOrd="0" presId="urn:microsoft.com/office/officeart/2018/2/layout/IconVerticalSolidList"/>
    <dgm:cxn modelId="{DF75A86A-8A7C-4C9B-B7F3-A099FA8F66DA}" type="presParOf" srcId="{936FDF0D-4560-4514-8AA8-43563E499C37}" destId="{B4747200-4FED-49C9-8A3D-97E53361C47B}" srcOrd="3" destOrd="0" presId="urn:microsoft.com/office/officeart/2018/2/layout/IconVerticalSolidList"/>
    <dgm:cxn modelId="{9319E2E8-BF4E-43D9-A248-910C921B4068}" type="presParOf" srcId="{936FDF0D-4560-4514-8AA8-43563E499C37}" destId="{C8577AE6-9A6E-424B-BDE1-17774C472DB4}" srcOrd="4" destOrd="0" presId="urn:microsoft.com/office/officeart/2018/2/layout/IconVerticalSolidList"/>
    <dgm:cxn modelId="{FE07F6EE-E7A1-4DD9-A3C3-E25AF66A8494}" type="presParOf" srcId="{C8577AE6-9A6E-424B-BDE1-17774C472DB4}" destId="{3FC49784-1C7E-4C92-BEB6-4870FAF9CE79}" srcOrd="0" destOrd="0" presId="urn:microsoft.com/office/officeart/2018/2/layout/IconVerticalSolidList"/>
    <dgm:cxn modelId="{FC46D050-C6D9-4A5C-9011-F28E6E1104F5}" type="presParOf" srcId="{C8577AE6-9A6E-424B-BDE1-17774C472DB4}" destId="{AC2A5FB9-243B-459A-9099-E9F85CF5C772}" srcOrd="1" destOrd="0" presId="urn:microsoft.com/office/officeart/2018/2/layout/IconVerticalSolidList"/>
    <dgm:cxn modelId="{FE270B54-8EC0-4744-A63F-68F0536DAA4E}" type="presParOf" srcId="{C8577AE6-9A6E-424B-BDE1-17774C472DB4}" destId="{ABC13EE7-D723-43C5-9F2B-439596F8C187}" srcOrd="2" destOrd="0" presId="urn:microsoft.com/office/officeart/2018/2/layout/IconVerticalSolidList"/>
    <dgm:cxn modelId="{74F1B73B-CC07-4ACD-A2AC-14DD2E2142A5}" type="presParOf" srcId="{C8577AE6-9A6E-424B-BDE1-17774C472DB4}" destId="{4FC09830-A723-4A7F-9E29-E166C42C6C72}" srcOrd="3" destOrd="0" presId="urn:microsoft.com/office/officeart/2018/2/layout/IconVerticalSolidList"/>
    <dgm:cxn modelId="{47E41EF3-491F-4959-9DC2-3C6A339C9D62}" type="presParOf" srcId="{936FDF0D-4560-4514-8AA8-43563E499C37}" destId="{3226BE04-493D-44DA-9BFB-EFD28E319A57}" srcOrd="5" destOrd="0" presId="urn:microsoft.com/office/officeart/2018/2/layout/IconVerticalSolidList"/>
    <dgm:cxn modelId="{D68A06D4-303B-4E9B-9C81-1F40E810E6B5}" type="presParOf" srcId="{936FDF0D-4560-4514-8AA8-43563E499C37}" destId="{CF0F66EC-2D21-44A3-923E-ADC04B126DA0}" srcOrd="6" destOrd="0" presId="urn:microsoft.com/office/officeart/2018/2/layout/IconVerticalSolidList"/>
    <dgm:cxn modelId="{8A62148E-206D-44F3-BBFD-DA932B932B4B}" type="presParOf" srcId="{CF0F66EC-2D21-44A3-923E-ADC04B126DA0}" destId="{6C8A7069-FA14-4E64-8133-2ECFE97D3C9C}" srcOrd="0" destOrd="0" presId="urn:microsoft.com/office/officeart/2018/2/layout/IconVerticalSolidList"/>
    <dgm:cxn modelId="{79DD6496-F423-461D-BAA2-B0CFBDB2D597}" type="presParOf" srcId="{CF0F66EC-2D21-44A3-923E-ADC04B126DA0}" destId="{9BC50F18-770D-4307-B8EE-3ACA1A02A338}" srcOrd="1" destOrd="0" presId="urn:microsoft.com/office/officeart/2018/2/layout/IconVerticalSolidList"/>
    <dgm:cxn modelId="{84C1D1B7-DCF2-491B-A938-BD4D6A00FDCB}" type="presParOf" srcId="{CF0F66EC-2D21-44A3-923E-ADC04B126DA0}" destId="{8EBABC7A-78DB-4E2A-91B3-8BA4DBC70A06}" srcOrd="2" destOrd="0" presId="urn:microsoft.com/office/officeart/2018/2/layout/IconVerticalSolidList"/>
    <dgm:cxn modelId="{EB5D4E66-EE3D-44DA-B799-C1C44ED0CA09}" type="presParOf" srcId="{CF0F66EC-2D21-44A3-923E-ADC04B126DA0}" destId="{89164C51-9CE1-4108-ABC8-7D4B85269766}" srcOrd="3" destOrd="0" presId="urn:microsoft.com/office/officeart/2018/2/layout/IconVerticalSolidList"/>
    <dgm:cxn modelId="{05F0703E-C0B7-40F2-9BE9-7846D061E67A}" type="presParOf" srcId="{CF0F66EC-2D21-44A3-923E-ADC04B126DA0}" destId="{A3AEAECD-A6B6-42B8-92F2-3964089F877B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8E8F84-E9E0-4D2A-978D-3ABD4EF23A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0A2D9B-C23D-4B36-9248-46047B368A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Introduction: include ISAE 3000 (Revised) in Guidance title; refer to ISAE 3000 (Revised), rather than to ‘the Standard’ throughout the Guidance; replace use of ‘S’ and ‘G’ with ‘para’; check consistency throughout</a:t>
          </a:r>
          <a:endParaRPr lang="en-US" dirty="0"/>
        </a:p>
      </dgm:t>
    </dgm:pt>
    <dgm:pt modelId="{E7913FF4-9A24-40B4-A385-B7855ED81D6A}" type="parTrans" cxnId="{5BBB93D1-7881-4C53-9283-8A85C9F66A2E}">
      <dgm:prSet/>
      <dgm:spPr/>
      <dgm:t>
        <a:bodyPr/>
        <a:lstStyle/>
        <a:p>
          <a:endParaRPr lang="en-US"/>
        </a:p>
      </dgm:t>
    </dgm:pt>
    <dgm:pt modelId="{E6A44735-033A-4236-B7EA-D4E9ADD21D66}" type="sibTrans" cxnId="{5BBB93D1-7881-4C53-9283-8A85C9F66A2E}">
      <dgm:prSet/>
      <dgm:spPr/>
      <dgm:t>
        <a:bodyPr/>
        <a:lstStyle/>
        <a:p>
          <a:endParaRPr lang="en-US"/>
        </a:p>
      </dgm:t>
    </dgm:pt>
    <dgm:pt modelId="{348ABEC3-5BD5-4138-97CA-55021CC95F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1: some clarification on use of experts</a:t>
          </a:r>
          <a:endParaRPr lang="en-US" dirty="0"/>
        </a:p>
      </dgm:t>
    </dgm:pt>
    <dgm:pt modelId="{84F466E2-BF86-4BD4-8712-C15EAB78FA61}" type="parTrans" cxnId="{8A233F7E-A745-48C0-ADB2-122ECB9ECB7D}">
      <dgm:prSet/>
      <dgm:spPr/>
      <dgm:t>
        <a:bodyPr/>
        <a:lstStyle/>
        <a:p>
          <a:endParaRPr lang="en-US"/>
        </a:p>
      </dgm:t>
    </dgm:pt>
    <dgm:pt modelId="{4464841E-6C08-4830-AD70-8B5763AD9E38}" type="sibTrans" cxnId="{8A233F7E-A745-48C0-ADB2-122ECB9ECB7D}">
      <dgm:prSet/>
      <dgm:spPr/>
      <dgm:t>
        <a:bodyPr/>
        <a:lstStyle/>
        <a:p>
          <a:endParaRPr lang="en-US"/>
        </a:p>
      </dgm:t>
    </dgm:pt>
    <dgm:pt modelId="{2F08F762-DDF6-4F95-9AC0-F6FBD582EE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2: more focus on EER-specific considerations; use of PS and PJ icons; separate chapters for PS and PJ or combine Chapters 1 and 2; and some detailed comments on Diagram 4</a:t>
          </a:r>
          <a:endParaRPr lang="en-US" dirty="0"/>
        </a:p>
      </dgm:t>
    </dgm:pt>
    <dgm:pt modelId="{7C2C28C4-0690-45D6-8B9E-0036BE415B04}" type="parTrans" cxnId="{C0923D83-55FE-44D2-A641-355C65867D2B}">
      <dgm:prSet/>
      <dgm:spPr/>
      <dgm:t>
        <a:bodyPr/>
        <a:lstStyle/>
        <a:p>
          <a:endParaRPr lang="en-US"/>
        </a:p>
      </dgm:t>
    </dgm:pt>
    <dgm:pt modelId="{7D08E74C-DB7B-454B-9110-DEEC24E2436E}" type="sibTrans" cxnId="{C0923D83-55FE-44D2-A641-355C65867D2B}">
      <dgm:prSet/>
      <dgm:spPr/>
      <dgm:t>
        <a:bodyPr/>
        <a:lstStyle/>
        <a:p>
          <a:endParaRPr lang="en-US"/>
        </a:p>
      </dgm:t>
    </dgm:pt>
    <dgm:pt modelId="{BD87C468-8B6A-43C2-B0F1-12F554FFF7A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3: further guidance on readiness assessments; work effort to be consistent with the Standard; clarification on aspects of ‘proposed perimeter of the subject matter information’; need for stand back</a:t>
          </a:r>
          <a:endParaRPr lang="en-US" dirty="0"/>
        </a:p>
      </dgm:t>
    </dgm:pt>
    <dgm:pt modelId="{55817352-658B-4796-A55D-B70523473229}" type="parTrans" cxnId="{86E65713-10B5-491E-B701-95963ADAB5FC}">
      <dgm:prSet/>
      <dgm:spPr/>
      <dgm:t>
        <a:bodyPr/>
        <a:lstStyle/>
        <a:p>
          <a:endParaRPr lang="en-US"/>
        </a:p>
      </dgm:t>
    </dgm:pt>
    <dgm:pt modelId="{CDEF9AC6-4B20-4F4C-A799-39CDE9B3316B}" type="sibTrans" cxnId="{86E65713-10B5-491E-B701-95963ADAB5FC}">
      <dgm:prSet/>
      <dgm:spPr/>
      <dgm:t>
        <a:bodyPr/>
        <a:lstStyle/>
        <a:p>
          <a:endParaRPr lang="en-US"/>
        </a:p>
      </dgm:t>
    </dgm:pt>
    <dgm:pt modelId="{BF5C4BF5-4DF4-4C09-B50D-4A6270FFA7BF}" type="pres">
      <dgm:prSet presAssocID="{268E8F84-E9E0-4D2A-978D-3ABD4EF23AFE}" presName="root" presStyleCnt="0">
        <dgm:presLayoutVars>
          <dgm:dir/>
          <dgm:resizeHandles val="exact"/>
        </dgm:presLayoutVars>
      </dgm:prSet>
      <dgm:spPr/>
    </dgm:pt>
    <dgm:pt modelId="{69537103-E230-4A8D-8319-BE1623663D4F}" type="pres">
      <dgm:prSet presAssocID="{880A2D9B-C23D-4B36-9248-46047B368A54}" presName="compNode" presStyleCnt="0"/>
      <dgm:spPr/>
    </dgm:pt>
    <dgm:pt modelId="{85C85ED0-CC0E-46C6-85EB-2868032D9AA7}" type="pres">
      <dgm:prSet presAssocID="{880A2D9B-C23D-4B36-9248-46047B368A54}" presName="bgRect" presStyleLbl="bgShp" presStyleIdx="0" presStyleCnt="4"/>
      <dgm:spPr/>
    </dgm:pt>
    <dgm:pt modelId="{7A5C52FF-041D-44F5-80D6-844E984845C6}" type="pres">
      <dgm:prSet presAssocID="{880A2D9B-C23D-4B36-9248-46047B368A54}" presName="iconRect" presStyleLbl="node1" presStyleIdx="0" presStyleCnt="4" custLinFactNeighborX="2162" custLinFactNeighborY="-216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187CC00-CC26-4CC3-B4DE-A498B1AC26D8}" type="pres">
      <dgm:prSet presAssocID="{880A2D9B-C23D-4B36-9248-46047B368A54}" presName="spaceRect" presStyleCnt="0"/>
      <dgm:spPr/>
    </dgm:pt>
    <dgm:pt modelId="{C3DDE879-96CA-4097-8606-B0F7A69D86F3}" type="pres">
      <dgm:prSet presAssocID="{880A2D9B-C23D-4B36-9248-46047B368A54}" presName="parTx" presStyleLbl="revTx" presStyleIdx="0" presStyleCnt="4">
        <dgm:presLayoutVars>
          <dgm:chMax val="0"/>
          <dgm:chPref val="0"/>
        </dgm:presLayoutVars>
      </dgm:prSet>
      <dgm:spPr/>
    </dgm:pt>
    <dgm:pt modelId="{C496D51F-BB55-41BB-AD65-831554BC431D}" type="pres">
      <dgm:prSet presAssocID="{E6A44735-033A-4236-B7EA-D4E9ADD21D66}" presName="sibTrans" presStyleCnt="0"/>
      <dgm:spPr/>
    </dgm:pt>
    <dgm:pt modelId="{2F77D213-51DF-4B84-A034-F39A8FA14AF9}" type="pres">
      <dgm:prSet presAssocID="{348ABEC3-5BD5-4138-97CA-55021CC95FC7}" presName="compNode" presStyleCnt="0"/>
      <dgm:spPr/>
    </dgm:pt>
    <dgm:pt modelId="{52E35825-F6D9-4D2F-BA74-DC8D254D30F4}" type="pres">
      <dgm:prSet presAssocID="{348ABEC3-5BD5-4138-97CA-55021CC95FC7}" presName="bgRect" presStyleLbl="bgShp" presStyleIdx="1" presStyleCnt="4"/>
      <dgm:spPr/>
    </dgm:pt>
    <dgm:pt modelId="{28B405CF-D85F-4DFF-B016-E227702D682D}" type="pres">
      <dgm:prSet presAssocID="{348ABEC3-5BD5-4138-97CA-55021CC95FC7}" presName="iconRect" presStyleLbl="node1" presStyleIdx="1" presStyleCnt="4"/>
      <dgm:spPr>
        <a:blipFill dpi="0" rotWithShape="1">
          <a:blip xmlns:r="http://schemas.openxmlformats.org/officeDocument/2006/relationships" r:embed="rId3">
            <a:alphaModFix amt="99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AF6F56A5-FE68-4B43-AAB5-0A7F3B2D71D2}" type="pres">
      <dgm:prSet presAssocID="{348ABEC3-5BD5-4138-97CA-55021CC95FC7}" presName="spaceRect" presStyleCnt="0"/>
      <dgm:spPr/>
    </dgm:pt>
    <dgm:pt modelId="{5B841910-47AD-4D91-9CAE-7A6063F54E66}" type="pres">
      <dgm:prSet presAssocID="{348ABEC3-5BD5-4138-97CA-55021CC95FC7}" presName="parTx" presStyleLbl="revTx" presStyleIdx="1" presStyleCnt="4">
        <dgm:presLayoutVars>
          <dgm:chMax val="0"/>
          <dgm:chPref val="0"/>
        </dgm:presLayoutVars>
      </dgm:prSet>
      <dgm:spPr/>
    </dgm:pt>
    <dgm:pt modelId="{8C292553-8B42-4430-88E7-BBD4D0E8F04D}" type="pres">
      <dgm:prSet presAssocID="{4464841E-6C08-4830-AD70-8B5763AD9E38}" presName="sibTrans" presStyleCnt="0"/>
      <dgm:spPr/>
    </dgm:pt>
    <dgm:pt modelId="{45335632-C57C-4B15-B835-A5B789E40B0D}" type="pres">
      <dgm:prSet presAssocID="{2F08F762-DDF6-4F95-9AC0-F6FBD582EECC}" presName="compNode" presStyleCnt="0"/>
      <dgm:spPr/>
    </dgm:pt>
    <dgm:pt modelId="{2744026B-C38C-46F4-B6EA-FC6B31A9C6D1}" type="pres">
      <dgm:prSet presAssocID="{2F08F762-DDF6-4F95-9AC0-F6FBD582EECC}" presName="bgRect" presStyleLbl="bgShp" presStyleIdx="2" presStyleCnt="4"/>
      <dgm:spPr/>
    </dgm:pt>
    <dgm:pt modelId="{560EDB0F-ED86-45BC-9AEC-72CDCA0A66A5}" type="pres">
      <dgm:prSet presAssocID="{2F08F762-DDF6-4F95-9AC0-F6FBD582EE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E02DED6-8092-4224-9DB0-46ED0FF027D8}" type="pres">
      <dgm:prSet presAssocID="{2F08F762-DDF6-4F95-9AC0-F6FBD582EECC}" presName="spaceRect" presStyleCnt="0"/>
      <dgm:spPr/>
    </dgm:pt>
    <dgm:pt modelId="{6024CD9F-9354-4A83-B072-F35073158F5A}" type="pres">
      <dgm:prSet presAssocID="{2F08F762-DDF6-4F95-9AC0-F6FBD582EECC}" presName="parTx" presStyleLbl="revTx" presStyleIdx="2" presStyleCnt="4">
        <dgm:presLayoutVars>
          <dgm:chMax val="0"/>
          <dgm:chPref val="0"/>
        </dgm:presLayoutVars>
      </dgm:prSet>
      <dgm:spPr/>
    </dgm:pt>
    <dgm:pt modelId="{914C8903-EC13-4F58-8437-D65DFB80AE6B}" type="pres">
      <dgm:prSet presAssocID="{7D08E74C-DB7B-454B-9110-DEEC24E2436E}" presName="sibTrans" presStyleCnt="0"/>
      <dgm:spPr/>
    </dgm:pt>
    <dgm:pt modelId="{9059B6B5-EC99-4F53-B312-24EB984680D1}" type="pres">
      <dgm:prSet presAssocID="{BD87C468-8B6A-43C2-B0F1-12F554FFF7AD}" presName="compNode" presStyleCnt="0"/>
      <dgm:spPr/>
    </dgm:pt>
    <dgm:pt modelId="{E2790CCD-2559-4A31-89BF-8CCD11631FD5}" type="pres">
      <dgm:prSet presAssocID="{BD87C468-8B6A-43C2-B0F1-12F554FFF7AD}" presName="bgRect" presStyleLbl="bgShp" presStyleIdx="3" presStyleCnt="4"/>
      <dgm:spPr/>
    </dgm:pt>
    <dgm:pt modelId="{5B65BE8F-C625-4287-9026-D7BD6A9ADC36}" type="pres">
      <dgm:prSet presAssocID="{BD87C468-8B6A-43C2-B0F1-12F554FFF7AD}" presName="iconRect" presStyleLbl="node1" presStyleIdx="3" presStyleCnt="4"/>
      <dgm:spPr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22E8F19-F346-447F-8BF4-AD042E61F3F4}" type="pres">
      <dgm:prSet presAssocID="{BD87C468-8B6A-43C2-B0F1-12F554FFF7AD}" presName="spaceRect" presStyleCnt="0"/>
      <dgm:spPr/>
    </dgm:pt>
    <dgm:pt modelId="{585353B8-79B5-400F-A383-BDF783E337D3}" type="pres">
      <dgm:prSet presAssocID="{BD87C468-8B6A-43C2-B0F1-12F554FFF7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05BFD0C-DBCD-454C-BADC-E6FDC403B240}" type="presOf" srcId="{880A2D9B-C23D-4B36-9248-46047B368A54}" destId="{C3DDE879-96CA-4097-8606-B0F7A69D86F3}" srcOrd="0" destOrd="0" presId="urn:microsoft.com/office/officeart/2018/2/layout/IconVerticalSolidList"/>
    <dgm:cxn modelId="{86E65713-10B5-491E-B701-95963ADAB5FC}" srcId="{268E8F84-E9E0-4D2A-978D-3ABD4EF23AFE}" destId="{BD87C468-8B6A-43C2-B0F1-12F554FFF7AD}" srcOrd="3" destOrd="0" parTransId="{55817352-658B-4796-A55D-B70523473229}" sibTransId="{CDEF9AC6-4B20-4F4C-A799-39CDE9B3316B}"/>
    <dgm:cxn modelId="{74C40D43-6325-420E-8975-61AA0E534AAD}" type="presOf" srcId="{BD87C468-8B6A-43C2-B0F1-12F554FFF7AD}" destId="{585353B8-79B5-400F-A383-BDF783E337D3}" srcOrd="0" destOrd="0" presId="urn:microsoft.com/office/officeart/2018/2/layout/IconVerticalSolidList"/>
    <dgm:cxn modelId="{C05E5251-33A4-4567-A800-5468AD05B3EE}" type="presOf" srcId="{2F08F762-DDF6-4F95-9AC0-F6FBD582EECC}" destId="{6024CD9F-9354-4A83-B072-F35073158F5A}" srcOrd="0" destOrd="0" presId="urn:microsoft.com/office/officeart/2018/2/layout/IconVerticalSolidList"/>
    <dgm:cxn modelId="{2DC12779-58BF-4FEB-A7CD-7B1C0F3E4ECD}" type="presOf" srcId="{348ABEC3-5BD5-4138-97CA-55021CC95FC7}" destId="{5B841910-47AD-4D91-9CAE-7A6063F54E66}" srcOrd="0" destOrd="0" presId="urn:microsoft.com/office/officeart/2018/2/layout/IconVerticalSolidList"/>
    <dgm:cxn modelId="{8A233F7E-A745-48C0-ADB2-122ECB9ECB7D}" srcId="{268E8F84-E9E0-4D2A-978D-3ABD4EF23AFE}" destId="{348ABEC3-5BD5-4138-97CA-55021CC95FC7}" srcOrd="1" destOrd="0" parTransId="{84F466E2-BF86-4BD4-8712-C15EAB78FA61}" sibTransId="{4464841E-6C08-4830-AD70-8B5763AD9E38}"/>
    <dgm:cxn modelId="{C0923D83-55FE-44D2-A641-355C65867D2B}" srcId="{268E8F84-E9E0-4D2A-978D-3ABD4EF23AFE}" destId="{2F08F762-DDF6-4F95-9AC0-F6FBD582EECC}" srcOrd="2" destOrd="0" parTransId="{7C2C28C4-0690-45D6-8B9E-0036BE415B04}" sibTransId="{7D08E74C-DB7B-454B-9110-DEEC24E2436E}"/>
    <dgm:cxn modelId="{5BBB93D1-7881-4C53-9283-8A85C9F66A2E}" srcId="{268E8F84-E9E0-4D2A-978D-3ABD4EF23AFE}" destId="{880A2D9B-C23D-4B36-9248-46047B368A54}" srcOrd="0" destOrd="0" parTransId="{E7913FF4-9A24-40B4-A385-B7855ED81D6A}" sibTransId="{E6A44735-033A-4236-B7EA-D4E9ADD21D66}"/>
    <dgm:cxn modelId="{6EBDCAF3-4F29-466B-A234-B69A47E15F06}" type="presOf" srcId="{268E8F84-E9E0-4D2A-978D-3ABD4EF23AFE}" destId="{BF5C4BF5-4DF4-4C09-B50D-4A6270FFA7BF}" srcOrd="0" destOrd="0" presId="urn:microsoft.com/office/officeart/2018/2/layout/IconVerticalSolidList"/>
    <dgm:cxn modelId="{E1B545E7-6B29-4028-94D1-72ACBF7BE8F7}" type="presParOf" srcId="{BF5C4BF5-4DF4-4C09-B50D-4A6270FFA7BF}" destId="{69537103-E230-4A8D-8319-BE1623663D4F}" srcOrd="0" destOrd="0" presId="urn:microsoft.com/office/officeart/2018/2/layout/IconVerticalSolidList"/>
    <dgm:cxn modelId="{C50312CF-4E96-4ACB-9DD6-404809D1E887}" type="presParOf" srcId="{69537103-E230-4A8D-8319-BE1623663D4F}" destId="{85C85ED0-CC0E-46C6-85EB-2868032D9AA7}" srcOrd="0" destOrd="0" presId="urn:microsoft.com/office/officeart/2018/2/layout/IconVerticalSolidList"/>
    <dgm:cxn modelId="{17A661C0-9C14-4868-BCCD-734E2D2252FF}" type="presParOf" srcId="{69537103-E230-4A8D-8319-BE1623663D4F}" destId="{7A5C52FF-041D-44F5-80D6-844E984845C6}" srcOrd="1" destOrd="0" presId="urn:microsoft.com/office/officeart/2018/2/layout/IconVerticalSolidList"/>
    <dgm:cxn modelId="{539FFA03-DD80-4505-B667-DBB4018FC638}" type="presParOf" srcId="{69537103-E230-4A8D-8319-BE1623663D4F}" destId="{C187CC00-CC26-4CC3-B4DE-A498B1AC26D8}" srcOrd="2" destOrd="0" presId="urn:microsoft.com/office/officeart/2018/2/layout/IconVerticalSolidList"/>
    <dgm:cxn modelId="{0BE98EC8-7D91-4364-B465-AE274358EF28}" type="presParOf" srcId="{69537103-E230-4A8D-8319-BE1623663D4F}" destId="{C3DDE879-96CA-4097-8606-B0F7A69D86F3}" srcOrd="3" destOrd="0" presId="urn:microsoft.com/office/officeart/2018/2/layout/IconVerticalSolidList"/>
    <dgm:cxn modelId="{258878AD-C6F5-439F-BEB0-D300ED1DAFDA}" type="presParOf" srcId="{BF5C4BF5-4DF4-4C09-B50D-4A6270FFA7BF}" destId="{C496D51F-BB55-41BB-AD65-831554BC431D}" srcOrd="1" destOrd="0" presId="urn:microsoft.com/office/officeart/2018/2/layout/IconVerticalSolidList"/>
    <dgm:cxn modelId="{2C53702C-416D-497C-A4E6-A90E98797E0B}" type="presParOf" srcId="{BF5C4BF5-4DF4-4C09-B50D-4A6270FFA7BF}" destId="{2F77D213-51DF-4B84-A034-F39A8FA14AF9}" srcOrd="2" destOrd="0" presId="urn:microsoft.com/office/officeart/2018/2/layout/IconVerticalSolidList"/>
    <dgm:cxn modelId="{27157D8B-1908-4CC1-80CE-379CAE339D6C}" type="presParOf" srcId="{2F77D213-51DF-4B84-A034-F39A8FA14AF9}" destId="{52E35825-F6D9-4D2F-BA74-DC8D254D30F4}" srcOrd="0" destOrd="0" presId="urn:microsoft.com/office/officeart/2018/2/layout/IconVerticalSolidList"/>
    <dgm:cxn modelId="{50CA3626-EFAF-49A2-B104-E98984BB61F1}" type="presParOf" srcId="{2F77D213-51DF-4B84-A034-F39A8FA14AF9}" destId="{28B405CF-D85F-4DFF-B016-E227702D682D}" srcOrd="1" destOrd="0" presId="urn:microsoft.com/office/officeart/2018/2/layout/IconVerticalSolidList"/>
    <dgm:cxn modelId="{473067D1-910E-4210-B01C-7C1D697C4431}" type="presParOf" srcId="{2F77D213-51DF-4B84-A034-F39A8FA14AF9}" destId="{AF6F56A5-FE68-4B43-AAB5-0A7F3B2D71D2}" srcOrd="2" destOrd="0" presId="urn:microsoft.com/office/officeart/2018/2/layout/IconVerticalSolidList"/>
    <dgm:cxn modelId="{519186CA-2909-4017-BFE4-9C68B8011CE5}" type="presParOf" srcId="{2F77D213-51DF-4B84-A034-F39A8FA14AF9}" destId="{5B841910-47AD-4D91-9CAE-7A6063F54E66}" srcOrd="3" destOrd="0" presId="urn:microsoft.com/office/officeart/2018/2/layout/IconVerticalSolidList"/>
    <dgm:cxn modelId="{3B9F4B8C-DFEF-445C-87B3-F0E43DC639E1}" type="presParOf" srcId="{BF5C4BF5-4DF4-4C09-B50D-4A6270FFA7BF}" destId="{8C292553-8B42-4430-88E7-BBD4D0E8F04D}" srcOrd="3" destOrd="0" presId="urn:microsoft.com/office/officeart/2018/2/layout/IconVerticalSolidList"/>
    <dgm:cxn modelId="{46302CD5-047D-43D3-A048-D28B0D211EA7}" type="presParOf" srcId="{BF5C4BF5-4DF4-4C09-B50D-4A6270FFA7BF}" destId="{45335632-C57C-4B15-B835-A5B789E40B0D}" srcOrd="4" destOrd="0" presId="urn:microsoft.com/office/officeart/2018/2/layout/IconVerticalSolidList"/>
    <dgm:cxn modelId="{8205C212-6900-4B90-9AF7-F60BAD193981}" type="presParOf" srcId="{45335632-C57C-4B15-B835-A5B789E40B0D}" destId="{2744026B-C38C-46F4-B6EA-FC6B31A9C6D1}" srcOrd="0" destOrd="0" presId="urn:microsoft.com/office/officeart/2018/2/layout/IconVerticalSolidList"/>
    <dgm:cxn modelId="{D5F1BA18-8008-4BDC-B4B9-8E6606F7E9B2}" type="presParOf" srcId="{45335632-C57C-4B15-B835-A5B789E40B0D}" destId="{560EDB0F-ED86-45BC-9AEC-72CDCA0A66A5}" srcOrd="1" destOrd="0" presId="urn:microsoft.com/office/officeart/2018/2/layout/IconVerticalSolidList"/>
    <dgm:cxn modelId="{1CFEB3F0-3D6D-4DAD-99A4-941E887DCCB8}" type="presParOf" srcId="{45335632-C57C-4B15-B835-A5B789E40B0D}" destId="{CE02DED6-8092-4224-9DB0-46ED0FF027D8}" srcOrd="2" destOrd="0" presId="urn:microsoft.com/office/officeart/2018/2/layout/IconVerticalSolidList"/>
    <dgm:cxn modelId="{1F229602-35D0-43DD-BF7F-5E660E5B0424}" type="presParOf" srcId="{45335632-C57C-4B15-B835-A5B789E40B0D}" destId="{6024CD9F-9354-4A83-B072-F35073158F5A}" srcOrd="3" destOrd="0" presId="urn:microsoft.com/office/officeart/2018/2/layout/IconVerticalSolidList"/>
    <dgm:cxn modelId="{E905DB63-A4BE-4A37-B70B-D2C2D3F9832A}" type="presParOf" srcId="{BF5C4BF5-4DF4-4C09-B50D-4A6270FFA7BF}" destId="{914C8903-EC13-4F58-8437-D65DFB80AE6B}" srcOrd="5" destOrd="0" presId="urn:microsoft.com/office/officeart/2018/2/layout/IconVerticalSolidList"/>
    <dgm:cxn modelId="{ED8E4DB8-1EFE-4B58-B2E1-60EADE97CE09}" type="presParOf" srcId="{BF5C4BF5-4DF4-4C09-B50D-4A6270FFA7BF}" destId="{9059B6B5-EC99-4F53-B312-24EB984680D1}" srcOrd="6" destOrd="0" presId="urn:microsoft.com/office/officeart/2018/2/layout/IconVerticalSolidList"/>
    <dgm:cxn modelId="{8A4893AF-AAEA-4580-9EBF-42616F77D408}" type="presParOf" srcId="{9059B6B5-EC99-4F53-B312-24EB984680D1}" destId="{E2790CCD-2559-4A31-89BF-8CCD11631FD5}" srcOrd="0" destOrd="0" presId="urn:microsoft.com/office/officeart/2018/2/layout/IconVerticalSolidList"/>
    <dgm:cxn modelId="{90F76F87-BF36-47DD-B8BC-E729E970F82A}" type="presParOf" srcId="{9059B6B5-EC99-4F53-B312-24EB984680D1}" destId="{5B65BE8F-C625-4287-9026-D7BD6A9ADC36}" srcOrd="1" destOrd="0" presId="urn:microsoft.com/office/officeart/2018/2/layout/IconVerticalSolidList"/>
    <dgm:cxn modelId="{4AF8916C-57C8-4199-BBC8-7AF71C395E91}" type="presParOf" srcId="{9059B6B5-EC99-4F53-B312-24EB984680D1}" destId="{222E8F19-F346-447F-8BF4-AD042E61F3F4}" srcOrd="2" destOrd="0" presId="urn:microsoft.com/office/officeart/2018/2/layout/IconVerticalSolidList"/>
    <dgm:cxn modelId="{624D62EE-3F34-43FD-9A66-3BCE6E0CF674}" type="presParOf" srcId="{9059B6B5-EC99-4F53-B312-24EB984680D1}" destId="{585353B8-79B5-400F-A383-BDF783E337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8E8F84-E9E0-4D2A-978D-3ABD4EF23A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80A2D9B-C23D-4B36-9248-46047B368A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4: clarify what ‘criteria’ are as the concept is not well-understood (use of analogy of ‘layers’ suggested); how principles-based frameworks may not specify criteria for presentation and disclosure, or may change over time as they are developing, so a need to emphasize importance of presentational criteria, and that criteria need to be complete</a:t>
          </a:r>
          <a:endParaRPr lang="en-US" dirty="0"/>
        </a:p>
      </dgm:t>
    </dgm:pt>
    <dgm:pt modelId="{E7913FF4-9A24-40B4-A385-B7855ED81D6A}" type="parTrans" cxnId="{5BBB93D1-7881-4C53-9283-8A85C9F66A2E}">
      <dgm:prSet/>
      <dgm:spPr/>
      <dgm:t>
        <a:bodyPr/>
        <a:lstStyle/>
        <a:p>
          <a:endParaRPr lang="en-US"/>
        </a:p>
      </dgm:t>
    </dgm:pt>
    <dgm:pt modelId="{E6A44735-033A-4236-B7EA-D4E9ADD21D66}" type="sibTrans" cxnId="{5BBB93D1-7881-4C53-9283-8A85C9F66A2E}">
      <dgm:prSet/>
      <dgm:spPr/>
      <dgm:t>
        <a:bodyPr/>
        <a:lstStyle/>
        <a:p>
          <a:endParaRPr lang="en-US"/>
        </a:p>
      </dgm:t>
    </dgm:pt>
    <dgm:pt modelId="{348ABEC3-5BD5-4138-97CA-55021CC95FC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5: Work effort to be consistent with the Standard; use of IT to collect and process EER information means more focus needed on IT controls; guidance needed on what to do when controls are immature or ineffective; a need to emphasize the importance of governance and oversight in an internal control system; further guidance on evaluating external sources of information</a:t>
          </a:r>
          <a:endParaRPr lang="en-US" dirty="0">
            <a:highlight>
              <a:srgbClr val="FFFF00"/>
            </a:highlight>
          </a:endParaRPr>
        </a:p>
      </dgm:t>
    </dgm:pt>
    <dgm:pt modelId="{84F466E2-BF86-4BD4-8712-C15EAB78FA61}" type="parTrans" cxnId="{8A233F7E-A745-48C0-ADB2-122ECB9ECB7D}">
      <dgm:prSet/>
      <dgm:spPr/>
      <dgm:t>
        <a:bodyPr/>
        <a:lstStyle/>
        <a:p>
          <a:endParaRPr lang="en-US"/>
        </a:p>
      </dgm:t>
    </dgm:pt>
    <dgm:pt modelId="{4464841E-6C08-4830-AD70-8B5763AD9E38}" type="sibTrans" cxnId="{8A233F7E-A745-48C0-ADB2-122ECB9ECB7D}">
      <dgm:prSet/>
      <dgm:spPr/>
      <dgm:t>
        <a:bodyPr/>
        <a:lstStyle/>
        <a:p>
          <a:endParaRPr lang="en-US"/>
        </a:p>
      </dgm:t>
    </dgm:pt>
    <dgm:pt modelId="{2F08F762-DDF6-4F95-9AC0-F6FBD582EE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6: Focus on practitioners, not preparers; use of term ‘criteria’ to be consistent with the Standard; clarify practitioner responsibilities on the entity’s process to identify reporting topics; clarify ‘double materiality’, Diagram 8 - mixed views</a:t>
          </a:r>
          <a:endParaRPr lang="en-US" dirty="0"/>
        </a:p>
      </dgm:t>
    </dgm:pt>
    <dgm:pt modelId="{7C2C28C4-0690-45D6-8B9E-0036BE415B04}" type="parTrans" cxnId="{C0923D83-55FE-44D2-A641-355C65867D2B}">
      <dgm:prSet/>
      <dgm:spPr/>
      <dgm:t>
        <a:bodyPr/>
        <a:lstStyle/>
        <a:p>
          <a:endParaRPr lang="en-US"/>
        </a:p>
      </dgm:t>
    </dgm:pt>
    <dgm:pt modelId="{7D08E74C-DB7B-454B-9110-DEEC24E2436E}" type="sibTrans" cxnId="{C0923D83-55FE-44D2-A641-355C65867D2B}">
      <dgm:prSet/>
      <dgm:spPr/>
      <dgm:t>
        <a:bodyPr/>
        <a:lstStyle/>
        <a:p>
          <a:endParaRPr lang="en-US"/>
        </a:p>
      </dgm:t>
    </dgm:pt>
    <dgm:pt modelId="{BF5C4BF5-4DF4-4C09-B50D-4A6270FFA7BF}" type="pres">
      <dgm:prSet presAssocID="{268E8F84-E9E0-4D2A-978D-3ABD4EF23AFE}" presName="root" presStyleCnt="0">
        <dgm:presLayoutVars>
          <dgm:dir/>
          <dgm:resizeHandles val="exact"/>
        </dgm:presLayoutVars>
      </dgm:prSet>
      <dgm:spPr/>
    </dgm:pt>
    <dgm:pt modelId="{69537103-E230-4A8D-8319-BE1623663D4F}" type="pres">
      <dgm:prSet presAssocID="{880A2D9B-C23D-4B36-9248-46047B368A54}" presName="compNode" presStyleCnt="0"/>
      <dgm:spPr/>
    </dgm:pt>
    <dgm:pt modelId="{85C85ED0-CC0E-46C6-85EB-2868032D9AA7}" type="pres">
      <dgm:prSet presAssocID="{880A2D9B-C23D-4B36-9248-46047B368A54}" presName="bgRect" presStyleLbl="bgShp" presStyleIdx="0" presStyleCnt="3"/>
      <dgm:spPr/>
    </dgm:pt>
    <dgm:pt modelId="{7A5C52FF-041D-44F5-80D6-844E984845C6}" type="pres">
      <dgm:prSet presAssocID="{880A2D9B-C23D-4B36-9248-46047B368A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C187CC00-CC26-4CC3-B4DE-A498B1AC26D8}" type="pres">
      <dgm:prSet presAssocID="{880A2D9B-C23D-4B36-9248-46047B368A54}" presName="spaceRect" presStyleCnt="0"/>
      <dgm:spPr/>
    </dgm:pt>
    <dgm:pt modelId="{C3DDE879-96CA-4097-8606-B0F7A69D86F3}" type="pres">
      <dgm:prSet presAssocID="{880A2D9B-C23D-4B36-9248-46047B368A54}" presName="parTx" presStyleLbl="revTx" presStyleIdx="0" presStyleCnt="3">
        <dgm:presLayoutVars>
          <dgm:chMax val="0"/>
          <dgm:chPref val="0"/>
        </dgm:presLayoutVars>
      </dgm:prSet>
      <dgm:spPr/>
    </dgm:pt>
    <dgm:pt modelId="{C496D51F-BB55-41BB-AD65-831554BC431D}" type="pres">
      <dgm:prSet presAssocID="{E6A44735-033A-4236-B7EA-D4E9ADD21D66}" presName="sibTrans" presStyleCnt="0"/>
      <dgm:spPr/>
    </dgm:pt>
    <dgm:pt modelId="{2F77D213-51DF-4B84-A034-F39A8FA14AF9}" type="pres">
      <dgm:prSet presAssocID="{348ABEC3-5BD5-4138-97CA-55021CC95FC7}" presName="compNode" presStyleCnt="0"/>
      <dgm:spPr/>
    </dgm:pt>
    <dgm:pt modelId="{52E35825-F6D9-4D2F-BA74-DC8D254D30F4}" type="pres">
      <dgm:prSet presAssocID="{348ABEC3-5BD5-4138-97CA-55021CC95FC7}" presName="bgRect" presStyleLbl="bgShp" presStyleIdx="1" presStyleCnt="3"/>
      <dgm:spPr/>
    </dgm:pt>
    <dgm:pt modelId="{28B405CF-D85F-4DFF-B016-E227702D682D}" type="pres">
      <dgm:prSet presAssocID="{348ABEC3-5BD5-4138-97CA-55021CC95FC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AF6F56A5-FE68-4B43-AAB5-0A7F3B2D71D2}" type="pres">
      <dgm:prSet presAssocID="{348ABEC3-5BD5-4138-97CA-55021CC95FC7}" presName="spaceRect" presStyleCnt="0"/>
      <dgm:spPr/>
    </dgm:pt>
    <dgm:pt modelId="{5B841910-47AD-4D91-9CAE-7A6063F54E66}" type="pres">
      <dgm:prSet presAssocID="{348ABEC3-5BD5-4138-97CA-55021CC95FC7}" presName="parTx" presStyleLbl="revTx" presStyleIdx="1" presStyleCnt="3">
        <dgm:presLayoutVars>
          <dgm:chMax val="0"/>
          <dgm:chPref val="0"/>
        </dgm:presLayoutVars>
      </dgm:prSet>
      <dgm:spPr/>
    </dgm:pt>
    <dgm:pt modelId="{8C292553-8B42-4430-88E7-BBD4D0E8F04D}" type="pres">
      <dgm:prSet presAssocID="{4464841E-6C08-4830-AD70-8B5763AD9E38}" presName="sibTrans" presStyleCnt="0"/>
      <dgm:spPr/>
    </dgm:pt>
    <dgm:pt modelId="{45335632-C57C-4B15-B835-A5B789E40B0D}" type="pres">
      <dgm:prSet presAssocID="{2F08F762-DDF6-4F95-9AC0-F6FBD582EECC}" presName="compNode" presStyleCnt="0"/>
      <dgm:spPr/>
    </dgm:pt>
    <dgm:pt modelId="{2744026B-C38C-46F4-B6EA-FC6B31A9C6D1}" type="pres">
      <dgm:prSet presAssocID="{2F08F762-DDF6-4F95-9AC0-F6FBD582EECC}" presName="bgRect" presStyleLbl="bgShp" presStyleIdx="2" presStyleCnt="3" custLinFactNeighborY="-4756"/>
      <dgm:spPr/>
    </dgm:pt>
    <dgm:pt modelId="{560EDB0F-ED86-45BC-9AEC-72CDCA0A66A5}" type="pres">
      <dgm:prSet presAssocID="{2F08F762-DDF6-4F95-9AC0-F6FBD582EEC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CE02DED6-8092-4224-9DB0-46ED0FF027D8}" type="pres">
      <dgm:prSet presAssocID="{2F08F762-DDF6-4F95-9AC0-F6FBD582EECC}" presName="spaceRect" presStyleCnt="0"/>
      <dgm:spPr/>
    </dgm:pt>
    <dgm:pt modelId="{6024CD9F-9354-4A83-B072-F35073158F5A}" type="pres">
      <dgm:prSet presAssocID="{2F08F762-DDF6-4F95-9AC0-F6FBD582EEC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8AD0D40-BB2C-4583-97B3-0618A54F8031}" type="presOf" srcId="{880A2D9B-C23D-4B36-9248-46047B368A54}" destId="{C3DDE879-96CA-4097-8606-B0F7A69D86F3}" srcOrd="0" destOrd="0" presId="urn:microsoft.com/office/officeart/2018/2/layout/IconVerticalSolidList"/>
    <dgm:cxn modelId="{5A241748-2044-4220-A821-0AF6257A59EA}" type="presOf" srcId="{268E8F84-E9E0-4D2A-978D-3ABD4EF23AFE}" destId="{BF5C4BF5-4DF4-4C09-B50D-4A6270FFA7BF}" srcOrd="0" destOrd="0" presId="urn:microsoft.com/office/officeart/2018/2/layout/IconVerticalSolidList"/>
    <dgm:cxn modelId="{E1C02548-6D9F-407D-BE44-1F3F2C24F87B}" type="presOf" srcId="{2F08F762-DDF6-4F95-9AC0-F6FBD582EECC}" destId="{6024CD9F-9354-4A83-B072-F35073158F5A}" srcOrd="0" destOrd="0" presId="urn:microsoft.com/office/officeart/2018/2/layout/IconVerticalSolidList"/>
    <dgm:cxn modelId="{8A233F7E-A745-48C0-ADB2-122ECB9ECB7D}" srcId="{268E8F84-E9E0-4D2A-978D-3ABD4EF23AFE}" destId="{348ABEC3-5BD5-4138-97CA-55021CC95FC7}" srcOrd="1" destOrd="0" parTransId="{84F466E2-BF86-4BD4-8712-C15EAB78FA61}" sibTransId="{4464841E-6C08-4830-AD70-8B5763AD9E38}"/>
    <dgm:cxn modelId="{C0923D83-55FE-44D2-A641-355C65867D2B}" srcId="{268E8F84-E9E0-4D2A-978D-3ABD4EF23AFE}" destId="{2F08F762-DDF6-4F95-9AC0-F6FBD582EECC}" srcOrd="2" destOrd="0" parTransId="{7C2C28C4-0690-45D6-8B9E-0036BE415B04}" sibTransId="{7D08E74C-DB7B-454B-9110-DEEC24E2436E}"/>
    <dgm:cxn modelId="{6EED9C91-7892-4515-9543-54DEC635461A}" type="presOf" srcId="{348ABEC3-5BD5-4138-97CA-55021CC95FC7}" destId="{5B841910-47AD-4D91-9CAE-7A6063F54E66}" srcOrd="0" destOrd="0" presId="urn:microsoft.com/office/officeart/2018/2/layout/IconVerticalSolidList"/>
    <dgm:cxn modelId="{5BBB93D1-7881-4C53-9283-8A85C9F66A2E}" srcId="{268E8F84-E9E0-4D2A-978D-3ABD4EF23AFE}" destId="{880A2D9B-C23D-4B36-9248-46047B368A54}" srcOrd="0" destOrd="0" parTransId="{E7913FF4-9A24-40B4-A385-B7855ED81D6A}" sibTransId="{E6A44735-033A-4236-B7EA-D4E9ADD21D66}"/>
    <dgm:cxn modelId="{E5F653F6-2CE8-45C2-84CF-364D17DBF36C}" type="presParOf" srcId="{BF5C4BF5-4DF4-4C09-B50D-4A6270FFA7BF}" destId="{69537103-E230-4A8D-8319-BE1623663D4F}" srcOrd="0" destOrd="0" presId="urn:microsoft.com/office/officeart/2018/2/layout/IconVerticalSolidList"/>
    <dgm:cxn modelId="{9BBF851B-E45A-4B4C-9E3B-664188228B41}" type="presParOf" srcId="{69537103-E230-4A8D-8319-BE1623663D4F}" destId="{85C85ED0-CC0E-46C6-85EB-2868032D9AA7}" srcOrd="0" destOrd="0" presId="urn:microsoft.com/office/officeart/2018/2/layout/IconVerticalSolidList"/>
    <dgm:cxn modelId="{70014C2A-C976-4265-BC62-66FBAF34F938}" type="presParOf" srcId="{69537103-E230-4A8D-8319-BE1623663D4F}" destId="{7A5C52FF-041D-44F5-80D6-844E984845C6}" srcOrd="1" destOrd="0" presId="urn:microsoft.com/office/officeart/2018/2/layout/IconVerticalSolidList"/>
    <dgm:cxn modelId="{C1277B58-3809-4E30-9EB5-4D78C121657C}" type="presParOf" srcId="{69537103-E230-4A8D-8319-BE1623663D4F}" destId="{C187CC00-CC26-4CC3-B4DE-A498B1AC26D8}" srcOrd="2" destOrd="0" presId="urn:microsoft.com/office/officeart/2018/2/layout/IconVerticalSolidList"/>
    <dgm:cxn modelId="{D60032C0-C7B6-447C-9C9D-D74F98AD3276}" type="presParOf" srcId="{69537103-E230-4A8D-8319-BE1623663D4F}" destId="{C3DDE879-96CA-4097-8606-B0F7A69D86F3}" srcOrd="3" destOrd="0" presId="urn:microsoft.com/office/officeart/2018/2/layout/IconVerticalSolidList"/>
    <dgm:cxn modelId="{C002CBA5-505E-4A39-95AA-C6540433CC83}" type="presParOf" srcId="{BF5C4BF5-4DF4-4C09-B50D-4A6270FFA7BF}" destId="{C496D51F-BB55-41BB-AD65-831554BC431D}" srcOrd="1" destOrd="0" presId="urn:microsoft.com/office/officeart/2018/2/layout/IconVerticalSolidList"/>
    <dgm:cxn modelId="{624EB2C3-62FB-4693-B85B-4E1C0E9BD9D9}" type="presParOf" srcId="{BF5C4BF5-4DF4-4C09-B50D-4A6270FFA7BF}" destId="{2F77D213-51DF-4B84-A034-F39A8FA14AF9}" srcOrd="2" destOrd="0" presId="urn:microsoft.com/office/officeart/2018/2/layout/IconVerticalSolidList"/>
    <dgm:cxn modelId="{E72CBA79-57FC-4393-9F25-6987EEF68449}" type="presParOf" srcId="{2F77D213-51DF-4B84-A034-F39A8FA14AF9}" destId="{52E35825-F6D9-4D2F-BA74-DC8D254D30F4}" srcOrd="0" destOrd="0" presId="urn:microsoft.com/office/officeart/2018/2/layout/IconVerticalSolidList"/>
    <dgm:cxn modelId="{4D03A41C-4418-4623-94CA-CA8E84DE84D4}" type="presParOf" srcId="{2F77D213-51DF-4B84-A034-F39A8FA14AF9}" destId="{28B405CF-D85F-4DFF-B016-E227702D682D}" srcOrd="1" destOrd="0" presId="urn:microsoft.com/office/officeart/2018/2/layout/IconVerticalSolidList"/>
    <dgm:cxn modelId="{EF6480C8-9103-4E81-AFF7-AA47FF732FDB}" type="presParOf" srcId="{2F77D213-51DF-4B84-A034-F39A8FA14AF9}" destId="{AF6F56A5-FE68-4B43-AAB5-0A7F3B2D71D2}" srcOrd="2" destOrd="0" presId="urn:microsoft.com/office/officeart/2018/2/layout/IconVerticalSolidList"/>
    <dgm:cxn modelId="{C125747E-AF72-4EAF-BF25-2077D0F45826}" type="presParOf" srcId="{2F77D213-51DF-4B84-A034-F39A8FA14AF9}" destId="{5B841910-47AD-4D91-9CAE-7A6063F54E66}" srcOrd="3" destOrd="0" presId="urn:microsoft.com/office/officeart/2018/2/layout/IconVerticalSolidList"/>
    <dgm:cxn modelId="{B21D473E-8C34-4925-BB9D-B6E249CEBD1E}" type="presParOf" srcId="{BF5C4BF5-4DF4-4C09-B50D-4A6270FFA7BF}" destId="{8C292553-8B42-4430-88E7-BBD4D0E8F04D}" srcOrd="3" destOrd="0" presId="urn:microsoft.com/office/officeart/2018/2/layout/IconVerticalSolidList"/>
    <dgm:cxn modelId="{AC2912C7-3CDB-4AD9-90C4-445DBE56E398}" type="presParOf" srcId="{BF5C4BF5-4DF4-4C09-B50D-4A6270FFA7BF}" destId="{45335632-C57C-4B15-B835-A5B789E40B0D}" srcOrd="4" destOrd="0" presId="urn:microsoft.com/office/officeart/2018/2/layout/IconVerticalSolidList"/>
    <dgm:cxn modelId="{DA7FB291-7F22-4F09-B506-6BF9C136BD36}" type="presParOf" srcId="{45335632-C57C-4B15-B835-A5B789E40B0D}" destId="{2744026B-C38C-46F4-B6EA-FC6B31A9C6D1}" srcOrd="0" destOrd="0" presId="urn:microsoft.com/office/officeart/2018/2/layout/IconVerticalSolidList"/>
    <dgm:cxn modelId="{73378CC1-9880-4E69-BD1B-5AB2DE5EED6A}" type="presParOf" srcId="{45335632-C57C-4B15-B835-A5B789E40B0D}" destId="{560EDB0F-ED86-45BC-9AEC-72CDCA0A66A5}" srcOrd="1" destOrd="0" presId="urn:microsoft.com/office/officeart/2018/2/layout/IconVerticalSolidList"/>
    <dgm:cxn modelId="{6CB9A0F1-D8C2-4FA1-B276-8BD74C9690C2}" type="presParOf" srcId="{45335632-C57C-4B15-B835-A5B789E40B0D}" destId="{CE02DED6-8092-4224-9DB0-46ED0FF027D8}" srcOrd="2" destOrd="0" presId="urn:microsoft.com/office/officeart/2018/2/layout/IconVerticalSolidList"/>
    <dgm:cxn modelId="{AF9738BA-2DAC-431F-9911-8425938696C1}" type="presParOf" srcId="{45335632-C57C-4B15-B835-A5B789E40B0D}" destId="{6024CD9F-9354-4A83-B072-F35073158F5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8E8F84-E9E0-4D2A-978D-3ABD4EF23A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F08F762-DDF6-4F95-9AC0-F6FBD582EE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7: Simplify language, and align assertions with those in ISAE 3410 and ISA 315 (Revised), include practical examples of each assertion; a few calls to move the content to Supplement A as it is conceptual material</a:t>
          </a:r>
          <a:endParaRPr lang="en-US" dirty="0"/>
        </a:p>
      </dgm:t>
    </dgm:pt>
    <dgm:pt modelId="{7C2C28C4-0690-45D6-8B9E-0036BE415B04}" type="parTrans" cxnId="{C0923D83-55FE-44D2-A641-355C65867D2B}">
      <dgm:prSet/>
      <dgm:spPr/>
      <dgm:t>
        <a:bodyPr/>
        <a:lstStyle/>
        <a:p>
          <a:endParaRPr lang="en-US"/>
        </a:p>
      </dgm:t>
    </dgm:pt>
    <dgm:pt modelId="{7D08E74C-DB7B-454B-9110-DEEC24E2436E}" type="sibTrans" cxnId="{C0923D83-55FE-44D2-A641-355C65867D2B}">
      <dgm:prSet/>
      <dgm:spPr/>
      <dgm:t>
        <a:bodyPr/>
        <a:lstStyle/>
        <a:p>
          <a:endParaRPr lang="en-US"/>
        </a:p>
      </dgm:t>
    </dgm:pt>
    <dgm:pt modelId="{BD87C468-8B6A-43C2-B0F1-12F554FFF7A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8: Enhance guidance on limited vs reasonable assurance, including execution stage procedures, such as analytical review and substantive testing; need for EER-specific focus, rather than generic material (paragraphs 277-286); suggestion to restructure paragraph 284, and to move the guidance on performance materiality to Chapter 9</a:t>
          </a:r>
          <a:endParaRPr lang="en-US" dirty="0"/>
        </a:p>
      </dgm:t>
    </dgm:pt>
    <dgm:pt modelId="{55817352-658B-4796-A55D-B70523473229}" type="parTrans" cxnId="{86E65713-10B5-491E-B701-95963ADAB5FC}">
      <dgm:prSet/>
      <dgm:spPr/>
      <dgm:t>
        <a:bodyPr/>
        <a:lstStyle/>
        <a:p>
          <a:endParaRPr lang="en-US"/>
        </a:p>
      </dgm:t>
    </dgm:pt>
    <dgm:pt modelId="{CDEF9AC6-4B20-4F4C-A799-39CDE9B3316B}" type="sibTrans" cxnId="{86E65713-10B5-491E-B701-95963ADAB5FC}">
      <dgm:prSet/>
      <dgm:spPr/>
      <dgm:t>
        <a:bodyPr/>
        <a:lstStyle/>
        <a:p>
          <a:endParaRPr lang="en-US"/>
        </a:p>
      </dgm:t>
    </dgm:pt>
    <dgm:pt modelId="{AF077352-D771-47AF-AC7E-335CE136AB4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9: Greater focus needed on understanding who the intended users are; more examples including on identification of misstatements;  guidance on presentation and disclosure misstatements; Diagram 10 enhancements</a:t>
          </a:r>
          <a:endParaRPr lang="en-US" dirty="0"/>
        </a:p>
      </dgm:t>
    </dgm:pt>
    <dgm:pt modelId="{373DC575-2EF2-4273-BF31-BBBAF67A8A4D}" type="parTrans" cxnId="{40379164-514A-4992-8616-D6C89B59FC6E}">
      <dgm:prSet/>
      <dgm:spPr/>
      <dgm:t>
        <a:bodyPr/>
        <a:lstStyle/>
        <a:p>
          <a:endParaRPr lang="en-US"/>
        </a:p>
      </dgm:t>
    </dgm:pt>
    <dgm:pt modelId="{8E3B25A2-9BED-4797-BA50-B500369AF07E}" type="sibTrans" cxnId="{40379164-514A-4992-8616-D6C89B59FC6E}">
      <dgm:prSet/>
      <dgm:spPr/>
      <dgm:t>
        <a:bodyPr/>
        <a:lstStyle/>
        <a:p>
          <a:endParaRPr lang="en-US"/>
        </a:p>
      </dgm:t>
    </dgm:pt>
    <dgm:pt modelId="{BF5C4BF5-4DF4-4C09-B50D-4A6270FFA7BF}" type="pres">
      <dgm:prSet presAssocID="{268E8F84-E9E0-4D2A-978D-3ABD4EF23AFE}" presName="root" presStyleCnt="0">
        <dgm:presLayoutVars>
          <dgm:dir/>
          <dgm:resizeHandles val="exact"/>
        </dgm:presLayoutVars>
      </dgm:prSet>
      <dgm:spPr/>
    </dgm:pt>
    <dgm:pt modelId="{45335632-C57C-4B15-B835-A5B789E40B0D}" type="pres">
      <dgm:prSet presAssocID="{2F08F762-DDF6-4F95-9AC0-F6FBD582EECC}" presName="compNode" presStyleCnt="0"/>
      <dgm:spPr/>
    </dgm:pt>
    <dgm:pt modelId="{2744026B-C38C-46F4-B6EA-FC6B31A9C6D1}" type="pres">
      <dgm:prSet presAssocID="{2F08F762-DDF6-4F95-9AC0-F6FBD582EECC}" presName="bgRect" presStyleLbl="bgShp" presStyleIdx="0" presStyleCnt="3" custLinFactNeighborX="-1135" custLinFactNeighborY="833"/>
      <dgm:spPr/>
    </dgm:pt>
    <dgm:pt modelId="{560EDB0F-ED86-45BC-9AEC-72CDCA0A66A5}" type="pres">
      <dgm:prSet presAssocID="{2F08F762-DDF6-4F95-9AC0-F6FBD582EE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CE02DED6-8092-4224-9DB0-46ED0FF027D8}" type="pres">
      <dgm:prSet presAssocID="{2F08F762-DDF6-4F95-9AC0-F6FBD582EECC}" presName="spaceRect" presStyleCnt="0"/>
      <dgm:spPr/>
    </dgm:pt>
    <dgm:pt modelId="{6024CD9F-9354-4A83-B072-F35073158F5A}" type="pres">
      <dgm:prSet presAssocID="{2F08F762-DDF6-4F95-9AC0-F6FBD582EECC}" presName="parTx" presStyleLbl="revTx" presStyleIdx="0" presStyleCnt="3" custScaleX="100084" custLinFactNeighborX="249" custLinFactNeighborY="-5509">
        <dgm:presLayoutVars>
          <dgm:chMax val="0"/>
          <dgm:chPref val="0"/>
        </dgm:presLayoutVars>
      </dgm:prSet>
      <dgm:spPr/>
    </dgm:pt>
    <dgm:pt modelId="{914C8903-EC13-4F58-8437-D65DFB80AE6B}" type="pres">
      <dgm:prSet presAssocID="{7D08E74C-DB7B-454B-9110-DEEC24E2436E}" presName="sibTrans" presStyleCnt="0"/>
      <dgm:spPr/>
    </dgm:pt>
    <dgm:pt modelId="{9059B6B5-EC99-4F53-B312-24EB984680D1}" type="pres">
      <dgm:prSet presAssocID="{BD87C468-8B6A-43C2-B0F1-12F554FFF7AD}" presName="compNode" presStyleCnt="0"/>
      <dgm:spPr/>
    </dgm:pt>
    <dgm:pt modelId="{E2790CCD-2559-4A31-89BF-8CCD11631FD5}" type="pres">
      <dgm:prSet presAssocID="{BD87C468-8B6A-43C2-B0F1-12F554FFF7AD}" presName="bgRect" presStyleLbl="bgShp" presStyleIdx="1" presStyleCnt="3"/>
      <dgm:spPr/>
    </dgm:pt>
    <dgm:pt modelId="{5B65BE8F-C625-4287-9026-D7BD6A9ADC36}" type="pres">
      <dgm:prSet presAssocID="{BD87C468-8B6A-43C2-B0F1-12F554FFF7AD}" presName="iconRect" presStyleLbl="node1" presStyleIdx="1" presStyleCnt="3"/>
      <dgm:spPr>
        <a:blipFill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222E8F19-F346-447F-8BF4-AD042E61F3F4}" type="pres">
      <dgm:prSet presAssocID="{BD87C468-8B6A-43C2-B0F1-12F554FFF7AD}" presName="spaceRect" presStyleCnt="0"/>
      <dgm:spPr/>
    </dgm:pt>
    <dgm:pt modelId="{585353B8-79B5-400F-A383-BDF783E337D3}" type="pres">
      <dgm:prSet presAssocID="{BD87C468-8B6A-43C2-B0F1-12F554FFF7AD}" presName="parTx" presStyleLbl="revTx" presStyleIdx="1" presStyleCnt="3" custScaleX="99697" custLinFactNeighborX="-995" custLinFactNeighborY="-3212">
        <dgm:presLayoutVars>
          <dgm:chMax val="0"/>
          <dgm:chPref val="0"/>
        </dgm:presLayoutVars>
      </dgm:prSet>
      <dgm:spPr/>
    </dgm:pt>
    <dgm:pt modelId="{3D1B584A-EFBC-4DE5-82D3-AFCF6EC1364C}" type="pres">
      <dgm:prSet presAssocID="{CDEF9AC6-4B20-4F4C-A799-39CDE9B3316B}" presName="sibTrans" presStyleCnt="0"/>
      <dgm:spPr/>
    </dgm:pt>
    <dgm:pt modelId="{D36B5A7E-FCD4-4095-9021-282239F11366}" type="pres">
      <dgm:prSet presAssocID="{AF077352-D771-47AF-AC7E-335CE136AB4B}" presName="compNode" presStyleCnt="0"/>
      <dgm:spPr/>
    </dgm:pt>
    <dgm:pt modelId="{630E2E67-0612-4992-8F0D-2EE0EEFF0247}" type="pres">
      <dgm:prSet presAssocID="{AF077352-D771-47AF-AC7E-335CE136AB4B}" presName="bgRect" presStyleLbl="bgShp" presStyleIdx="2" presStyleCnt="3"/>
      <dgm:spPr/>
    </dgm:pt>
    <dgm:pt modelId="{D43B820D-5E53-44E6-9F07-C2BBFAAD4DEB}" type="pres">
      <dgm:prSet presAssocID="{AF077352-D771-47AF-AC7E-335CE136AB4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scope"/>
        </a:ext>
      </dgm:extLst>
    </dgm:pt>
    <dgm:pt modelId="{A3995EE9-1B91-4E0B-B039-8566ECEEFE70}" type="pres">
      <dgm:prSet presAssocID="{AF077352-D771-47AF-AC7E-335CE136AB4B}" presName="spaceRect" presStyleCnt="0"/>
      <dgm:spPr/>
    </dgm:pt>
    <dgm:pt modelId="{7D502B7B-9B96-4ADB-B036-BE3933B4428A}" type="pres">
      <dgm:prSet presAssocID="{AF077352-D771-47AF-AC7E-335CE136AB4B}" presName="parTx" presStyleLbl="revTx" presStyleIdx="2" presStyleCnt="3" custScaleX="100831" custLinFactNeighborX="37" custLinFactNeighborY="-407">
        <dgm:presLayoutVars>
          <dgm:chMax val="0"/>
          <dgm:chPref val="0"/>
        </dgm:presLayoutVars>
      </dgm:prSet>
      <dgm:spPr/>
    </dgm:pt>
  </dgm:ptLst>
  <dgm:cxnLst>
    <dgm:cxn modelId="{86E65713-10B5-491E-B701-95963ADAB5FC}" srcId="{268E8F84-E9E0-4D2A-978D-3ABD4EF23AFE}" destId="{BD87C468-8B6A-43C2-B0F1-12F554FFF7AD}" srcOrd="1" destOrd="0" parTransId="{55817352-658B-4796-A55D-B70523473229}" sibTransId="{CDEF9AC6-4B20-4F4C-A799-39CDE9B3316B}"/>
    <dgm:cxn modelId="{74C40D43-6325-420E-8975-61AA0E534AAD}" type="presOf" srcId="{BD87C468-8B6A-43C2-B0F1-12F554FFF7AD}" destId="{585353B8-79B5-400F-A383-BDF783E337D3}" srcOrd="0" destOrd="0" presId="urn:microsoft.com/office/officeart/2018/2/layout/IconVerticalSolidList"/>
    <dgm:cxn modelId="{40379164-514A-4992-8616-D6C89B59FC6E}" srcId="{268E8F84-E9E0-4D2A-978D-3ABD4EF23AFE}" destId="{AF077352-D771-47AF-AC7E-335CE136AB4B}" srcOrd="2" destOrd="0" parTransId="{373DC575-2EF2-4273-BF31-BBBAF67A8A4D}" sibTransId="{8E3B25A2-9BED-4797-BA50-B500369AF07E}"/>
    <dgm:cxn modelId="{C05E5251-33A4-4567-A800-5468AD05B3EE}" type="presOf" srcId="{2F08F762-DDF6-4F95-9AC0-F6FBD582EECC}" destId="{6024CD9F-9354-4A83-B072-F35073158F5A}" srcOrd="0" destOrd="0" presId="urn:microsoft.com/office/officeart/2018/2/layout/IconVerticalSolidList"/>
    <dgm:cxn modelId="{C0923D83-55FE-44D2-A641-355C65867D2B}" srcId="{268E8F84-E9E0-4D2A-978D-3ABD4EF23AFE}" destId="{2F08F762-DDF6-4F95-9AC0-F6FBD582EECC}" srcOrd="0" destOrd="0" parTransId="{7C2C28C4-0690-45D6-8B9E-0036BE415B04}" sibTransId="{7D08E74C-DB7B-454B-9110-DEEC24E2436E}"/>
    <dgm:cxn modelId="{BF2741C0-3D4F-4BD6-851B-42B103B674BC}" type="presOf" srcId="{AF077352-D771-47AF-AC7E-335CE136AB4B}" destId="{7D502B7B-9B96-4ADB-B036-BE3933B4428A}" srcOrd="0" destOrd="0" presId="urn:microsoft.com/office/officeart/2018/2/layout/IconVerticalSolidList"/>
    <dgm:cxn modelId="{6EBDCAF3-4F29-466B-A234-B69A47E15F06}" type="presOf" srcId="{268E8F84-E9E0-4D2A-978D-3ABD4EF23AFE}" destId="{BF5C4BF5-4DF4-4C09-B50D-4A6270FFA7BF}" srcOrd="0" destOrd="0" presId="urn:microsoft.com/office/officeart/2018/2/layout/IconVerticalSolidList"/>
    <dgm:cxn modelId="{46302CD5-047D-43D3-A048-D28B0D211EA7}" type="presParOf" srcId="{BF5C4BF5-4DF4-4C09-B50D-4A6270FFA7BF}" destId="{45335632-C57C-4B15-B835-A5B789E40B0D}" srcOrd="0" destOrd="0" presId="urn:microsoft.com/office/officeart/2018/2/layout/IconVerticalSolidList"/>
    <dgm:cxn modelId="{8205C212-6900-4B90-9AF7-F60BAD193981}" type="presParOf" srcId="{45335632-C57C-4B15-B835-A5B789E40B0D}" destId="{2744026B-C38C-46F4-B6EA-FC6B31A9C6D1}" srcOrd="0" destOrd="0" presId="urn:microsoft.com/office/officeart/2018/2/layout/IconVerticalSolidList"/>
    <dgm:cxn modelId="{D5F1BA18-8008-4BDC-B4B9-8E6606F7E9B2}" type="presParOf" srcId="{45335632-C57C-4B15-B835-A5B789E40B0D}" destId="{560EDB0F-ED86-45BC-9AEC-72CDCA0A66A5}" srcOrd="1" destOrd="0" presId="urn:microsoft.com/office/officeart/2018/2/layout/IconVerticalSolidList"/>
    <dgm:cxn modelId="{1CFEB3F0-3D6D-4DAD-99A4-941E887DCCB8}" type="presParOf" srcId="{45335632-C57C-4B15-B835-A5B789E40B0D}" destId="{CE02DED6-8092-4224-9DB0-46ED0FF027D8}" srcOrd="2" destOrd="0" presId="urn:microsoft.com/office/officeart/2018/2/layout/IconVerticalSolidList"/>
    <dgm:cxn modelId="{1F229602-35D0-43DD-BF7F-5E660E5B0424}" type="presParOf" srcId="{45335632-C57C-4B15-B835-A5B789E40B0D}" destId="{6024CD9F-9354-4A83-B072-F35073158F5A}" srcOrd="3" destOrd="0" presId="urn:microsoft.com/office/officeart/2018/2/layout/IconVerticalSolidList"/>
    <dgm:cxn modelId="{E905DB63-A4BE-4A37-B70B-D2C2D3F9832A}" type="presParOf" srcId="{BF5C4BF5-4DF4-4C09-B50D-4A6270FFA7BF}" destId="{914C8903-EC13-4F58-8437-D65DFB80AE6B}" srcOrd="1" destOrd="0" presId="urn:microsoft.com/office/officeart/2018/2/layout/IconVerticalSolidList"/>
    <dgm:cxn modelId="{ED8E4DB8-1EFE-4B58-B2E1-60EADE97CE09}" type="presParOf" srcId="{BF5C4BF5-4DF4-4C09-B50D-4A6270FFA7BF}" destId="{9059B6B5-EC99-4F53-B312-24EB984680D1}" srcOrd="2" destOrd="0" presId="urn:microsoft.com/office/officeart/2018/2/layout/IconVerticalSolidList"/>
    <dgm:cxn modelId="{8A4893AF-AAEA-4580-9EBF-42616F77D408}" type="presParOf" srcId="{9059B6B5-EC99-4F53-B312-24EB984680D1}" destId="{E2790CCD-2559-4A31-89BF-8CCD11631FD5}" srcOrd="0" destOrd="0" presId="urn:microsoft.com/office/officeart/2018/2/layout/IconVerticalSolidList"/>
    <dgm:cxn modelId="{90F76F87-BF36-47DD-B8BC-E729E970F82A}" type="presParOf" srcId="{9059B6B5-EC99-4F53-B312-24EB984680D1}" destId="{5B65BE8F-C625-4287-9026-D7BD6A9ADC36}" srcOrd="1" destOrd="0" presId="urn:microsoft.com/office/officeart/2018/2/layout/IconVerticalSolidList"/>
    <dgm:cxn modelId="{4AF8916C-57C8-4199-BBC8-7AF71C395E91}" type="presParOf" srcId="{9059B6B5-EC99-4F53-B312-24EB984680D1}" destId="{222E8F19-F346-447F-8BF4-AD042E61F3F4}" srcOrd="2" destOrd="0" presId="urn:microsoft.com/office/officeart/2018/2/layout/IconVerticalSolidList"/>
    <dgm:cxn modelId="{624D62EE-3F34-43FD-9A66-3BCE6E0CF674}" type="presParOf" srcId="{9059B6B5-EC99-4F53-B312-24EB984680D1}" destId="{585353B8-79B5-400F-A383-BDF783E337D3}" srcOrd="3" destOrd="0" presId="urn:microsoft.com/office/officeart/2018/2/layout/IconVerticalSolidList"/>
    <dgm:cxn modelId="{7144A906-499A-4191-AA12-74A3AF651619}" type="presParOf" srcId="{BF5C4BF5-4DF4-4C09-B50D-4A6270FFA7BF}" destId="{3D1B584A-EFBC-4DE5-82D3-AFCF6EC1364C}" srcOrd="3" destOrd="0" presId="urn:microsoft.com/office/officeart/2018/2/layout/IconVerticalSolidList"/>
    <dgm:cxn modelId="{27FD4899-B47C-4381-A4DE-4F8AE97F41BF}" type="presParOf" srcId="{BF5C4BF5-4DF4-4C09-B50D-4A6270FFA7BF}" destId="{D36B5A7E-FCD4-4095-9021-282239F11366}" srcOrd="4" destOrd="0" presId="urn:microsoft.com/office/officeart/2018/2/layout/IconVerticalSolidList"/>
    <dgm:cxn modelId="{163DCF93-F848-437B-8C9A-57DF65DEBD45}" type="presParOf" srcId="{D36B5A7E-FCD4-4095-9021-282239F11366}" destId="{630E2E67-0612-4992-8F0D-2EE0EEFF0247}" srcOrd="0" destOrd="0" presId="urn:microsoft.com/office/officeart/2018/2/layout/IconVerticalSolidList"/>
    <dgm:cxn modelId="{9A02819A-DD8B-4742-A278-CFEF71C2AA78}" type="presParOf" srcId="{D36B5A7E-FCD4-4095-9021-282239F11366}" destId="{D43B820D-5E53-44E6-9F07-C2BBFAAD4DEB}" srcOrd="1" destOrd="0" presId="urn:microsoft.com/office/officeart/2018/2/layout/IconVerticalSolidList"/>
    <dgm:cxn modelId="{3598F7EC-3C83-48D0-9675-A3E8F1FCFE28}" type="presParOf" srcId="{D36B5A7E-FCD4-4095-9021-282239F11366}" destId="{A3995EE9-1B91-4E0B-B039-8566ECEEFE70}" srcOrd="2" destOrd="0" presId="urn:microsoft.com/office/officeart/2018/2/layout/IconVerticalSolidList"/>
    <dgm:cxn modelId="{283B6E0A-AB37-4810-ABD6-A6D066A2093D}" type="presParOf" srcId="{D36B5A7E-FCD4-4095-9021-282239F11366}" destId="{7D502B7B-9B96-4ADB-B036-BE3933B442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8E8F84-E9E0-4D2A-978D-3ABD4EF23AF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F08F762-DDF6-4F95-9AC0-F6FBD582EEC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10: Addressee guidance is confusing; include guidance on emphases of matter; identification of what is subject to assurance vs ‘other information’; a few comments on structure and length of chapter</a:t>
          </a:r>
          <a:endParaRPr lang="en-US" dirty="0"/>
        </a:p>
      </dgm:t>
    </dgm:pt>
    <dgm:pt modelId="{7C2C28C4-0690-45D6-8B9E-0036BE415B04}" type="parTrans" cxnId="{C0923D83-55FE-44D2-A641-355C65867D2B}">
      <dgm:prSet/>
      <dgm:spPr/>
      <dgm:t>
        <a:bodyPr/>
        <a:lstStyle/>
        <a:p>
          <a:endParaRPr lang="en-US"/>
        </a:p>
      </dgm:t>
    </dgm:pt>
    <dgm:pt modelId="{7D08E74C-DB7B-454B-9110-DEEC24E2436E}" type="sibTrans" cxnId="{C0923D83-55FE-44D2-A641-355C65867D2B}">
      <dgm:prSet/>
      <dgm:spPr/>
      <dgm:t>
        <a:bodyPr/>
        <a:lstStyle/>
        <a:p>
          <a:endParaRPr lang="en-US"/>
        </a:p>
      </dgm:t>
    </dgm:pt>
    <dgm:pt modelId="{BD87C468-8B6A-43C2-B0F1-12F554FFF7A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11: Qualitative information should not be seen as ‘problematic’; more practical examples called for; distinguishing ‘other information’</a:t>
          </a:r>
          <a:endParaRPr lang="en-US" dirty="0"/>
        </a:p>
      </dgm:t>
    </dgm:pt>
    <dgm:pt modelId="{55817352-658B-4796-A55D-B70523473229}" type="parTrans" cxnId="{86E65713-10B5-491E-B701-95963ADAB5FC}">
      <dgm:prSet/>
      <dgm:spPr/>
      <dgm:t>
        <a:bodyPr/>
        <a:lstStyle/>
        <a:p>
          <a:endParaRPr lang="en-US"/>
        </a:p>
      </dgm:t>
    </dgm:pt>
    <dgm:pt modelId="{CDEF9AC6-4B20-4F4C-A799-39CDE9B3316B}" type="sibTrans" cxnId="{86E65713-10B5-491E-B701-95963ADAB5FC}">
      <dgm:prSet/>
      <dgm:spPr/>
      <dgm:t>
        <a:bodyPr/>
        <a:lstStyle/>
        <a:p>
          <a:endParaRPr lang="en-US"/>
        </a:p>
      </dgm:t>
    </dgm:pt>
    <dgm:pt modelId="{AF077352-D771-47AF-AC7E-335CE136AB4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Chapter 12: EER-specific guidance and examples needed; clarify guidance on external sources of evidence</a:t>
          </a:r>
          <a:endParaRPr lang="en-US" dirty="0"/>
        </a:p>
      </dgm:t>
    </dgm:pt>
    <dgm:pt modelId="{373DC575-2EF2-4273-BF31-BBBAF67A8A4D}" type="parTrans" cxnId="{40379164-514A-4992-8616-D6C89B59FC6E}">
      <dgm:prSet/>
      <dgm:spPr/>
      <dgm:t>
        <a:bodyPr/>
        <a:lstStyle/>
        <a:p>
          <a:endParaRPr lang="en-US"/>
        </a:p>
      </dgm:t>
    </dgm:pt>
    <dgm:pt modelId="{8E3B25A2-9BED-4797-BA50-B500369AF07E}" type="sibTrans" cxnId="{40379164-514A-4992-8616-D6C89B59FC6E}">
      <dgm:prSet/>
      <dgm:spPr/>
      <dgm:t>
        <a:bodyPr/>
        <a:lstStyle/>
        <a:p>
          <a:endParaRPr lang="en-US"/>
        </a:p>
      </dgm:t>
    </dgm:pt>
    <dgm:pt modelId="{BF5C4BF5-4DF4-4C09-B50D-4A6270FFA7BF}" type="pres">
      <dgm:prSet presAssocID="{268E8F84-E9E0-4D2A-978D-3ABD4EF23AFE}" presName="root" presStyleCnt="0">
        <dgm:presLayoutVars>
          <dgm:dir/>
          <dgm:resizeHandles val="exact"/>
        </dgm:presLayoutVars>
      </dgm:prSet>
      <dgm:spPr/>
    </dgm:pt>
    <dgm:pt modelId="{45335632-C57C-4B15-B835-A5B789E40B0D}" type="pres">
      <dgm:prSet presAssocID="{2F08F762-DDF6-4F95-9AC0-F6FBD582EECC}" presName="compNode" presStyleCnt="0"/>
      <dgm:spPr/>
    </dgm:pt>
    <dgm:pt modelId="{2744026B-C38C-46F4-B6EA-FC6B31A9C6D1}" type="pres">
      <dgm:prSet presAssocID="{2F08F762-DDF6-4F95-9AC0-F6FBD582EECC}" presName="bgRect" presStyleLbl="bgShp" presStyleIdx="0" presStyleCnt="3" custLinFactNeighborX="5" custLinFactNeighborY="3503"/>
      <dgm:spPr/>
    </dgm:pt>
    <dgm:pt modelId="{560EDB0F-ED86-45BC-9AEC-72CDCA0A66A5}" type="pres">
      <dgm:prSet presAssocID="{2F08F762-DDF6-4F95-9AC0-F6FBD582EE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CE02DED6-8092-4224-9DB0-46ED0FF027D8}" type="pres">
      <dgm:prSet presAssocID="{2F08F762-DDF6-4F95-9AC0-F6FBD582EECC}" presName="spaceRect" presStyleCnt="0"/>
      <dgm:spPr/>
    </dgm:pt>
    <dgm:pt modelId="{6024CD9F-9354-4A83-B072-F35073158F5A}" type="pres">
      <dgm:prSet presAssocID="{2F08F762-DDF6-4F95-9AC0-F6FBD582EECC}" presName="parTx" presStyleLbl="revTx" presStyleIdx="0" presStyleCnt="3" custScaleX="100084" custLinFactNeighborX="249" custLinFactNeighborY="-5509">
        <dgm:presLayoutVars>
          <dgm:chMax val="0"/>
          <dgm:chPref val="0"/>
        </dgm:presLayoutVars>
      </dgm:prSet>
      <dgm:spPr/>
    </dgm:pt>
    <dgm:pt modelId="{914C8903-EC13-4F58-8437-D65DFB80AE6B}" type="pres">
      <dgm:prSet presAssocID="{7D08E74C-DB7B-454B-9110-DEEC24E2436E}" presName="sibTrans" presStyleCnt="0"/>
      <dgm:spPr/>
    </dgm:pt>
    <dgm:pt modelId="{9059B6B5-EC99-4F53-B312-24EB984680D1}" type="pres">
      <dgm:prSet presAssocID="{BD87C468-8B6A-43C2-B0F1-12F554FFF7AD}" presName="compNode" presStyleCnt="0"/>
      <dgm:spPr/>
    </dgm:pt>
    <dgm:pt modelId="{E2790CCD-2559-4A31-89BF-8CCD11631FD5}" type="pres">
      <dgm:prSet presAssocID="{BD87C468-8B6A-43C2-B0F1-12F554FFF7AD}" presName="bgRect" presStyleLbl="bgShp" presStyleIdx="1" presStyleCnt="3"/>
      <dgm:spPr/>
    </dgm:pt>
    <dgm:pt modelId="{5B65BE8F-C625-4287-9026-D7BD6A9ADC36}" type="pres">
      <dgm:prSet presAssocID="{BD87C468-8B6A-43C2-B0F1-12F554FFF7AD}" presName="iconRect" presStyleLbl="node1" presStyleIdx="1" presStyleCnt="3"/>
      <dgm:spPr>
        <a:blipFill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brainstorm"/>
        </a:ext>
      </dgm:extLst>
    </dgm:pt>
    <dgm:pt modelId="{222E8F19-F346-447F-8BF4-AD042E61F3F4}" type="pres">
      <dgm:prSet presAssocID="{BD87C468-8B6A-43C2-B0F1-12F554FFF7AD}" presName="spaceRect" presStyleCnt="0"/>
      <dgm:spPr/>
    </dgm:pt>
    <dgm:pt modelId="{585353B8-79B5-400F-A383-BDF783E337D3}" type="pres">
      <dgm:prSet presAssocID="{BD87C468-8B6A-43C2-B0F1-12F554FFF7AD}" presName="parTx" presStyleLbl="revTx" presStyleIdx="1" presStyleCnt="3" custLinFactNeighborX="204" custLinFactNeighborY="-17432">
        <dgm:presLayoutVars>
          <dgm:chMax val="0"/>
          <dgm:chPref val="0"/>
        </dgm:presLayoutVars>
      </dgm:prSet>
      <dgm:spPr/>
    </dgm:pt>
    <dgm:pt modelId="{3D1B584A-EFBC-4DE5-82D3-AFCF6EC1364C}" type="pres">
      <dgm:prSet presAssocID="{CDEF9AC6-4B20-4F4C-A799-39CDE9B3316B}" presName="sibTrans" presStyleCnt="0"/>
      <dgm:spPr/>
    </dgm:pt>
    <dgm:pt modelId="{D36B5A7E-FCD4-4095-9021-282239F11366}" type="pres">
      <dgm:prSet presAssocID="{AF077352-D771-47AF-AC7E-335CE136AB4B}" presName="compNode" presStyleCnt="0"/>
      <dgm:spPr/>
    </dgm:pt>
    <dgm:pt modelId="{630E2E67-0612-4992-8F0D-2EE0EEFF0247}" type="pres">
      <dgm:prSet presAssocID="{AF077352-D771-47AF-AC7E-335CE136AB4B}" presName="bgRect" presStyleLbl="bgShp" presStyleIdx="2" presStyleCnt="3"/>
      <dgm:spPr/>
    </dgm:pt>
    <dgm:pt modelId="{D43B820D-5E53-44E6-9F07-C2BBFAAD4DEB}" type="pres">
      <dgm:prSet presAssocID="{AF077352-D771-47AF-AC7E-335CE136AB4B}" presName="iconRect" presStyleLbl="node1" presStyleIdx="2" presStyleCnt="3"/>
      <dgm:spPr>
        <a:blipFill>
          <a:blip xmlns:r="http://schemas.openxmlformats.org/officeDocument/2006/relationships"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3995EE9-1B91-4E0B-B039-8566ECEEFE70}" type="pres">
      <dgm:prSet presAssocID="{AF077352-D771-47AF-AC7E-335CE136AB4B}" presName="spaceRect" presStyleCnt="0"/>
      <dgm:spPr/>
    </dgm:pt>
    <dgm:pt modelId="{7D502B7B-9B96-4ADB-B036-BE3933B4428A}" type="pres">
      <dgm:prSet presAssocID="{AF077352-D771-47AF-AC7E-335CE136AB4B}" presName="parTx" presStyleLbl="revTx" presStyleIdx="2" presStyleCnt="3" custLinFactNeighborX="38" custLinFactNeighborY="-8194">
        <dgm:presLayoutVars>
          <dgm:chMax val="0"/>
          <dgm:chPref val="0"/>
        </dgm:presLayoutVars>
      </dgm:prSet>
      <dgm:spPr/>
    </dgm:pt>
  </dgm:ptLst>
  <dgm:cxnLst>
    <dgm:cxn modelId="{86E65713-10B5-491E-B701-95963ADAB5FC}" srcId="{268E8F84-E9E0-4D2A-978D-3ABD4EF23AFE}" destId="{BD87C468-8B6A-43C2-B0F1-12F554FFF7AD}" srcOrd="1" destOrd="0" parTransId="{55817352-658B-4796-A55D-B70523473229}" sibTransId="{CDEF9AC6-4B20-4F4C-A799-39CDE9B3316B}"/>
    <dgm:cxn modelId="{74C40D43-6325-420E-8975-61AA0E534AAD}" type="presOf" srcId="{BD87C468-8B6A-43C2-B0F1-12F554FFF7AD}" destId="{585353B8-79B5-400F-A383-BDF783E337D3}" srcOrd="0" destOrd="0" presId="urn:microsoft.com/office/officeart/2018/2/layout/IconVerticalSolidList"/>
    <dgm:cxn modelId="{40379164-514A-4992-8616-D6C89B59FC6E}" srcId="{268E8F84-E9E0-4D2A-978D-3ABD4EF23AFE}" destId="{AF077352-D771-47AF-AC7E-335CE136AB4B}" srcOrd="2" destOrd="0" parTransId="{373DC575-2EF2-4273-BF31-BBBAF67A8A4D}" sibTransId="{8E3B25A2-9BED-4797-BA50-B500369AF07E}"/>
    <dgm:cxn modelId="{C05E5251-33A4-4567-A800-5468AD05B3EE}" type="presOf" srcId="{2F08F762-DDF6-4F95-9AC0-F6FBD582EECC}" destId="{6024CD9F-9354-4A83-B072-F35073158F5A}" srcOrd="0" destOrd="0" presId="urn:microsoft.com/office/officeart/2018/2/layout/IconVerticalSolidList"/>
    <dgm:cxn modelId="{C0923D83-55FE-44D2-A641-355C65867D2B}" srcId="{268E8F84-E9E0-4D2A-978D-3ABD4EF23AFE}" destId="{2F08F762-DDF6-4F95-9AC0-F6FBD582EECC}" srcOrd="0" destOrd="0" parTransId="{7C2C28C4-0690-45D6-8B9E-0036BE415B04}" sibTransId="{7D08E74C-DB7B-454B-9110-DEEC24E2436E}"/>
    <dgm:cxn modelId="{BF2741C0-3D4F-4BD6-851B-42B103B674BC}" type="presOf" srcId="{AF077352-D771-47AF-AC7E-335CE136AB4B}" destId="{7D502B7B-9B96-4ADB-B036-BE3933B4428A}" srcOrd="0" destOrd="0" presId="urn:microsoft.com/office/officeart/2018/2/layout/IconVerticalSolidList"/>
    <dgm:cxn modelId="{6EBDCAF3-4F29-466B-A234-B69A47E15F06}" type="presOf" srcId="{268E8F84-E9E0-4D2A-978D-3ABD4EF23AFE}" destId="{BF5C4BF5-4DF4-4C09-B50D-4A6270FFA7BF}" srcOrd="0" destOrd="0" presId="urn:microsoft.com/office/officeart/2018/2/layout/IconVerticalSolidList"/>
    <dgm:cxn modelId="{46302CD5-047D-43D3-A048-D28B0D211EA7}" type="presParOf" srcId="{BF5C4BF5-4DF4-4C09-B50D-4A6270FFA7BF}" destId="{45335632-C57C-4B15-B835-A5B789E40B0D}" srcOrd="0" destOrd="0" presId="urn:microsoft.com/office/officeart/2018/2/layout/IconVerticalSolidList"/>
    <dgm:cxn modelId="{8205C212-6900-4B90-9AF7-F60BAD193981}" type="presParOf" srcId="{45335632-C57C-4B15-B835-A5B789E40B0D}" destId="{2744026B-C38C-46F4-B6EA-FC6B31A9C6D1}" srcOrd="0" destOrd="0" presId="urn:microsoft.com/office/officeart/2018/2/layout/IconVerticalSolidList"/>
    <dgm:cxn modelId="{D5F1BA18-8008-4BDC-B4B9-8E6606F7E9B2}" type="presParOf" srcId="{45335632-C57C-4B15-B835-A5B789E40B0D}" destId="{560EDB0F-ED86-45BC-9AEC-72CDCA0A66A5}" srcOrd="1" destOrd="0" presId="urn:microsoft.com/office/officeart/2018/2/layout/IconVerticalSolidList"/>
    <dgm:cxn modelId="{1CFEB3F0-3D6D-4DAD-99A4-941E887DCCB8}" type="presParOf" srcId="{45335632-C57C-4B15-B835-A5B789E40B0D}" destId="{CE02DED6-8092-4224-9DB0-46ED0FF027D8}" srcOrd="2" destOrd="0" presId="urn:microsoft.com/office/officeart/2018/2/layout/IconVerticalSolidList"/>
    <dgm:cxn modelId="{1F229602-35D0-43DD-BF7F-5E660E5B0424}" type="presParOf" srcId="{45335632-C57C-4B15-B835-A5B789E40B0D}" destId="{6024CD9F-9354-4A83-B072-F35073158F5A}" srcOrd="3" destOrd="0" presId="urn:microsoft.com/office/officeart/2018/2/layout/IconVerticalSolidList"/>
    <dgm:cxn modelId="{E905DB63-A4BE-4A37-B70B-D2C2D3F9832A}" type="presParOf" srcId="{BF5C4BF5-4DF4-4C09-B50D-4A6270FFA7BF}" destId="{914C8903-EC13-4F58-8437-D65DFB80AE6B}" srcOrd="1" destOrd="0" presId="urn:microsoft.com/office/officeart/2018/2/layout/IconVerticalSolidList"/>
    <dgm:cxn modelId="{ED8E4DB8-1EFE-4B58-B2E1-60EADE97CE09}" type="presParOf" srcId="{BF5C4BF5-4DF4-4C09-B50D-4A6270FFA7BF}" destId="{9059B6B5-EC99-4F53-B312-24EB984680D1}" srcOrd="2" destOrd="0" presId="urn:microsoft.com/office/officeart/2018/2/layout/IconVerticalSolidList"/>
    <dgm:cxn modelId="{8A4893AF-AAEA-4580-9EBF-42616F77D408}" type="presParOf" srcId="{9059B6B5-EC99-4F53-B312-24EB984680D1}" destId="{E2790CCD-2559-4A31-89BF-8CCD11631FD5}" srcOrd="0" destOrd="0" presId="urn:microsoft.com/office/officeart/2018/2/layout/IconVerticalSolidList"/>
    <dgm:cxn modelId="{90F76F87-BF36-47DD-B8BC-E729E970F82A}" type="presParOf" srcId="{9059B6B5-EC99-4F53-B312-24EB984680D1}" destId="{5B65BE8F-C625-4287-9026-D7BD6A9ADC36}" srcOrd="1" destOrd="0" presId="urn:microsoft.com/office/officeart/2018/2/layout/IconVerticalSolidList"/>
    <dgm:cxn modelId="{4AF8916C-57C8-4199-BBC8-7AF71C395E91}" type="presParOf" srcId="{9059B6B5-EC99-4F53-B312-24EB984680D1}" destId="{222E8F19-F346-447F-8BF4-AD042E61F3F4}" srcOrd="2" destOrd="0" presId="urn:microsoft.com/office/officeart/2018/2/layout/IconVerticalSolidList"/>
    <dgm:cxn modelId="{624D62EE-3F34-43FD-9A66-3BCE6E0CF674}" type="presParOf" srcId="{9059B6B5-EC99-4F53-B312-24EB984680D1}" destId="{585353B8-79B5-400F-A383-BDF783E337D3}" srcOrd="3" destOrd="0" presId="urn:microsoft.com/office/officeart/2018/2/layout/IconVerticalSolidList"/>
    <dgm:cxn modelId="{7144A906-499A-4191-AA12-74A3AF651619}" type="presParOf" srcId="{BF5C4BF5-4DF4-4C09-B50D-4A6270FFA7BF}" destId="{3D1B584A-EFBC-4DE5-82D3-AFCF6EC1364C}" srcOrd="3" destOrd="0" presId="urn:microsoft.com/office/officeart/2018/2/layout/IconVerticalSolidList"/>
    <dgm:cxn modelId="{27FD4899-B47C-4381-A4DE-4F8AE97F41BF}" type="presParOf" srcId="{BF5C4BF5-4DF4-4C09-B50D-4A6270FFA7BF}" destId="{D36B5A7E-FCD4-4095-9021-282239F11366}" srcOrd="4" destOrd="0" presId="urn:microsoft.com/office/officeart/2018/2/layout/IconVerticalSolidList"/>
    <dgm:cxn modelId="{163DCF93-F848-437B-8C9A-57DF65DEBD45}" type="presParOf" srcId="{D36B5A7E-FCD4-4095-9021-282239F11366}" destId="{630E2E67-0612-4992-8F0D-2EE0EEFF0247}" srcOrd="0" destOrd="0" presId="urn:microsoft.com/office/officeart/2018/2/layout/IconVerticalSolidList"/>
    <dgm:cxn modelId="{9A02819A-DD8B-4742-A278-CFEF71C2AA78}" type="presParOf" srcId="{D36B5A7E-FCD4-4095-9021-282239F11366}" destId="{D43B820D-5E53-44E6-9F07-C2BBFAAD4DEB}" srcOrd="1" destOrd="0" presId="urn:microsoft.com/office/officeart/2018/2/layout/IconVerticalSolidList"/>
    <dgm:cxn modelId="{3598F7EC-3C83-48D0-9675-A3E8F1FCFE28}" type="presParOf" srcId="{D36B5A7E-FCD4-4095-9021-282239F11366}" destId="{A3995EE9-1B91-4E0B-B039-8566ECEEFE70}" srcOrd="2" destOrd="0" presId="urn:microsoft.com/office/officeart/2018/2/layout/IconVerticalSolidList"/>
    <dgm:cxn modelId="{283B6E0A-AB37-4810-ABD6-A6D066A2093D}" type="presParOf" srcId="{D36B5A7E-FCD4-4095-9021-282239F11366}" destId="{7D502B7B-9B96-4ADB-B036-BE3933B442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BBDEB-C8A2-4A0C-8F7B-C580EA771774}">
      <dsp:nvSpPr>
        <dsp:cNvPr id="0" name=""/>
        <dsp:cNvSpPr/>
      </dsp:nvSpPr>
      <dsp:spPr>
        <a:xfrm>
          <a:off x="0" y="3948"/>
          <a:ext cx="5588324" cy="732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8C642-4833-4838-98CC-ACAD2221FCE2}">
      <dsp:nvSpPr>
        <dsp:cNvPr id="0" name=""/>
        <dsp:cNvSpPr/>
      </dsp:nvSpPr>
      <dsp:spPr>
        <a:xfrm>
          <a:off x="221543" y="168732"/>
          <a:ext cx="402805" cy="4028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740EA-EA62-4614-99DD-A559BE741603}">
      <dsp:nvSpPr>
        <dsp:cNvPr id="0" name=""/>
        <dsp:cNvSpPr/>
      </dsp:nvSpPr>
      <dsp:spPr>
        <a:xfrm>
          <a:off x="845892" y="3948"/>
          <a:ext cx="4741604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Summarize in a table, as an appendix to the Guidance, key differences between limited and reasonable assurance</a:t>
          </a:r>
          <a:endParaRPr lang="en-US" sz="1500" kern="1200" dirty="0"/>
        </a:p>
      </dsp:txBody>
      <dsp:txXfrm>
        <a:off x="845892" y="3948"/>
        <a:ext cx="4741604" cy="732374"/>
      </dsp:txXfrm>
    </dsp:sp>
    <dsp:sp modelId="{4C57519A-B170-42F3-8463-91D52FEC207F}">
      <dsp:nvSpPr>
        <dsp:cNvPr id="0" name=""/>
        <dsp:cNvSpPr/>
      </dsp:nvSpPr>
      <dsp:spPr>
        <a:xfrm>
          <a:off x="0" y="925714"/>
          <a:ext cx="5588324" cy="732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D76E7-0375-4696-B3CC-FCD7C0BD0308}">
      <dsp:nvSpPr>
        <dsp:cNvPr id="0" name=""/>
        <dsp:cNvSpPr/>
      </dsp:nvSpPr>
      <dsp:spPr>
        <a:xfrm>
          <a:off x="221543" y="1084200"/>
          <a:ext cx="402805" cy="4028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A8FEE-BACA-4EB1-81A4-CFA29A141FC0}">
      <dsp:nvSpPr>
        <dsp:cNvPr id="0" name=""/>
        <dsp:cNvSpPr/>
      </dsp:nvSpPr>
      <dsp:spPr>
        <a:xfrm>
          <a:off x="845892" y="919416"/>
          <a:ext cx="2514745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Develop two additional examples for Supplement B</a:t>
          </a:r>
          <a:endParaRPr lang="en-US" sz="1500" kern="1200" dirty="0"/>
        </a:p>
      </dsp:txBody>
      <dsp:txXfrm>
        <a:off x="845892" y="919416"/>
        <a:ext cx="2514745" cy="732374"/>
      </dsp:txXfrm>
    </dsp:sp>
    <dsp:sp modelId="{B816191B-651C-4A1C-BF96-B78058033ED4}">
      <dsp:nvSpPr>
        <dsp:cNvPr id="0" name=""/>
        <dsp:cNvSpPr/>
      </dsp:nvSpPr>
      <dsp:spPr>
        <a:xfrm>
          <a:off x="3360638" y="919416"/>
          <a:ext cx="2226858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SASB</a:t>
          </a: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TCFD</a:t>
          </a:r>
          <a:endParaRPr lang="en-US" sz="1400" kern="1200" dirty="0"/>
        </a:p>
      </dsp:txBody>
      <dsp:txXfrm>
        <a:off x="3360638" y="919416"/>
        <a:ext cx="2226858" cy="732374"/>
      </dsp:txXfrm>
    </dsp:sp>
    <dsp:sp modelId="{3FC49784-1C7E-4C92-BEB6-4870FAF9CE79}">
      <dsp:nvSpPr>
        <dsp:cNvPr id="0" name=""/>
        <dsp:cNvSpPr/>
      </dsp:nvSpPr>
      <dsp:spPr>
        <a:xfrm>
          <a:off x="0" y="1857302"/>
          <a:ext cx="5588324" cy="87157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A5FB9-243B-459A-9099-E9F85CF5C772}">
      <dsp:nvSpPr>
        <dsp:cNvPr id="0" name=""/>
        <dsp:cNvSpPr/>
      </dsp:nvSpPr>
      <dsp:spPr>
        <a:xfrm>
          <a:off x="221543" y="2069270"/>
          <a:ext cx="402805" cy="402805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09830-A723-4A7F-9E29-E166C42C6C72}">
      <dsp:nvSpPr>
        <dsp:cNvPr id="0" name=""/>
        <dsp:cNvSpPr/>
      </dsp:nvSpPr>
      <dsp:spPr>
        <a:xfrm>
          <a:off x="0" y="324761"/>
          <a:ext cx="4741604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0" y="324761"/>
        <a:ext cx="4741604" cy="732374"/>
      </dsp:txXfrm>
    </dsp:sp>
    <dsp:sp modelId="{6C8A7069-FA14-4E64-8133-2ECFE97D3C9C}">
      <dsp:nvSpPr>
        <dsp:cNvPr id="0" name=""/>
        <dsp:cNvSpPr/>
      </dsp:nvSpPr>
      <dsp:spPr>
        <a:xfrm>
          <a:off x="0" y="2854913"/>
          <a:ext cx="5588324" cy="732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50F18-770D-4307-B8EE-3ACA1A02A338}">
      <dsp:nvSpPr>
        <dsp:cNvPr id="0" name=""/>
        <dsp:cNvSpPr/>
      </dsp:nvSpPr>
      <dsp:spPr>
        <a:xfrm>
          <a:off x="221543" y="3054339"/>
          <a:ext cx="402805" cy="40280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64C51-9CE1-4108-ABC8-7D4B85269766}">
      <dsp:nvSpPr>
        <dsp:cNvPr id="0" name=""/>
        <dsp:cNvSpPr/>
      </dsp:nvSpPr>
      <dsp:spPr>
        <a:xfrm>
          <a:off x="869329" y="1926167"/>
          <a:ext cx="2514745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Retain in separate chapter, but enhance guidance:</a:t>
          </a:r>
        </a:p>
      </dsp:txBody>
      <dsp:txXfrm>
        <a:off x="869329" y="1926167"/>
        <a:ext cx="2514745" cy="732374"/>
      </dsp:txXfrm>
    </dsp:sp>
    <dsp:sp modelId="{A3AEAECD-A6B6-42B8-92F2-3964089F877B}">
      <dsp:nvSpPr>
        <dsp:cNvPr id="0" name=""/>
        <dsp:cNvSpPr/>
      </dsp:nvSpPr>
      <dsp:spPr>
        <a:xfrm>
          <a:off x="3264905" y="1926167"/>
          <a:ext cx="2226858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200" kern="1200" dirty="0"/>
            <a:t>Two additional examples with ‘evaluation’ illustrated</a:t>
          </a:r>
          <a:endParaRPr lang="en-US" sz="1200" kern="1200" dirty="0"/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Enhance guidance on qualitative misstatements </a:t>
          </a:r>
          <a:endParaRPr lang="en-US" sz="1200" kern="1200" dirty="0"/>
        </a:p>
      </dsp:txBody>
      <dsp:txXfrm>
        <a:off x="3264905" y="1926167"/>
        <a:ext cx="2226858" cy="732374"/>
      </dsp:txXfrm>
    </dsp:sp>
    <dsp:sp modelId="{D60DA535-06AF-44FC-B9BB-C733B7A73CBC}">
      <dsp:nvSpPr>
        <dsp:cNvPr id="0" name=""/>
        <dsp:cNvSpPr/>
      </dsp:nvSpPr>
      <dsp:spPr>
        <a:xfrm>
          <a:off x="0" y="3808971"/>
          <a:ext cx="5588324" cy="73237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1360D2-22FF-41B6-BBDB-AD1C85DA0C69}">
      <dsp:nvSpPr>
        <dsp:cNvPr id="0" name=""/>
        <dsp:cNvSpPr/>
      </dsp:nvSpPr>
      <dsp:spPr>
        <a:xfrm>
          <a:off x="221543" y="3969807"/>
          <a:ext cx="402805" cy="40280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4DC32-D770-466C-B8C5-9DB3EED6B971}">
      <dsp:nvSpPr>
        <dsp:cNvPr id="0" name=""/>
        <dsp:cNvSpPr/>
      </dsp:nvSpPr>
      <dsp:spPr>
        <a:xfrm>
          <a:off x="845892" y="3805023"/>
          <a:ext cx="4741604" cy="732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510" tIns="77510" rIns="77510" bIns="7751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>
        <a:off x="845892" y="3805023"/>
        <a:ext cx="4741604" cy="732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BBDEB-C8A2-4A0C-8F7B-C580EA771774}">
      <dsp:nvSpPr>
        <dsp:cNvPr id="0" name=""/>
        <dsp:cNvSpPr/>
      </dsp:nvSpPr>
      <dsp:spPr>
        <a:xfrm>
          <a:off x="0" y="1639"/>
          <a:ext cx="5389033" cy="8311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8C642-4833-4838-98CC-ACAD2221FCE2}">
      <dsp:nvSpPr>
        <dsp:cNvPr id="0" name=""/>
        <dsp:cNvSpPr/>
      </dsp:nvSpPr>
      <dsp:spPr>
        <a:xfrm>
          <a:off x="251425" y="188650"/>
          <a:ext cx="457137" cy="4571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740EA-EA62-4614-99DD-A559BE741603}">
      <dsp:nvSpPr>
        <dsp:cNvPr id="0" name=""/>
        <dsp:cNvSpPr/>
      </dsp:nvSpPr>
      <dsp:spPr>
        <a:xfrm>
          <a:off x="959989" y="1639"/>
          <a:ext cx="4429043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Explore ways of presenting the Guidance in an innovative, accessible way using technology</a:t>
          </a:r>
          <a:endParaRPr lang="en-US" sz="1600" kern="1200" dirty="0"/>
        </a:p>
      </dsp:txBody>
      <dsp:txXfrm>
        <a:off x="959989" y="1639"/>
        <a:ext cx="4429043" cy="831159"/>
      </dsp:txXfrm>
    </dsp:sp>
    <dsp:sp modelId="{4C57519A-B170-42F3-8463-91D52FEC207F}">
      <dsp:nvSpPr>
        <dsp:cNvPr id="0" name=""/>
        <dsp:cNvSpPr/>
      </dsp:nvSpPr>
      <dsp:spPr>
        <a:xfrm>
          <a:off x="0" y="1009770"/>
          <a:ext cx="5389033" cy="8311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BD76E7-0375-4696-B3CC-FCD7C0BD0308}">
      <dsp:nvSpPr>
        <dsp:cNvPr id="0" name=""/>
        <dsp:cNvSpPr/>
      </dsp:nvSpPr>
      <dsp:spPr>
        <a:xfrm>
          <a:off x="251425" y="1227600"/>
          <a:ext cx="457137" cy="4571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A8FEE-BACA-4EB1-81A4-CFA29A141FC0}">
      <dsp:nvSpPr>
        <dsp:cNvPr id="0" name=""/>
        <dsp:cNvSpPr/>
      </dsp:nvSpPr>
      <dsp:spPr>
        <a:xfrm>
          <a:off x="881635" y="1040589"/>
          <a:ext cx="2581772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Simply</a:t>
          </a:r>
          <a:r>
            <a:rPr lang="en-US" sz="1600" kern="1200" baseline="0" dirty="0"/>
            <a:t> language, avoid duplication, use examples</a:t>
          </a:r>
          <a:endParaRPr lang="en-US" sz="1600" kern="1200" dirty="0"/>
        </a:p>
      </dsp:txBody>
      <dsp:txXfrm>
        <a:off x="881635" y="1040589"/>
        <a:ext cx="2581772" cy="831159"/>
      </dsp:txXfrm>
    </dsp:sp>
    <dsp:sp modelId="{B816191B-651C-4A1C-BF96-B78058033ED4}">
      <dsp:nvSpPr>
        <dsp:cNvPr id="0" name=""/>
        <dsp:cNvSpPr/>
      </dsp:nvSpPr>
      <dsp:spPr>
        <a:xfrm>
          <a:off x="3385054" y="1040589"/>
          <a:ext cx="200397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3385054" y="1040589"/>
        <a:ext cx="2003978" cy="831159"/>
      </dsp:txXfrm>
    </dsp:sp>
    <dsp:sp modelId="{3FC49784-1C7E-4C92-BEB6-4870FAF9CE79}">
      <dsp:nvSpPr>
        <dsp:cNvPr id="0" name=""/>
        <dsp:cNvSpPr/>
      </dsp:nvSpPr>
      <dsp:spPr>
        <a:xfrm>
          <a:off x="0" y="2079538"/>
          <a:ext cx="5389033" cy="8311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A5FB9-243B-459A-9099-E9F85CF5C772}">
      <dsp:nvSpPr>
        <dsp:cNvPr id="0" name=""/>
        <dsp:cNvSpPr/>
      </dsp:nvSpPr>
      <dsp:spPr>
        <a:xfrm>
          <a:off x="251425" y="2266549"/>
          <a:ext cx="457137" cy="4571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C09830-A723-4A7F-9E29-E166C42C6C72}">
      <dsp:nvSpPr>
        <dsp:cNvPr id="0" name=""/>
        <dsp:cNvSpPr/>
      </dsp:nvSpPr>
      <dsp:spPr>
        <a:xfrm>
          <a:off x="959989" y="2079538"/>
          <a:ext cx="4429043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Reorder chapters, as suggested</a:t>
          </a:r>
          <a:endParaRPr lang="en-US" sz="1600" kern="1200" dirty="0"/>
        </a:p>
      </dsp:txBody>
      <dsp:txXfrm>
        <a:off x="959989" y="2079538"/>
        <a:ext cx="4429043" cy="831159"/>
      </dsp:txXfrm>
    </dsp:sp>
    <dsp:sp modelId="{6C8A7069-FA14-4E64-8133-2ECFE97D3C9C}">
      <dsp:nvSpPr>
        <dsp:cNvPr id="0" name=""/>
        <dsp:cNvSpPr/>
      </dsp:nvSpPr>
      <dsp:spPr>
        <a:xfrm>
          <a:off x="0" y="3120125"/>
          <a:ext cx="5389033" cy="8311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C50F18-770D-4307-B8EE-3ACA1A02A338}">
      <dsp:nvSpPr>
        <dsp:cNvPr id="0" name=""/>
        <dsp:cNvSpPr/>
      </dsp:nvSpPr>
      <dsp:spPr>
        <a:xfrm>
          <a:off x="251425" y="3305499"/>
          <a:ext cx="457137" cy="4571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64C51-9CE1-4108-ABC8-7D4B85269766}">
      <dsp:nvSpPr>
        <dsp:cNvPr id="0" name=""/>
        <dsp:cNvSpPr/>
      </dsp:nvSpPr>
      <dsp:spPr>
        <a:xfrm>
          <a:off x="959989" y="3118488"/>
          <a:ext cx="2425064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Replace Diagram 5, if possible, or delete </a:t>
          </a:r>
          <a:endParaRPr lang="en-US" sz="1600" kern="1200" dirty="0"/>
        </a:p>
      </dsp:txBody>
      <dsp:txXfrm>
        <a:off x="959989" y="3118488"/>
        <a:ext cx="2425064" cy="831159"/>
      </dsp:txXfrm>
    </dsp:sp>
    <dsp:sp modelId="{A3AEAECD-A6B6-42B8-92F2-3964089F877B}">
      <dsp:nvSpPr>
        <dsp:cNvPr id="0" name=""/>
        <dsp:cNvSpPr/>
      </dsp:nvSpPr>
      <dsp:spPr>
        <a:xfrm>
          <a:off x="3385054" y="3118488"/>
          <a:ext cx="2003978" cy="831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64" tIns="87964" rIns="87964" bIns="8796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3385054" y="3118488"/>
        <a:ext cx="2003978" cy="8311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85ED0-CC0E-46C6-85EB-2868032D9AA7}">
      <dsp:nvSpPr>
        <dsp:cNvPr id="0" name=""/>
        <dsp:cNvSpPr/>
      </dsp:nvSpPr>
      <dsp:spPr>
        <a:xfrm>
          <a:off x="0" y="1764"/>
          <a:ext cx="10972800" cy="8943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C52FF-041D-44F5-80D6-844E984845C6}">
      <dsp:nvSpPr>
        <dsp:cNvPr id="0" name=""/>
        <dsp:cNvSpPr/>
      </dsp:nvSpPr>
      <dsp:spPr>
        <a:xfrm>
          <a:off x="281167" y="192353"/>
          <a:ext cx="491878" cy="4918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DE879-96CA-4097-8606-B0F7A69D86F3}">
      <dsp:nvSpPr>
        <dsp:cNvPr id="0" name=""/>
        <dsp:cNvSpPr/>
      </dsp:nvSpPr>
      <dsp:spPr>
        <a:xfrm>
          <a:off x="1032944" y="1764"/>
          <a:ext cx="9939855" cy="894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49" tIns="94649" rIns="94649" bIns="9464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Introduction: include ISAE 3000 (Revised) in Guidance title; refer to ISAE 3000 (Revised), rather than to ‘the Standard’ throughout the Guidance; replace use of ‘S’ and ‘G’ with ‘para’; check consistency throughout</a:t>
          </a:r>
          <a:endParaRPr lang="en-US" sz="1700" kern="1200" dirty="0"/>
        </a:p>
      </dsp:txBody>
      <dsp:txXfrm>
        <a:off x="1032944" y="1764"/>
        <a:ext cx="9939855" cy="894324"/>
      </dsp:txXfrm>
    </dsp:sp>
    <dsp:sp modelId="{52E35825-F6D9-4D2F-BA74-DC8D254D30F4}">
      <dsp:nvSpPr>
        <dsp:cNvPr id="0" name=""/>
        <dsp:cNvSpPr/>
      </dsp:nvSpPr>
      <dsp:spPr>
        <a:xfrm>
          <a:off x="0" y="1119669"/>
          <a:ext cx="10972800" cy="8943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405CF-D85F-4DFF-B016-E227702D682D}">
      <dsp:nvSpPr>
        <dsp:cNvPr id="0" name=""/>
        <dsp:cNvSpPr/>
      </dsp:nvSpPr>
      <dsp:spPr>
        <a:xfrm>
          <a:off x="270533" y="1320892"/>
          <a:ext cx="491878" cy="491878"/>
        </a:xfrm>
        <a:prstGeom prst="rect">
          <a:avLst/>
        </a:prstGeom>
        <a:blipFill dpi="0" rotWithShape="1">
          <a:blip xmlns:r="http://schemas.openxmlformats.org/officeDocument/2006/relationships" r:embed="rId3">
            <a:alphaModFix amt="99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41910-47AD-4D91-9CAE-7A6063F54E66}">
      <dsp:nvSpPr>
        <dsp:cNvPr id="0" name=""/>
        <dsp:cNvSpPr/>
      </dsp:nvSpPr>
      <dsp:spPr>
        <a:xfrm>
          <a:off x="1032944" y="1119669"/>
          <a:ext cx="9939855" cy="894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49" tIns="94649" rIns="94649" bIns="9464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1: some clarification on use of experts</a:t>
          </a:r>
          <a:endParaRPr lang="en-US" sz="1700" kern="1200" dirty="0"/>
        </a:p>
      </dsp:txBody>
      <dsp:txXfrm>
        <a:off x="1032944" y="1119669"/>
        <a:ext cx="9939855" cy="894324"/>
      </dsp:txXfrm>
    </dsp:sp>
    <dsp:sp modelId="{2744026B-C38C-46F4-B6EA-FC6B31A9C6D1}">
      <dsp:nvSpPr>
        <dsp:cNvPr id="0" name=""/>
        <dsp:cNvSpPr/>
      </dsp:nvSpPr>
      <dsp:spPr>
        <a:xfrm>
          <a:off x="0" y="2237575"/>
          <a:ext cx="10972800" cy="8943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EDB0F-ED86-45BC-9AEC-72CDCA0A66A5}">
      <dsp:nvSpPr>
        <dsp:cNvPr id="0" name=""/>
        <dsp:cNvSpPr/>
      </dsp:nvSpPr>
      <dsp:spPr>
        <a:xfrm>
          <a:off x="270533" y="2438797"/>
          <a:ext cx="491878" cy="4918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4CD9F-9354-4A83-B072-F35073158F5A}">
      <dsp:nvSpPr>
        <dsp:cNvPr id="0" name=""/>
        <dsp:cNvSpPr/>
      </dsp:nvSpPr>
      <dsp:spPr>
        <a:xfrm>
          <a:off x="1032944" y="2237575"/>
          <a:ext cx="9939855" cy="894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49" tIns="94649" rIns="94649" bIns="9464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2: more focus on EER-specific considerations; use of PS and PJ icons; separate chapters for PS and PJ or combine Chapters 1 and 2; and some detailed comments on Diagram 4</a:t>
          </a:r>
          <a:endParaRPr lang="en-US" sz="1700" kern="1200" dirty="0"/>
        </a:p>
      </dsp:txBody>
      <dsp:txXfrm>
        <a:off x="1032944" y="2237575"/>
        <a:ext cx="9939855" cy="894324"/>
      </dsp:txXfrm>
    </dsp:sp>
    <dsp:sp modelId="{E2790CCD-2559-4A31-89BF-8CCD11631FD5}">
      <dsp:nvSpPr>
        <dsp:cNvPr id="0" name=""/>
        <dsp:cNvSpPr/>
      </dsp:nvSpPr>
      <dsp:spPr>
        <a:xfrm>
          <a:off x="0" y="3355480"/>
          <a:ext cx="10972800" cy="89432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5BE8F-C625-4287-9026-D7BD6A9ADC36}">
      <dsp:nvSpPr>
        <dsp:cNvPr id="0" name=""/>
        <dsp:cNvSpPr/>
      </dsp:nvSpPr>
      <dsp:spPr>
        <a:xfrm>
          <a:off x="270533" y="3556703"/>
          <a:ext cx="491878" cy="491878"/>
        </a:xfrm>
        <a:prstGeom prst="rect">
          <a:avLst/>
        </a:prstGeom>
        <a:blipFill>
          <a:blip xmlns:r="http://schemas.openxmlformats.org/officeDocument/2006/relationships"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353B8-79B5-400F-A383-BDF783E337D3}">
      <dsp:nvSpPr>
        <dsp:cNvPr id="0" name=""/>
        <dsp:cNvSpPr/>
      </dsp:nvSpPr>
      <dsp:spPr>
        <a:xfrm>
          <a:off x="1032944" y="3355480"/>
          <a:ext cx="9939855" cy="8943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649" tIns="94649" rIns="94649" bIns="9464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3: further guidance on readiness assessments; work effort to be consistent with the Standard; clarification on aspects of ‘proposed perimeter of the subject matter information’; need for stand back</a:t>
          </a:r>
          <a:endParaRPr lang="en-US" sz="1700" kern="1200" dirty="0"/>
        </a:p>
      </dsp:txBody>
      <dsp:txXfrm>
        <a:off x="1032944" y="3355480"/>
        <a:ext cx="9939855" cy="8943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85ED0-CC0E-46C6-85EB-2868032D9AA7}">
      <dsp:nvSpPr>
        <dsp:cNvPr id="0" name=""/>
        <dsp:cNvSpPr/>
      </dsp:nvSpPr>
      <dsp:spPr>
        <a:xfrm>
          <a:off x="0" y="518"/>
          <a:ext cx="10972800" cy="1214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5C52FF-041D-44F5-80D6-844E984845C6}">
      <dsp:nvSpPr>
        <dsp:cNvPr id="0" name=""/>
        <dsp:cNvSpPr/>
      </dsp:nvSpPr>
      <dsp:spPr>
        <a:xfrm>
          <a:off x="367367" y="273767"/>
          <a:ext cx="667940" cy="6679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DE879-96CA-4097-8606-B0F7A69D86F3}">
      <dsp:nvSpPr>
        <dsp:cNvPr id="0" name=""/>
        <dsp:cNvSpPr/>
      </dsp:nvSpPr>
      <dsp:spPr>
        <a:xfrm>
          <a:off x="1402675" y="518"/>
          <a:ext cx="9570124" cy="1214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28" tIns="128528" rIns="128528" bIns="12852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Chapter 4: clarify what ‘criteria’ are as the concept is not well-understood (use of analogy of ‘layers’ suggested); how principles-based frameworks may not specify criteria for presentation and disclosure, or may change over time as they are developing, so a need to emphasize importance of presentational criteria, and that criteria need to be complete</a:t>
          </a:r>
          <a:endParaRPr lang="en-US" sz="1500" kern="1200" dirty="0"/>
        </a:p>
      </dsp:txBody>
      <dsp:txXfrm>
        <a:off x="1402675" y="518"/>
        <a:ext cx="9570124" cy="1214437"/>
      </dsp:txXfrm>
    </dsp:sp>
    <dsp:sp modelId="{52E35825-F6D9-4D2F-BA74-DC8D254D30F4}">
      <dsp:nvSpPr>
        <dsp:cNvPr id="0" name=""/>
        <dsp:cNvSpPr/>
      </dsp:nvSpPr>
      <dsp:spPr>
        <a:xfrm>
          <a:off x="0" y="1518565"/>
          <a:ext cx="10972800" cy="1214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405CF-D85F-4DFF-B016-E227702D682D}">
      <dsp:nvSpPr>
        <dsp:cNvPr id="0" name=""/>
        <dsp:cNvSpPr/>
      </dsp:nvSpPr>
      <dsp:spPr>
        <a:xfrm>
          <a:off x="367367" y="1791814"/>
          <a:ext cx="667940" cy="6679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41910-47AD-4D91-9CAE-7A6063F54E66}">
      <dsp:nvSpPr>
        <dsp:cNvPr id="0" name=""/>
        <dsp:cNvSpPr/>
      </dsp:nvSpPr>
      <dsp:spPr>
        <a:xfrm>
          <a:off x="1402675" y="1518565"/>
          <a:ext cx="9570124" cy="1214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28" tIns="128528" rIns="128528" bIns="12852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Chapter 5: Work effort to be consistent with the Standard; use of IT to collect and process EER information means more focus needed on IT controls; guidance needed on what to do when controls are immature or ineffective; a need to emphasize the importance of governance and oversight in an internal control system; further guidance on evaluating external sources of information</a:t>
          </a:r>
          <a:endParaRPr lang="en-US" sz="1500" kern="1200" dirty="0">
            <a:highlight>
              <a:srgbClr val="FFFF00"/>
            </a:highlight>
          </a:endParaRPr>
        </a:p>
      </dsp:txBody>
      <dsp:txXfrm>
        <a:off x="1402675" y="1518565"/>
        <a:ext cx="9570124" cy="1214437"/>
      </dsp:txXfrm>
    </dsp:sp>
    <dsp:sp modelId="{2744026B-C38C-46F4-B6EA-FC6B31A9C6D1}">
      <dsp:nvSpPr>
        <dsp:cNvPr id="0" name=""/>
        <dsp:cNvSpPr/>
      </dsp:nvSpPr>
      <dsp:spPr>
        <a:xfrm>
          <a:off x="0" y="2978853"/>
          <a:ext cx="10972800" cy="1214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EDB0F-ED86-45BC-9AEC-72CDCA0A66A5}">
      <dsp:nvSpPr>
        <dsp:cNvPr id="0" name=""/>
        <dsp:cNvSpPr/>
      </dsp:nvSpPr>
      <dsp:spPr>
        <a:xfrm>
          <a:off x="367367" y="3309860"/>
          <a:ext cx="667940" cy="66794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4CD9F-9354-4A83-B072-F35073158F5A}">
      <dsp:nvSpPr>
        <dsp:cNvPr id="0" name=""/>
        <dsp:cNvSpPr/>
      </dsp:nvSpPr>
      <dsp:spPr>
        <a:xfrm>
          <a:off x="1402675" y="3036612"/>
          <a:ext cx="9570124" cy="1214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28" tIns="128528" rIns="128528" bIns="128528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Chapter 6: Focus on practitioners, not preparers; use of term ‘criteria’ to be consistent with the Standard; clarify practitioner responsibilities on the entity’s process to identify reporting topics; clarify ‘double materiality’, Diagram 8 - mixed views</a:t>
          </a:r>
          <a:endParaRPr lang="en-US" sz="1500" kern="1200" dirty="0"/>
        </a:p>
      </dsp:txBody>
      <dsp:txXfrm>
        <a:off x="1402675" y="3036612"/>
        <a:ext cx="9570124" cy="12144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4026B-C38C-46F4-B6EA-FC6B31A9C6D1}">
      <dsp:nvSpPr>
        <dsp:cNvPr id="0" name=""/>
        <dsp:cNvSpPr/>
      </dsp:nvSpPr>
      <dsp:spPr>
        <a:xfrm>
          <a:off x="-18463" y="19234"/>
          <a:ext cx="11242158" cy="138424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EDB0F-ED86-45BC-9AEC-72CDCA0A66A5}">
      <dsp:nvSpPr>
        <dsp:cNvPr id="0" name=""/>
        <dsp:cNvSpPr/>
      </dsp:nvSpPr>
      <dsp:spPr>
        <a:xfrm>
          <a:off x="400270" y="319159"/>
          <a:ext cx="761335" cy="7613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4CD9F-9354-4A83-B072-F35073158F5A}">
      <dsp:nvSpPr>
        <dsp:cNvPr id="0" name=""/>
        <dsp:cNvSpPr/>
      </dsp:nvSpPr>
      <dsp:spPr>
        <a:xfrm>
          <a:off x="1593833" y="0"/>
          <a:ext cx="9648324" cy="138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499" tIns="146499" rIns="146499" bIns="1464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7: Simplify language, and align assertions with those in ISAE 3410 and ISA 315 (Revised), include practical examples of each assertion; a few calls to move the content to Supplement A as it is conceptual material</a:t>
          </a:r>
          <a:endParaRPr lang="en-US" sz="1700" kern="1200" dirty="0"/>
        </a:p>
      </dsp:txBody>
      <dsp:txXfrm>
        <a:off x="1593833" y="0"/>
        <a:ext cx="9648324" cy="1384245"/>
      </dsp:txXfrm>
    </dsp:sp>
    <dsp:sp modelId="{E2790CCD-2559-4A31-89BF-8CCD11631FD5}">
      <dsp:nvSpPr>
        <dsp:cNvPr id="0" name=""/>
        <dsp:cNvSpPr/>
      </dsp:nvSpPr>
      <dsp:spPr>
        <a:xfrm>
          <a:off x="-18463" y="1738011"/>
          <a:ext cx="11242158" cy="138424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5BE8F-C625-4287-9026-D7BD6A9ADC36}">
      <dsp:nvSpPr>
        <dsp:cNvPr id="0" name=""/>
        <dsp:cNvSpPr/>
      </dsp:nvSpPr>
      <dsp:spPr>
        <a:xfrm>
          <a:off x="400270" y="2049466"/>
          <a:ext cx="761335" cy="761335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353B8-79B5-400F-A383-BDF783E337D3}">
      <dsp:nvSpPr>
        <dsp:cNvPr id="0" name=""/>
        <dsp:cNvSpPr/>
      </dsp:nvSpPr>
      <dsp:spPr>
        <a:xfrm>
          <a:off x="1499024" y="1693549"/>
          <a:ext cx="9611017" cy="138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499" tIns="146499" rIns="146499" bIns="1464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8: Enhance guidance on limited vs reasonable assurance, including execution stage procedures, such as analytical review and substantive testing; need for EER-specific focus, rather than generic material (paragraphs 277-286); suggestion to restructure paragraph 284, and to move the guidance on performance materiality to Chapter 9</a:t>
          </a:r>
          <a:endParaRPr lang="en-US" sz="1700" kern="1200" dirty="0"/>
        </a:p>
      </dsp:txBody>
      <dsp:txXfrm>
        <a:off x="1499024" y="1693549"/>
        <a:ext cx="9611017" cy="1384245"/>
      </dsp:txXfrm>
    </dsp:sp>
    <dsp:sp modelId="{630E2E67-0612-4992-8F0D-2EE0EEFF0247}">
      <dsp:nvSpPr>
        <dsp:cNvPr id="0" name=""/>
        <dsp:cNvSpPr/>
      </dsp:nvSpPr>
      <dsp:spPr>
        <a:xfrm>
          <a:off x="-18463" y="3468318"/>
          <a:ext cx="11242158" cy="138424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B820D-5E53-44E6-9F07-C2BBFAAD4DEB}">
      <dsp:nvSpPr>
        <dsp:cNvPr id="0" name=""/>
        <dsp:cNvSpPr/>
      </dsp:nvSpPr>
      <dsp:spPr>
        <a:xfrm>
          <a:off x="400270" y="3779773"/>
          <a:ext cx="761335" cy="7613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02B7B-9B96-4ADB-B036-BE3933B4428A}">
      <dsp:nvSpPr>
        <dsp:cNvPr id="0" name=""/>
        <dsp:cNvSpPr/>
      </dsp:nvSpPr>
      <dsp:spPr>
        <a:xfrm>
          <a:off x="1540284" y="3462684"/>
          <a:ext cx="9720337" cy="13842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499" tIns="146499" rIns="146499" bIns="14649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Chapter 9: Greater focus needed on understanding who the intended users are; more examples including on identification of misstatements;  guidance on presentation and disclosure misstatements; Diagram 10 enhancements</a:t>
          </a:r>
          <a:endParaRPr lang="en-US" sz="1700" kern="1200" dirty="0"/>
        </a:p>
      </dsp:txBody>
      <dsp:txXfrm>
        <a:off x="1540284" y="3462684"/>
        <a:ext cx="9720337" cy="13842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44026B-C38C-46F4-B6EA-FC6B31A9C6D1}">
      <dsp:nvSpPr>
        <dsp:cNvPr id="0" name=""/>
        <dsp:cNvSpPr/>
      </dsp:nvSpPr>
      <dsp:spPr>
        <a:xfrm>
          <a:off x="0" y="53586"/>
          <a:ext cx="11242158" cy="132001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EDB0F-ED86-45BC-9AEC-72CDCA0A66A5}">
      <dsp:nvSpPr>
        <dsp:cNvPr id="0" name=""/>
        <dsp:cNvSpPr/>
      </dsp:nvSpPr>
      <dsp:spPr>
        <a:xfrm>
          <a:off x="398756" y="304350"/>
          <a:ext cx="726009" cy="726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4CD9F-9354-4A83-B072-F35073158F5A}">
      <dsp:nvSpPr>
        <dsp:cNvPr id="0" name=""/>
        <dsp:cNvSpPr/>
      </dsp:nvSpPr>
      <dsp:spPr>
        <a:xfrm>
          <a:off x="1519990" y="0"/>
          <a:ext cx="9722716" cy="1320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2" tIns="139702" rIns="139702" bIns="13970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Chapter 10: Addressee guidance is confusing; include guidance on emphases of matter; identification of what is subject to assurance vs ‘other information’; a few comments on structure and length of chapter</a:t>
          </a:r>
          <a:endParaRPr lang="en-US" sz="2200" kern="1200" dirty="0"/>
        </a:p>
      </dsp:txBody>
      <dsp:txXfrm>
        <a:off x="1519990" y="0"/>
        <a:ext cx="9722716" cy="1320017"/>
      </dsp:txXfrm>
    </dsp:sp>
    <dsp:sp modelId="{E2790CCD-2559-4A31-89BF-8CCD11631FD5}">
      <dsp:nvSpPr>
        <dsp:cNvPr id="0" name=""/>
        <dsp:cNvSpPr/>
      </dsp:nvSpPr>
      <dsp:spPr>
        <a:xfrm>
          <a:off x="-548" y="1657367"/>
          <a:ext cx="11242158" cy="132001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5BE8F-C625-4287-9026-D7BD6A9ADC36}">
      <dsp:nvSpPr>
        <dsp:cNvPr id="0" name=""/>
        <dsp:cNvSpPr/>
      </dsp:nvSpPr>
      <dsp:spPr>
        <a:xfrm>
          <a:off x="398756" y="1954371"/>
          <a:ext cx="726009" cy="726009"/>
        </a:xfrm>
        <a:prstGeom prst="rect">
          <a:avLst/>
        </a:prstGeom>
        <a:blipFill>
          <a:blip xmlns:r="http://schemas.openxmlformats.org/officeDocument/2006/relationships"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5353B8-79B5-400F-A383-BDF783E337D3}">
      <dsp:nvSpPr>
        <dsp:cNvPr id="0" name=""/>
        <dsp:cNvSpPr/>
      </dsp:nvSpPr>
      <dsp:spPr>
        <a:xfrm>
          <a:off x="1527601" y="1427262"/>
          <a:ext cx="9714556" cy="1320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2" tIns="139702" rIns="139702" bIns="13970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Chapter 11: Qualitative information should not be seen as ‘problematic’; more practical examples called for; distinguishing ‘other information’</a:t>
          </a:r>
          <a:endParaRPr lang="en-US" sz="2200" kern="1200" dirty="0"/>
        </a:p>
      </dsp:txBody>
      <dsp:txXfrm>
        <a:off x="1527601" y="1427262"/>
        <a:ext cx="9714556" cy="1320017"/>
      </dsp:txXfrm>
    </dsp:sp>
    <dsp:sp modelId="{630E2E67-0612-4992-8F0D-2EE0EEFF0247}">
      <dsp:nvSpPr>
        <dsp:cNvPr id="0" name=""/>
        <dsp:cNvSpPr/>
      </dsp:nvSpPr>
      <dsp:spPr>
        <a:xfrm>
          <a:off x="-548" y="3307389"/>
          <a:ext cx="11242158" cy="132001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B820D-5E53-44E6-9F07-C2BBFAAD4DEB}">
      <dsp:nvSpPr>
        <dsp:cNvPr id="0" name=""/>
        <dsp:cNvSpPr/>
      </dsp:nvSpPr>
      <dsp:spPr>
        <a:xfrm>
          <a:off x="398756" y="3604393"/>
          <a:ext cx="726009" cy="726009"/>
        </a:xfrm>
        <a:prstGeom prst="rect">
          <a:avLst/>
        </a:prstGeom>
        <a:blipFill>
          <a:blip xmlns:r="http://schemas.openxmlformats.org/officeDocument/2006/relationships"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02B7B-9B96-4ADB-B036-BE3933B4428A}">
      <dsp:nvSpPr>
        <dsp:cNvPr id="0" name=""/>
        <dsp:cNvSpPr/>
      </dsp:nvSpPr>
      <dsp:spPr>
        <a:xfrm>
          <a:off x="1527601" y="3199227"/>
          <a:ext cx="9714556" cy="1320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2" tIns="139702" rIns="139702" bIns="13970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Chapter 12: EER-specific guidance and examples needed; clarify guidance on external sources of evidence</a:t>
          </a:r>
          <a:endParaRPr lang="en-US" sz="2200" kern="1200" dirty="0"/>
        </a:p>
      </dsp:txBody>
      <dsp:txXfrm>
        <a:off x="1527601" y="3199227"/>
        <a:ext cx="9714556" cy="13200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2CE1A-B037-4479-976B-9CF538C18F87}" type="datetimeFigureOut">
              <a:rPr lang="en-US" smtClean="0"/>
              <a:t>9/14/2020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F61214-B916-4CCA-9541-0FEB1C2289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82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767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04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61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60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860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22275" y="4791346"/>
            <a:ext cx="5438775" cy="39084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44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1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326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893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54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58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90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683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01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869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2146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406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F61214-B916-4CCA-9541-0FEB1C2289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139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://www.iaasb.org/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hyperlink" Target="mailto:permissions@ifac.org" TargetMode="External"/><Relationship Id="rId5" Type="http://schemas.openxmlformats.org/officeDocument/2006/relationships/image" Target="../media/image8.png"/><Relationship Id="rId10" Type="http://schemas.openxmlformats.org/officeDocument/2006/relationships/hyperlink" Target="http://www.ifac.org/about-ifac/translations-permissions" TargetMode="External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7403" y="5699752"/>
            <a:ext cx="2881505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Page topper.jp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319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93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699752"/>
            <a:ext cx="3702304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" y="1"/>
            <a:ext cx="1220893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2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or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"/>
            <a:ext cx="12192000" cy="5757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914399" y="3424965"/>
            <a:ext cx="10524511" cy="145836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914401" y="4961468"/>
            <a:ext cx="6310489" cy="1225964"/>
          </a:xfrm>
        </p:spPr>
        <p:txBody>
          <a:bodyPr anchor="b"/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 descr="IAASB Logo with FullName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6605" y="5699752"/>
            <a:ext cx="3702304" cy="487680"/>
          </a:xfrm>
          <a:prstGeom prst="rect">
            <a:avLst/>
          </a:prstGeom>
        </p:spPr>
      </p:pic>
      <p:pic>
        <p:nvPicPr>
          <p:cNvPr id="9" name="Picture 8" descr="Ribbon_orange_top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1536"/>
            <a:ext cx="121920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621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808080"/>
                </a:solidFill>
              </a:defRPr>
            </a:lvl1pPr>
            <a:lvl2pPr>
              <a:defRPr>
                <a:solidFill>
                  <a:srgbClr val="808080"/>
                </a:solidFill>
              </a:defRPr>
            </a:lvl2pPr>
            <a:lvl3pPr>
              <a:defRPr>
                <a:solidFill>
                  <a:srgbClr val="808080"/>
                </a:solidFill>
              </a:defRPr>
            </a:lvl3pPr>
            <a:lvl4pPr marL="857250" indent="-22860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67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610881"/>
            <a:ext cx="12192000" cy="525221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0" y="5732585"/>
            <a:ext cx="12192000" cy="0"/>
          </a:xfrm>
          <a:prstGeom prst="line">
            <a:avLst/>
          </a:prstGeom>
          <a:ln w="9525">
            <a:solidFill>
              <a:schemeClr val="accent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5732584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206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808016" y="6497447"/>
            <a:ext cx="2774384" cy="335774"/>
          </a:xfrm>
        </p:spPr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2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50689"/>
            <a:ext cx="5386917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03648"/>
            <a:ext cx="5386917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350689"/>
            <a:ext cx="5389033" cy="4806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03648"/>
            <a:ext cx="5389033" cy="3951288"/>
          </a:xfrm>
        </p:spPr>
        <p:txBody>
          <a:bodyPr/>
          <a:lstStyle>
            <a:lvl1pPr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8556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84263" indent="-228600"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89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8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597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39174" y="2240324"/>
            <a:ext cx="5998518" cy="918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 userDrawn="1"/>
        </p:nvSpPr>
        <p:spPr>
          <a:xfrm>
            <a:off x="5095863" y="5009183"/>
            <a:ext cx="16851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57200"/>
            <a:r>
              <a:rPr lang="en-US" sz="1800" dirty="0">
                <a:solidFill>
                  <a:srgbClr val="1F497D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www.iaasb.org</a:t>
            </a:r>
            <a:endParaRPr lang="en-US" sz="2000" dirty="0">
              <a:solidFill>
                <a:prstClr val="black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5"/>
          <p:cNvSpPr>
            <a:spLocks noChangeArrowheads="1"/>
          </p:cNvSpPr>
          <p:nvPr userDrawn="1"/>
        </p:nvSpPr>
        <p:spPr bwMode="auto">
          <a:xfrm flipH="1">
            <a:off x="508000" y="6430428"/>
            <a:ext cx="11684000" cy="46038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33" y="5658033"/>
            <a:ext cx="1019144" cy="2555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697" y="5658033"/>
            <a:ext cx="771637" cy="2555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621" y="5658033"/>
            <a:ext cx="1019144" cy="25551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85" y="5619933"/>
            <a:ext cx="1019144" cy="3101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349" y="5658033"/>
            <a:ext cx="1019144" cy="25551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7508" y="5658033"/>
            <a:ext cx="1019144" cy="255514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931334" y="6144038"/>
            <a:ext cx="108373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For copyright, trademark, and permissions information, please go to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permissions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 or contact </a:t>
            </a:r>
            <a:r>
              <a:rPr lang="en-US" sz="1200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11"/>
              </a:rPr>
              <a:t>permissions@ifac.org</a:t>
            </a:r>
            <a:r>
              <a:rPr lang="en-US" sz="1200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n-US" sz="1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93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564078"/>
            <a:ext cx="10058400" cy="53340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DFB4106-AFAF-4C3F-96BE-EEC27417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/>
          <a:lstStyle>
            <a:lvl1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">
                <a:solidFill>
                  <a:srgbClr val="808080"/>
                </a:solidFill>
              </a:defRPr>
            </a:lvl1pPr>
          </a:lstStyle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96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569916"/>
            <a:ext cx="12192000" cy="5385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70000">
                <a:schemeClr val="accent1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69916"/>
            <a:ext cx="10972800" cy="5385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2515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6647" y="6511060"/>
            <a:ext cx="27432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21531" y="6511060"/>
            <a:ext cx="4114800" cy="30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defTabSz="457200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8016" y="6511060"/>
            <a:ext cx="2774384" cy="30441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900">
                <a:solidFill>
                  <a:srgbClr val="808080"/>
                </a:solidFill>
                <a:latin typeface="Arial Narrow"/>
                <a:cs typeface="Arial Narrow"/>
              </a:defRPr>
            </a:lvl1pPr>
          </a:lstStyle>
          <a:p>
            <a:pPr algn="r" defTabSz="457200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 defTabSz="457200"/>
              <a:t>‹#›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 userDrawn="1"/>
        </p:nvSpPr>
        <p:spPr bwMode="auto">
          <a:xfrm flipH="1">
            <a:off x="508000" y="6429637"/>
            <a:ext cx="11684000" cy="46038"/>
          </a:xfrm>
          <a:prstGeom prst="rect">
            <a:avLst/>
          </a:prstGeom>
          <a:gradFill rotWithShape="1">
            <a:gsLst>
              <a:gs pos="0">
                <a:srgbClr val="D53D20"/>
              </a:gs>
              <a:gs pos="999">
                <a:srgbClr val="D53D20"/>
              </a:gs>
              <a:gs pos="100000">
                <a:srgbClr val="E58D2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defTabSz="457200"/>
            <a:endParaRPr lang="en-US" sz="1800" dirty="0">
              <a:solidFill>
                <a:prstClr val="black"/>
              </a:solidFill>
            </a:endParaRPr>
          </a:p>
        </p:txBody>
      </p:sp>
      <p:pic>
        <p:nvPicPr>
          <p:cNvPr id="11" name="Picture 10" descr="IAASB Logo with FullName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1916" y="178653"/>
            <a:ext cx="1746545" cy="31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37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038" indent="-173038" algn="l" defTabSz="457200" rtl="0" eaLnBrk="1" latinLnBrk="0" hangingPunct="1">
        <a:spcBef>
          <a:spcPts val="120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-228600" algn="l" defTabSz="457200" rtl="0" eaLnBrk="1" latinLnBrk="0" hangingPunct="1">
        <a:spcBef>
          <a:spcPts val="600"/>
        </a:spcBef>
        <a:spcAft>
          <a:spcPts val="400"/>
        </a:spcAft>
        <a:buFont typeface="Arial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30238" indent="-17145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Arial Narrow"/>
          <a:ea typeface="+mn-ea"/>
          <a:cs typeface="Arial Narrow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1" y="3424964"/>
            <a:ext cx="10524509" cy="1870049"/>
          </a:xfrm>
        </p:spPr>
        <p:txBody>
          <a:bodyPr>
            <a:normAutofit/>
          </a:bodyPr>
          <a:lstStyle/>
          <a:p>
            <a:r>
              <a:rPr lang="en-GB" b="1" dirty="0"/>
              <a:t>EER Assurance Engagements</a:t>
            </a:r>
            <a:br>
              <a:rPr lang="en-GB" b="1" dirty="0"/>
            </a:br>
            <a:r>
              <a:rPr lang="en-GB" sz="2800" b="1" dirty="0"/>
              <a:t>Applying ISAE 3000 (Revised) – Non-authoritative Guidance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798CF-04D5-4809-86A7-C2BE240E0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4682031"/>
            <a:ext cx="6310489" cy="1225964"/>
          </a:xfrm>
        </p:spPr>
        <p:txBody>
          <a:bodyPr/>
          <a:lstStyle/>
          <a:p>
            <a:pPr>
              <a:lnSpc>
                <a:spcPct val="114000"/>
              </a:lnSpc>
            </a:pPr>
            <a:r>
              <a:rPr lang="en-GB" dirty="0"/>
              <a:t>Lyn Provost, EER Task Force Chair and IAASB Member</a:t>
            </a:r>
            <a:br>
              <a:rPr lang="en-GB" dirty="0"/>
            </a:br>
            <a:r>
              <a:rPr lang="en-GB" dirty="0"/>
              <a:t>IAASB Meeting – Virtual Conference</a:t>
            </a:r>
            <a:br>
              <a:rPr lang="en-GB" dirty="0"/>
            </a:br>
            <a:r>
              <a:rPr lang="en-GB" dirty="0"/>
              <a:t>Agenda Item 5</a:t>
            </a:r>
            <a:br>
              <a:rPr lang="en-GB" dirty="0"/>
            </a:br>
            <a:r>
              <a:rPr lang="en-GB" dirty="0"/>
              <a:t>September 17, 2020</a:t>
            </a:r>
          </a:p>
        </p:txBody>
      </p:sp>
    </p:spTree>
    <p:extLst>
      <p:ext uri="{BB962C8B-B14F-4D97-AF65-F5344CB8AC3E}">
        <p14:creationId xmlns:p14="http://schemas.microsoft.com/office/powerpoint/2010/main" val="1534033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10086-32C4-443B-8BFC-73E144128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We’ll Cover Today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735BCD-2A73-4A89-9D7C-8BE0FBD10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12917"/>
            <a:ext cx="10972800" cy="5150350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/>
              <a:t> Section I 			Consultation Paper and Respondents</a:t>
            </a:r>
          </a:p>
          <a:p>
            <a:pPr marL="0" indent="0">
              <a:buNone/>
            </a:pPr>
            <a:r>
              <a:rPr lang="en-GB" sz="1800" dirty="0"/>
              <a:t> Section II			Supportive Comments and Overarching Themes on Content</a:t>
            </a:r>
          </a:p>
          <a:p>
            <a:pPr marL="0" indent="0">
              <a:buNone/>
            </a:pPr>
            <a:r>
              <a:rPr lang="en-GB" sz="1800" dirty="0"/>
              <a:t> Section III			Overarching Themes on Format</a:t>
            </a:r>
          </a:p>
          <a:p>
            <a:pPr marL="0" indent="0">
              <a:buNone/>
            </a:pPr>
            <a:r>
              <a:rPr lang="en-GB" sz="1800" dirty="0"/>
              <a:t> Section IV			Respondent Comments on Supplements A and B</a:t>
            </a:r>
          </a:p>
          <a:p>
            <a:pPr marL="0" indent="0">
              <a:buNone/>
            </a:pPr>
            <a:r>
              <a:rPr lang="en-GB" sz="1800" dirty="0"/>
              <a:t> Section V			Responses on a Chapter-by-Chapter Basis, including the Introduction to the 								Guidance</a:t>
            </a:r>
            <a:r>
              <a:rPr lang="en-GB" sz="1600" dirty="0"/>
              <a:t>						</a:t>
            </a:r>
          </a:p>
          <a:p>
            <a:pPr marL="0" indent="0">
              <a:buNone/>
            </a:pPr>
            <a:r>
              <a:rPr lang="en-GB" sz="1600" dirty="0"/>
              <a:t>						- Introduction and Chapters 1-6</a:t>
            </a:r>
          </a:p>
          <a:p>
            <a:pPr marL="284162" lvl="1" indent="0">
              <a:buNone/>
            </a:pPr>
            <a:r>
              <a:rPr lang="en-GB" sz="1600" dirty="0"/>
              <a:t>						- Chapters 7-12</a:t>
            </a:r>
          </a:p>
          <a:p>
            <a:pPr marL="0" indent="0">
              <a:buNone/>
            </a:pPr>
            <a:r>
              <a:rPr lang="en-GB" sz="1800" dirty="0"/>
              <a:t>Next Steps </a:t>
            </a:r>
          </a:p>
          <a:p>
            <a:pPr marL="0" indent="0">
              <a:buNone/>
            </a:pPr>
            <a:r>
              <a:rPr lang="en-GB" sz="1800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D92EA-4812-41EA-971D-0272CA0F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330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I: Consultation Paper and Respondents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052" y="1178141"/>
            <a:ext cx="5486400" cy="5272669"/>
          </a:xfrm>
        </p:spPr>
        <p:txBody>
          <a:bodyPr/>
          <a:lstStyle/>
          <a:p>
            <a:endParaRPr lang="en-GB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Consultation Paper comprised: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An Explanatory Memorandum, and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Proposed non-authoritative guidance: </a:t>
            </a:r>
            <a:r>
              <a:rPr lang="en-GB" sz="1600" i="1" dirty="0">
                <a:solidFill>
                  <a:schemeClr val="bg1">
                    <a:lumMod val="50000"/>
                  </a:schemeClr>
                </a:solidFill>
              </a:rPr>
              <a:t>Extended External Reporting (EER) Assurance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Comments also invited on: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Supplement A </a:t>
            </a:r>
            <a:r>
              <a:rPr lang="en-GB" sz="1600" i="1" dirty="0">
                <a:solidFill>
                  <a:schemeClr val="bg1">
                    <a:lumMod val="50000"/>
                  </a:schemeClr>
                </a:solidFill>
              </a:rPr>
              <a:t>Credibility and Trust Model and Background and Contextual Information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Supplement B - </a:t>
            </a:r>
            <a:r>
              <a:rPr lang="en-GB" sz="1600" i="1" dirty="0">
                <a:solidFill>
                  <a:schemeClr val="bg1">
                    <a:lumMod val="50000"/>
                  </a:schemeClr>
                </a:solidFill>
              </a:rPr>
              <a:t>Illustrative Examples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43 responses received from a broad range of respondents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758E9182-E3C4-4B85-832B-AA0DDA6C1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306" y="1874981"/>
            <a:ext cx="7082223" cy="341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74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564078"/>
            <a:ext cx="11178233" cy="533400"/>
          </a:xfrm>
        </p:spPr>
        <p:txBody>
          <a:bodyPr/>
          <a:lstStyle/>
          <a:p>
            <a:r>
              <a:rPr lang="en-GB" dirty="0"/>
              <a:t>Section II: Consultation Paper Responses – Support for EER Guidance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FA5E-07F1-4D7C-A7CB-2B259274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Generally positive support for the EER draft Guidance, with recognition of: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IAASB responsiveness to comments received on the Phase 1 consultation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EER as a rapidly evolving area of reporting, regulation and assurance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Historical financial information being insufficient, alone, to provide a holistic view of entities’ performance and prospects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The EER project as ‘critically important to the credibility of the global corporate reporting system’</a:t>
            </a:r>
          </a:p>
          <a:p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Consequent need for assurance guidance to: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Evolve at a similar pace </a:t>
            </a:r>
          </a:p>
          <a:p>
            <a:pPr lvl="1"/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Address areas that have already evolved since inception of the EER project, and where challenges have arisen</a:t>
            </a:r>
          </a:p>
          <a:p>
            <a:pPr marL="0" indent="0">
              <a:buNone/>
            </a:pP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4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FF984E5-4FBE-4275-8543-C120C2F7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16"/>
            <a:ext cx="11398624" cy="538500"/>
          </a:xfrm>
        </p:spPr>
        <p:txBody>
          <a:bodyPr/>
          <a:lstStyle/>
          <a:p>
            <a:r>
              <a:rPr lang="en-GB" sz="2000" dirty="0"/>
              <a:t>Section II: Overarching Themes on Content of the Guidance  and Task Force Initial Views</a:t>
            </a:r>
            <a:endParaRPr lang="en-US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785807-0AF3-44BC-B19C-D19415726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220363"/>
            <a:ext cx="5386917" cy="480663"/>
          </a:xfrm>
        </p:spPr>
        <p:txBody>
          <a:bodyPr anchor="b">
            <a:normAutofit/>
          </a:bodyPr>
          <a:lstStyle/>
          <a:p>
            <a:r>
              <a:rPr lang="en-US" dirty="0"/>
              <a:t>Themes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4359F-E19D-4547-A591-6773F0E35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1902620"/>
            <a:ext cx="5386917" cy="5161753"/>
          </a:xfrm>
        </p:spPr>
        <p:txBody>
          <a:bodyPr>
            <a:normAutofit/>
          </a:bodyPr>
          <a:lstStyle/>
          <a:p>
            <a:r>
              <a:rPr lang="en-GB" sz="1600" dirty="0"/>
              <a:t>Limited and reasonable assurance -  illustration of practical application needed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Use of examples to:</a:t>
            </a:r>
          </a:p>
          <a:p>
            <a:pPr lvl="1">
              <a:lnSpc>
                <a:spcPct val="90000"/>
              </a:lnSpc>
            </a:pPr>
            <a:r>
              <a:rPr lang="en-GB" sz="1400" dirty="0"/>
              <a:t>replace theoretical discussion</a:t>
            </a:r>
          </a:p>
          <a:p>
            <a:pPr lvl="1">
              <a:lnSpc>
                <a:spcPct val="90000"/>
              </a:lnSpc>
            </a:pPr>
            <a:r>
              <a:rPr lang="en-GB" sz="1400" dirty="0"/>
              <a:t>illustrate different frameworks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Qualitative information</a:t>
            </a:r>
          </a:p>
          <a:p>
            <a:pPr lvl="1">
              <a:lnSpc>
                <a:spcPct val="90000"/>
              </a:lnSpc>
            </a:pPr>
            <a:r>
              <a:rPr lang="en-GB" sz="1400" dirty="0"/>
              <a:t>Guidance on ‘evaluation’ as well as ‘measurement’ techniques</a:t>
            </a:r>
          </a:p>
          <a:p>
            <a:pPr lvl="1">
              <a:lnSpc>
                <a:spcPct val="90000"/>
              </a:lnSpc>
            </a:pPr>
            <a:r>
              <a:rPr lang="en-GB" sz="1400" dirty="0"/>
              <a:t>Further practical examples needed for obtaining evidence, and evaluating qualitative misstatements</a:t>
            </a:r>
          </a:p>
          <a:p>
            <a:pPr lvl="1">
              <a:lnSpc>
                <a:spcPct val="90000"/>
              </a:lnSpc>
            </a:pPr>
            <a:r>
              <a:rPr lang="en-GB" sz="1400" dirty="0"/>
              <a:t>Guidance to be spread throughout the chapters</a:t>
            </a:r>
          </a:p>
          <a:p>
            <a:r>
              <a:rPr lang="en-GB" sz="1600" dirty="0"/>
              <a:t>Professional skepticism and professional judgment to focus on EER-specific considerations, rather than general conceptual discussion</a:t>
            </a:r>
          </a:p>
          <a:p>
            <a:pPr>
              <a:lnSpc>
                <a:spcPct val="90000"/>
              </a:lnSpc>
            </a:pPr>
            <a:r>
              <a:rPr lang="en-GB" sz="1600" dirty="0"/>
              <a:t>Multi-location engagement guidance needed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72F5C-EEB3-4A63-BA1C-3965EF5DF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220364"/>
            <a:ext cx="5389033" cy="480663"/>
          </a:xfrm>
        </p:spPr>
        <p:txBody>
          <a:bodyPr anchor="b">
            <a:normAutofit/>
          </a:bodyPr>
          <a:lstStyle/>
          <a:p>
            <a:r>
              <a:rPr lang="en-US" dirty="0"/>
              <a:t>Initial views of Task Force</a:t>
            </a: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557A7DE-DF7F-42F4-B5A8-386C5C609D9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266789252"/>
              </p:ext>
            </p:extLst>
          </p:nvPr>
        </p:nvGraphicFramePr>
        <p:xfrm>
          <a:off x="6308912" y="1746739"/>
          <a:ext cx="5588324" cy="4541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4312A9-7C00-4711-AF15-77C22EC359F8}"/>
              </a:ext>
            </a:extLst>
          </p:cNvPr>
          <p:cNvSpPr/>
          <p:nvPr/>
        </p:nvSpPr>
        <p:spPr>
          <a:xfrm>
            <a:off x="7163047" y="5652689"/>
            <a:ext cx="4596562" cy="538626"/>
          </a:xfrm>
          <a:prstGeom prst="roundRect">
            <a:avLst>
              <a:gd name="adj" fmla="val 10000"/>
            </a:avLst>
          </a:prstGeom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defTabSz="533400">
              <a:spcBef>
                <a:spcPct val="0"/>
              </a:spcBef>
              <a:spcAft>
                <a:spcPct val="35000"/>
              </a:spcAft>
            </a:pPr>
            <a:r>
              <a:rPr lang="en-US" sz="1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/>
              </a:rPr>
              <a:t>Add multi-location considerations to limited and reasonable assurance table, and to one of the practical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22C95E-FB87-48D3-96A5-D3D22F96DACE}"/>
              </a:ext>
            </a:extLst>
          </p:cNvPr>
          <p:cNvSpPr txBox="1"/>
          <p:nvPr/>
        </p:nvSpPr>
        <p:spPr>
          <a:xfrm>
            <a:off x="7244862" y="4726809"/>
            <a:ext cx="44313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Calibri"/>
              </a:rPr>
              <a:t>Streamline Chapter 2, focusing on EER specifics and practical example(s)</a:t>
            </a:r>
          </a:p>
        </p:txBody>
      </p:sp>
    </p:spTree>
    <p:extLst>
      <p:ext uri="{BB962C8B-B14F-4D97-AF65-F5344CB8AC3E}">
        <p14:creationId xmlns:p14="http://schemas.microsoft.com/office/powerpoint/2010/main" val="3653642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Matters for IAASB Consideration – Section II: Overarching Themes 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808080"/>
                </a:solidFill>
              </a:rPr>
              <a:t>Has the </a:t>
            </a:r>
            <a:r>
              <a:rPr lang="en-GB" dirty="0">
                <a:solidFill>
                  <a:srgbClr val="808080"/>
                </a:solidFill>
              </a:rPr>
              <a:t>Task Force appropriately identified the overall content themes or key issues from the responses to the Consultation Paper? </a:t>
            </a:r>
            <a:endParaRPr lang="en-US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What are the Board’s views on the Task Force’s initial views on the five content themes?</a:t>
            </a:r>
            <a:endParaRPr lang="en-US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Specifically does the Board support the Task Force’s proposal to include a table in an appendix to the Guidance document to illustrate differences between a limited and reasonable assurance engagement and do Board members have any high-level feedback on that document? </a:t>
            </a:r>
            <a:endParaRPr lang="en-US" dirty="0">
              <a:solidFill>
                <a:srgbClr val="808080"/>
              </a:solidFill>
            </a:endParaRP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CCA1385-C50E-4F1B-A60C-0CCDF3F27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5158037-59F0-9C4B-B231-1C776117AAD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317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FF984E5-4FBE-4275-8543-C120C2F7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16"/>
            <a:ext cx="10972800" cy="538500"/>
          </a:xfrm>
        </p:spPr>
        <p:txBody>
          <a:bodyPr/>
          <a:lstStyle/>
          <a:p>
            <a:r>
              <a:rPr lang="en-GB" sz="2000" dirty="0"/>
              <a:t>Section III: Overarching Themes on Guidance Format and Task Force Initial Views</a:t>
            </a:r>
            <a:endParaRPr lang="en-US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785807-0AF3-44BC-B19C-D19415726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50689"/>
            <a:ext cx="5386917" cy="480663"/>
          </a:xfrm>
        </p:spPr>
        <p:txBody>
          <a:bodyPr anchor="b">
            <a:normAutofit/>
          </a:bodyPr>
          <a:lstStyle/>
          <a:p>
            <a:r>
              <a:rPr lang="en-US" dirty="0"/>
              <a:t>Themes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4359F-E19D-4547-A591-6773F0E35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1888292"/>
            <a:ext cx="5386917" cy="439979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GB" sz="2900" dirty="0"/>
              <a:t>Strong support for restructured, re-ordered Guidance 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Need for well-structured, easily accessible digital format to: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overcome perceived barrier from length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facilitate its usefulness and successful adoption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Scope for further focus on: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simplifying language to ‘plain English’ </a:t>
            </a:r>
          </a:p>
          <a:p>
            <a:pPr lvl="1">
              <a:lnSpc>
                <a:spcPct val="120000"/>
              </a:lnSpc>
            </a:pPr>
            <a:r>
              <a:rPr lang="en-US" sz="2600" dirty="0"/>
              <a:t>avoiding general educational or conceptual material, and repetition of the Standard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Order of certain chapters: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Chapter 6 to after Chapter 3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Chapter 10 to the end</a:t>
            </a:r>
          </a:p>
          <a:p>
            <a:pPr>
              <a:lnSpc>
                <a:spcPct val="110000"/>
              </a:lnSpc>
            </a:pPr>
            <a:r>
              <a:rPr lang="en-US" sz="2900" dirty="0"/>
              <a:t>Diagrams generally supported, but Diagram 5 too complex</a:t>
            </a:r>
          </a:p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72F5C-EEB3-4A63-BA1C-3965EF5DF2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350689"/>
            <a:ext cx="5486401" cy="480663"/>
          </a:xfrm>
        </p:spPr>
        <p:txBody>
          <a:bodyPr anchor="b">
            <a:normAutofit/>
          </a:bodyPr>
          <a:lstStyle/>
          <a:p>
            <a:r>
              <a:rPr lang="en-US" dirty="0"/>
              <a:t>Initial views of Task Force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8A2F6-A5DC-4598-B4D9-DE42B152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8016" y="6511060"/>
            <a:ext cx="2774384" cy="30441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 algn="r">
                <a:spcAft>
                  <a:spcPts val="600"/>
                </a:spcAft>
              </a:pPr>
              <a:t>7</a:t>
            </a:fld>
            <a:endParaRPr lang="en-US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7557A7DE-DF7F-42F4-B5A8-386C5C609D9F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541364970"/>
              </p:ext>
            </p:extLst>
          </p:nvPr>
        </p:nvGraphicFramePr>
        <p:xfrm>
          <a:off x="6193368" y="2003648"/>
          <a:ext cx="5389033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451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7E494-4FCF-4212-BBFC-22AD53FE2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 5 (in Chapter 3)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1FC98-7E95-49D1-ACB7-489D73BA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 algn="r"/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7AAA4D-8A2B-430A-97F8-25A53CB28E0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85387" y="1254851"/>
            <a:ext cx="5403215" cy="488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2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Matters for IAASB Consideration – Section III: Overarching Themes on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dirty="0">
                <a:solidFill>
                  <a:srgbClr val="808080"/>
                </a:solidFill>
              </a:rPr>
              <a:t>Has the </a:t>
            </a:r>
            <a:r>
              <a:rPr lang="en-GB" dirty="0">
                <a:solidFill>
                  <a:srgbClr val="808080"/>
                </a:solidFill>
              </a:rPr>
              <a:t>Task Force appropriately identified the format themes from the responses to the Consultation Paper? </a:t>
            </a:r>
            <a:endParaRPr lang="en-US" dirty="0">
              <a:solidFill>
                <a:srgbClr val="80808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What are the Board’s views on the Task Force’s initial views on the format themes?</a:t>
            </a:r>
            <a:endParaRPr lang="en-US" dirty="0">
              <a:solidFill>
                <a:srgbClr val="80808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What is the Board’s preference on Diagram 5 – should it be reworked into a simpler diagram, described in words, deleted or retained as is?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CCA1385-C50E-4F1B-A60C-0CCDF3F27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5158037-59F0-9C4B-B231-1C776117AAD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38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CB99-6C3C-441D-81CF-B1DACDC21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9916"/>
            <a:ext cx="10972800" cy="5385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900" dirty="0"/>
              <a:t>Section IV: Respondent Comments on Supplements A and B and Task Initial View</a:t>
            </a:r>
            <a:endParaRPr lang="en-US" sz="1900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AD59E14-C01C-49FA-9DF3-4D8FA6DB7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50689"/>
            <a:ext cx="5386917" cy="480663"/>
          </a:xfrm>
        </p:spPr>
        <p:txBody>
          <a:bodyPr/>
          <a:lstStyle/>
          <a:p>
            <a:r>
              <a:rPr lang="en-US" dirty="0"/>
              <a:t>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5B7BF-C15F-4B1A-BD67-BA7DE031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2027316"/>
            <a:ext cx="5386917" cy="435170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Mixed views on Supplement A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Eight supportive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Nine expressed some reservation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Two of the view that it should not be published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Twenty-four did not comment</a:t>
            </a:r>
          </a:p>
          <a:p>
            <a:r>
              <a:rPr lang="en-US" sz="1800" dirty="0"/>
              <a:t>Part I more clearly supported than Part II</a:t>
            </a:r>
          </a:p>
          <a:p>
            <a:r>
              <a:rPr lang="en-US" sz="1800" dirty="0"/>
              <a:t>Supplement B examples strongly supported, with: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a call for further examples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some detailed suggestions to enhance individual examples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For both Supplements, a question raised about linking from the Guidance to the supplements, as the former has greater authority </a:t>
            </a:r>
          </a:p>
          <a:p>
            <a:pPr lvl="1">
              <a:lnSpc>
                <a:spcPct val="90000"/>
              </a:lnSpc>
            </a:pPr>
            <a:endParaRPr lang="en-US" sz="1700" dirty="0"/>
          </a:p>
          <a:p>
            <a:pPr lvl="1">
              <a:lnSpc>
                <a:spcPct val="90000"/>
              </a:lnSpc>
            </a:pPr>
            <a:endParaRPr lang="en-US" sz="1700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360295D-142B-44D4-8A4B-21018BC81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3368" y="1350689"/>
            <a:ext cx="5389033" cy="480663"/>
          </a:xfrm>
        </p:spPr>
        <p:txBody>
          <a:bodyPr/>
          <a:lstStyle/>
          <a:p>
            <a:r>
              <a:rPr lang="en-US" dirty="0"/>
              <a:t>Initial view of Task Force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2BB3A4EE-A9DF-4A87-A085-3C7872C9C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3367" y="1936376"/>
            <a:ext cx="5389033" cy="4533589"/>
          </a:xfrm>
        </p:spPr>
        <p:txBody>
          <a:bodyPr/>
          <a:lstStyle/>
          <a:p>
            <a:r>
              <a:rPr lang="en-US" sz="1800" dirty="0"/>
              <a:t>Due to mixed views, and question about treatment of no responses, the Task Force is looking for the Board’s view on whether: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to retain or delete Supplement A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if retained, to retain Part I only, or both parts</a:t>
            </a:r>
          </a:p>
          <a:p>
            <a:r>
              <a:rPr lang="en-US" sz="1800" dirty="0"/>
              <a:t>If retained, the Task Force proposes making only editorial changes to Supplement A</a:t>
            </a:r>
          </a:p>
          <a:p>
            <a:r>
              <a:rPr lang="en-US" sz="1800" dirty="0"/>
              <a:t>Retain Supplement B: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adding two additional examples, and</a:t>
            </a:r>
          </a:p>
          <a:p>
            <a:pPr marL="571500" lvl="1" indent="-342900">
              <a:lnSpc>
                <a:spcPct val="90000"/>
              </a:lnSpc>
            </a:pPr>
            <a:r>
              <a:rPr lang="en-US" sz="1600" dirty="0"/>
              <a:t>enhancing the other examples</a:t>
            </a:r>
          </a:p>
          <a:p>
            <a:r>
              <a:rPr lang="en-US" sz="1800" dirty="0"/>
              <a:t>The Task Force is seeking Board views on linking from the Guidance to the Supplements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8D320-0578-4176-9686-6E3485959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8016" y="6511060"/>
            <a:ext cx="2774384" cy="304412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 algn="r">
                <a:spcAft>
                  <a:spcPts val="600"/>
                </a:spcAft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6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Matters for IAASB Consideration – Section IV: Supplements A and 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7478"/>
            <a:ext cx="10972800" cy="5196444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808080"/>
                </a:solidFill>
              </a:rPr>
              <a:t>Has the </a:t>
            </a:r>
            <a:r>
              <a:rPr lang="en-GB" dirty="0">
                <a:solidFill>
                  <a:srgbClr val="808080"/>
                </a:solidFill>
              </a:rPr>
              <a:t>Task Force appropriately identified the key issues from the responses to the Consultation Paper? </a:t>
            </a:r>
            <a:endParaRPr lang="en-US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What are the Board’s views on the Task Force’s initial views on the key issues?</a:t>
            </a:r>
            <a:endParaRPr lang="en-US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The Board is asked whether or not Supplement A should be retained and published? If retained, whether both Part I and Part II of Supplement A should be published, or only Part I?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solidFill>
                  <a:srgbClr val="808080"/>
                </a:solidFill>
              </a:rPr>
              <a:t>What are the Board’s views on whether there should be cross referencing between the Guidance document and Supplement B, or whether references should be included only from Supplement B to the Guidance document, but not vice versa on the grounds that the Guidance document has the greater authority?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CCA1385-C50E-4F1B-A60C-0CCDF3F27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5158037-59F0-9C4B-B231-1C776117AAD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60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564078"/>
            <a:ext cx="10058400" cy="533400"/>
          </a:xfrm>
        </p:spPr>
        <p:txBody>
          <a:bodyPr anchor="ctr">
            <a:normAutofit/>
          </a:bodyPr>
          <a:lstStyle/>
          <a:p>
            <a:r>
              <a:rPr lang="en-GB" dirty="0"/>
              <a:t>Section V: Responses on the Introduction and Chapters 1-3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378BA2C7-32A9-48AD-80E2-EEBB7349A56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3B1F18-DA43-48D4-B35D-D2A167981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9093847"/>
              </p:ext>
            </p:extLst>
          </p:nvPr>
        </p:nvGraphicFramePr>
        <p:xfrm>
          <a:off x="609600" y="1600201"/>
          <a:ext cx="10972800" cy="4251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6001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4" y="564078"/>
            <a:ext cx="9759576" cy="533400"/>
          </a:xfrm>
        </p:spPr>
        <p:txBody>
          <a:bodyPr anchor="ctr">
            <a:normAutofit/>
          </a:bodyPr>
          <a:lstStyle/>
          <a:p>
            <a:r>
              <a:rPr lang="en-GB" dirty="0"/>
              <a:t>Section V: Responses on Chapters 4-6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378BA2C7-32A9-48AD-80E2-EEBB7349A56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3B1F18-DA43-48D4-B35D-D2A167981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554986"/>
              </p:ext>
            </p:extLst>
          </p:nvPr>
        </p:nvGraphicFramePr>
        <p:xfrm>
          <a:off x="609600" y="1600201"/>
          <a:ext cx="10972800" cy="42515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946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200" dirty="0"/>
              <a:t>Matters for IAASB Consideration – Section V: Introduction and Chapters 1-6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41539"/>
            <a:ext cx="10972800" cy="3462799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808080"/>
                </a:solidFill>
              </a:rPr>
              <a:t>Has the </a:t>
            </a:r>
            <a:r>
              <a:rPr lang="en-GB" sz="2400" dirty="0">
                <a:solidFill>
                  <a:srgbClr val="808080"/>
                </a:solidFill>
              </a:rPr>
              <a:t>Task Force appropriately identified the themes or issues in the Introduction and Chapters 1-6 from the responses to the Consultation Paper? </a:t>
            </a:r>
            <a:endParaRPr lang="en-US" sz="2400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808080"/>
                </a:solidFill>
              </a:rPr>
              <a:t>What are the Board’s views on the Task Force’s initial views to the themes or issues?</a:t>
            </a:r>
            <a:endParaRPr lang="en-US" sz="2400" dirty="0">
              <a:solidFill>
                <a:srgbClr val="80808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808080"/>
                </a:solidFill>
              </a:rPr>
              <a:t>Has the Board identified any other matters that the Task Force should consider in responding to the comments received on the Consultation Paper?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CCA1385-C50E-4F1B-A60C-0CCDF3F27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5158037-59F0-9C4B-B231-1C776117AAD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33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24" y="564078"/>
            <a:ext cx="9988176" cy="533400"/>
          </a:xfrm>
        </p:spPr>
        <p:txBody>
          <a:bodyPr anchor="ctr">
            <a:normAutofit/>
          </a:bodyPr>
          <a:lstStyle/>
          <a:p>
            <a:r>
              <a:rPr lang="en-GB" dirty="0"/>
              <a:t>Section V: Responses on Chapters 7-9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378BA2C7-32A9-48AD-80E2-EEBB7349A56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3B1F18-DA43-48D4-B35D-D2A167981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2906293"/>
              </p:ext>
            </p:extLst>
          </p:nvPr>
        </p:nvGraphicFramePr>
        <p:xfrm>
          <a:off x="340242" y="1280557"/>
          <a:ext cx="11242158" cy="4860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2685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C656-468C-435D-83D9-20B9FADC7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224" y="564078"/>
            <a:ext cx="9988176" cy="533400"/>
          </a:xfrm>
        </p:spPr>
        <p:txBody>
          <a:bodyPr anchor="ctr">
            <a:normAutofit/>
          </a:bodyPr>
          <a:lstStyle/>
          <a:p>
            <a:r>
              <a:rPr lang="en-GB" dirty="0"/>
              <a:t>Section V – Responses on Chapters 10-12</a:t>
            </a:r>
          </a:p>
        </p:txBody>
      </p:sp>
      <p:sp>
        <p:nvSpPr>
          <p:cNvPr id="11" name="Subtitle 3">
            <a:extLst>
              <a:ext uri="{FF2B5EF4-FFF2-40B4-BE49-F238E27FC236}">
                <a16:creationId xmlns:a16="http://schemas.microsoft.com/office/drawing/2014/main" id="{378BA2C7-32A9-48AD-80E2-EEBB7349A568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8000" y="152400"/>
            <a:ext cx="3556000" cy="228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AB1E5-FAEE-4F42-A2FE-917AF191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136" y="6511060"/>
            <a:ext cx="3677264" cy="3044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Page </a:t>
            </a:r>
            <a:fld id="{95158037-59F0-9C4B-B231-1C776117AADA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73B1F18-DA43-48D4-B35D-D2A167981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2732476"/>
              </p:ext>
            </p:extLst>
          </p:nvPr>
        </p:nvGraphicFramePr>
        <p:xfrm>
          <a:off x="340242" y="1497106"/>
          <a:ext cx="11242158" cy="46347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551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FFA8-FCFA-4B8A-961F-9FD224449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Matters for IAASB Consideration – Section V: Chapters 7-12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B6197-170C-44B1-B084-E50CE712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41539"/>
            <a:ext cx="10972800" cy="3462799"/>
          </a:xfrm>
        </p:spPr>
        <p:txBody>
          <a:bodyPr/>
          <a:lstStyle/>
          <a:p>
            <a:pPr marL="0" lvl="0" indent="0">
              <a:buNone/>
            </a:pPr>
            <a:endParaRPr lang="en-US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>
                <a:solidFill>
                  <a:srgbClr val="808080"/>
                </a:solidFill>
              </a:rPr>
              <a:t>Has the </a:t>
            </a:r>
            <a:r>
              <a:rPr lang="en-GB" sz="2400" dirty="0">
                <a:solidFill>
                  <a:srgbClr val="808080"/>
                </a:solidFill>
              </a:rPr>
              <a:t>Task Force appropriately identified the themes or issues in Chapters 7-12 from the responses to the Consultation Paper? </a:t>
            </a:r>
            <a:endParaRPr lang="en-US" sz="2400" dirty="0">
              <a:solidFill>
                <a:srgbClr val="80808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sz="2400" dirty="0">
                <a:solidFill>
                  <a:srgbClr val="808080"/>
                </a:solidFill>
              </a:rPr>
              <a:t>What are the Board’s views on the Task Force’s initial views to the themes or issues?</a:t>
            </a:r>
            <a:endParaRPr lang="en-US" sz="2400" dirty="0">
              <a:solidFill>
                <a:srgbClr val="808080"/>
              </a:solidFill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en-GB" sz="2400" dirty="0">
                <a:solidFill>
                  <a:srgbClr val="808080"/>
                </a:solidFill>
              </a:rPr>
              <a:t>Has the Board identified any other matters that the Task Force should consider in responding to the comments received on the Consultation Paper?</a:t>
            </a:r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9" name="Subtitle 8">
            <a:extLst>
              <a:ext uri="{FF2B5EF4-FFF2-40B4-BE49-F238E27FC236}">
                <a16:creationId xmlns:a16="http://schemas.microsoft.com/office/drawing/2014/main" id="{7CCA1385-C50E-4F1B-A60C-0CCDF3F27CA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51220-EE18-4D7C-A060-F1527EEF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</a:t>
            </a:r>
            <a:fld id="{95158037-59F0-9C4B-B231-1C776117AAD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833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B3BA-F5E0-401D-8FA5-55B25704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22" y="569916"/>
            <a:ext cx="10961077" cy="538500"/>
          </a:xfrm>
        </p:spPr>
        <p:txBody>
          <a:bodyPr/>
          <a:lstStyle/>
          <a:p>
            <a:r>
              <a:rPr lang="en-GB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8DC83-829C-4113-9716-2046EB05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8523383" cy="4251569"/>
          </a:xfrm>
        </p:spPr>
        <p:txBody>
          <a:bodyPr/>
          <a:lstStyle/>
          <a:p>
            <a:r>
              <a:rPr lang="en-GB" sz="2400" dirty="0"/>
              <a:t>Updates to the EER Guidance and Supplement(s) to be presented to IAASB in December</a:t>
            </a:r>
          </a:p>
          <a:p>
            <a:r>
              <a:rPr lang="en-GB" sz="2400" dirty="0"/>
              <a:t>Explore, with IFAC and IAASB staff, format of publication with an aim to having a digital version in place at, or shortly after, publication in early 2021</a:t>
            </a:r>
          </a:p>
          <a:p>
            <a:r>
              <a:rPr lang="en-GB" sz="2400" dirty="0"/>
              <a:t>Seek approval of final EER Guidance and Supplement(s) in March 2021</a:t>
            </a:r>
          </a:p>
          <a:p>
            <a:endParaRPr lang="en-GB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96C77-A685-49DF-8DC6-391CB5895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MS PGothic" charset="0"/>
              </a:rPr>
              <a:t>Page </a:t>
            </a:r>
            <a:fld id="{95158037-59F0-9C4B-B231-1C776117AADA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18</a:t>
            </a:fld>
            <a:endParaRPr lang="en-US" dirty="0">
              <a:latin typeface="Arial" panose="020B0604020202020204" pitchFamily="34" charset="0"/>
              <a:cs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581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43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05BAA"/>
      </a:dk2>
      <a:lt2>
        <a:srgbClr val="00C0F3"/>
      </a:lt2>
      <a:accent1>
        <a:srgbClr val="F15A22"/>
      </a:accent1>
      <a:accent2>
        <a:srgbClr val="FAA61A"/>
      </a:accent2>
      <a:accent3>
        <a:srgbClr val="005BAA"/>
      </a:accent3>
      <a:accent4>
        <a:srgbClr val="00C0F3"/>
      </a:accent4>
      <a:accent5>
        <a:srgbClr val="0D9C4A"/>
      </a:accent5>
      <a:accent6>
        <a:srgbClr val="8DC63F"/>
      </a:accent6>
      <a:hlink>
        <a:srgbClr val="005B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IAASB_PowerPoint_template_2016_update" id="{84781494-0989-47EE-A3A7-2D255A13323B}" vid="{1A50CD82-07D8-4D3F-9AC1-AB2CFB482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5534F253E5CD469705343EDC065E1C" ma:contentTypeVersion="8" ma:contentTypeDescription="Create a new document." ma:contentTypeScope="" ma:versionID="9e44815aebb7a0568bea1cee5818ffa4">
  <xsd:schema xmlns:xsd="http://www.w3.org/2001/XMLSchema" xmlns:xs="http://www.w3.org/2001/XMLSchema" xmlns:p="http://schemas.microsoft.com/office/2006/metadata/properties" xmlns:ns3="0a6679bd-afbc-4e9d-9586-e8b9cae1c10d" targetNamespace="http://schemas.microsoft.com/office/2006/metadata/properties" ma:root="true" ma:fieldsID="7518f889024894246abbaf025907505f" ns3:_="">
    <xsd:import namespace="0a6679bd-afbc-4e9d-9586-e8b9cae1c1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679bd-afbc-4e9d-9586-e8b9cae1c1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E2C9CD-F4FF-418D-9C53-1ACFAB0047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679bd-afbc-4e9d-9586-e8b9cae1c1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0F2C7EF-39C2-4BAC-9703-9F781DA1CD85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0a6679bd-afbc-4e9d-9586-e8b9cae1c10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04A7ACF-7169-4563-B89C-470E013705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926</TotalTime>
  <Words>1908</Words>
  <Application>Microsoft Office PowerPoint</Application>
  <PresentationFormat>Widescreen</PresentationFormat>
  <Paragraphs>175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Narrow</vt:lpstr>
      <vt:lpstr>Calibri</vt:lpstr>
      <vt:lpstr>Office Theme</vt:lpstr>
      <vt:lpstr>EER Assurance Engagements Applying ISAE 3000 (Revised) – Non-authoritative Guidance</vt:lpstr>
      <vt:lpstr>What We’ll Cover Today</vt:lpstr>
      <vt:lpstr>Section I: Consultation Paper and Respondents</vt:lpstr>
      <vt:lpstr>Section II: Consultation Paper Responses – Support for EER Guidance </vt:lpstr>
      <vt:lpstr>Section II: Overarching Themes on Content of the Guidance  and Task Force Initial Views</vt:lpstr>
      <vt:lpstr>Matters for IAASB Consideration – Section II: Overarching Themes on Content</vt:lpstr>
      <vt:lpstr>Section III: Overarching Themes on Guidance Format and Task Force Initial Views</vt:lpstr>
      <vt:lpstr>Diagram 5 (in Chapter 3)</vt:lpstr>
      <vt:lpstr>Matters for IAASB Consideration – Section III: Overarching Themes on Format</vt:lpstr>
      <vt:lpstr>Section IV: Respondent Comments on Supplements A and B and Task Initial View</vt:lpstr>
      <vt:lpstr>Matters for IAASB Consideration – Section IV: Supplements A and B</vt:lpstr>
      <vt:lpstr>Section V: Responses on the Introduction and Chapters 1-3</vt:lpstr>
      <vt:lpstr>Section V: Responses on Chapters 4-6</vt:lpstr>
      <vt:lpstr>Matters for IAASB Consideration – Section V: Introduction and Chapters 1-6</vt:lpstr>
      <vt:lpstr>Section V: Responses on Chapters 7-9</vt:lpstr>
      <vt:lpstr>Section V – Responses on Chapters 10-12</vt:lpstr>
      <vt:lpstr>Matters for IAASB Consideration – Section V: Chapters 7-12</vt:lpstr>
      <vt:lpstr>Next Steps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EER Assurance Engagements Applying ISAE 3000 (Revised) – Non-authoritative Guidance</dc:title>
  <dc:creator>Pauline Irwin</dc:creator>
  <cp:lastModifiedBy>Pauline Irwin</cp:lastModifiedBy>
  <cp:revision>148</cp:revision>
  <dcterms:created xsi:type="dcterms:W3CDTF">2020-09-02T12:49:38Z</dcterms:created>
  <dcterms:modified xsi:type="dcterms:W3CDTF">2020-09-14T07:52:53Z</dcterms:modified>
</cp:coreProperties>
</file>